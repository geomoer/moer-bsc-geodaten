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17.xml" ContentType="application/vnd.openxmlformats-officedocument.presentationml.slideMaster+xml"/>
  <Override PartName="/ppt/slideMasters/slideMaster5.xml" ContentType="application/vnd.openxmlformats-officedocument.presentationml.slideMaster+xml"/>
  <Override PartName="/ppt/slideMasters/slideMaster16.xml" ContentType="application/vnd.openxmlformats-officedocument.presentationml.slideMaster+xml"/>
  <Override PartName="/ppt/slideMasters/slideMaster4.xml" ContentType="application/vnd.openxmlformats-officedocument.presentationml.slideMaster+xml"/>
  <Override PartName="/ppt/slideMasters/slideMaster15.xml" ContentType="application/vnd.openxmlformats-officedocument.presentationml.slideMaster+xml"/>
  <Override PartName="/ppt/slideMasters/slideMaster3.xml" ContentType="application/vnd.openxmlformats-officedocument.presentationml.slideMaster+xml"/>
  <Override PartName="/ppt/slideMasters/_rels/slideMaster6.xml.rels" ContentType="application/vnd.openxmlformats-package.relationships+xml"/>
  <Override PartName="/ppt/slideMasters/_rels/slideMaster17.xml.rels" ContentType="application/vnd.openxmlformats-package.relationships+xml"/>
  <Override PartName="/ppt/slideMasters/_rels/slideMaster5.xml.rels" ContentType="application/vnd.openxmlformats-package.relationships+xml"/>
  <Override PartName="/ppt/slideMasters/_rels/slideMaster16.xml.rels" ContentType="application/vnd.openxmlformats-package.relationships+xml"/>
  <Override PartName="/ppt/slideMasters/_rels/slideMaster11.xml.rels" ContentType="application/vnd.openxmlformats-package.relationships+xml"/>
  <Override PartName="/ppt/slideMasters/_rels/slideMaster10.xml.rels" ContentType="application/vnd.openxmlformats-package.relationships+xml"/>
  <Override PartName="/ppt/slideMasters/_rels/slideMaster9.xml.rels" ContentType="application/vnd.openxmlformats-package.relationships+xml"/>
  <Override PartName="/ppt/slideMasters/_rels/slideMaster4.xml.rels" ContentType="application/vnd.openxmlformats-package.relationships+xml"/>
  <Override PartName="/ppt/slideMasters/_rels/slideMaster15.xml.rels" ContentType="application/vnd.openxmlformats-package.relationships+xml"/>
  <Override PartName="/ppt/slideMasters/_rels/slideMaster8.xml.rels" ContentType="application/vnd.openxmlformats-package.relationships+xml"/>
  <Override PartName="/ppt/slideMasters/_rels/slideMaster12.xml.rels" ContentType="application/vnd.openxmlformats-package.relationships+xml"/>
  <Override PartName="/ppt/slideMasters/_rels/slideMaster1.xml.rels" ContentType="application/vnd.openxmlformats-package.relationships+xml"/>
  <Override PartName="/ppt/slideMasters/_rels/slideMaster7.xml.rels" ContentType="application/vnd.openxmlformats-package.relationships+xml"/>
  <Override PartName="/ppt/slideMasters/_rels/slideMaster13.xml.rels" ContentType="application/vnd.openxmlformats-package.relationships+xml"/>
  <Override PartName="/ppt/slideMasters/_rels/slideMaster2.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slideMaster14.xml" ContentType="application/vnd.openxmlformats-officedocument.presentationml.slideMaster+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slideMasters/slideMaster13.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presProps.xml" ContentType="application/vnd.openxmlformats-officedocument.presentationml.presProps+xml"/>
  <Override PartName="/ppt/theme/theme10.xml" ContentType="application/vnd.openxmlformats-officedocument.theme+xml"/>
  <Override PartName="/ppt/theme/theme9.xml" ContentType="application/vnd.openxmlformats-officedocument.theme+xml"/>
  <Override PartName="/ppt/theme/theme8.xml" ContentType="application/vnd.openxmlformats-officedocument.theme+xml"/>
  <Override PartName="/ppt/theme/theme7.xml" ContentType="application/vnd.openxmlformats-officedocument.theme+xml"/>
  <Override PartName="/ppt/theme/theme6.xml" ContentType="application/vnd.openxmlformats-officedocument.theme+xml"/>
  <Override PartName="/ppt/theme/theme18.xml" ContentType="application/vnd.openxmlformats-officedocument.theme+xml"/>
  <Override PartName="/ppt/theme/theme17.xml" ContentType="application/vnd.openxmlformats-officedocument.theme+xml"/>
  <Override PartName="/ppt/theme/theme16.xml" ContentType="application/vnd.openxmlformats-officedocument.theme+xml"/>
  <Override PartName="/ppt/theme/theme15.xml" ContentType="application/vnd.openxmlformats-officedocument.theme+xml"/>
  <Override PartName="/ppt/theme/theme5.xml" ContentType="application/vnd.openxmlformats-officedocument.theme+xml"/>
  <Override PartName="/ppt/theme/theme14.xml" ContentType="application/vnd.openxmlformats-officedocument.theme+xml"/>
  <Override PartName="/ppt/theme/theme4.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13.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10.xml.rels" ContentType="application/vnd.openxmlformats-package.relationships+xml"/>
  <Override PartName="/ppt/slideLayouts/_rels/slideLayout9.xml.rels" ContentType="application/vnd.openxmlformats-package.relationships+xml"/>
  <Override PartName="/ppt/slideLayouts/_rels/slideLayout17.xml.rels" ContentType="application/vnd.openxmlformats-package.relationships+xml"/>
  <Override PartName="/ppt/slideLayouts/_rels/slideLayout13.xml.rels" ContentType="application/vnd.openxmlformats-package.relationships+xml"/>
  <Override PartName="/ppt/slideLayouts/_rels/slideLayout8.xml.rels" ContentType="application/vnd.openxmlformats-package.relationships+xml"/>
  <Override PartName="/ppt/slideLayouts/_rels/slideLayout16.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15.xml.rels" ContentType="application/vnd.openxmlformats-package.relationships+xml"/>
  <Override PartName="/ppt/slideLayouts/_rels/slideLayout18.xml.rels" ContentType="application/vnd.openxmlformats-package.relationships+xml"/>
  <Override PartName="/ppt/slideLayouts/_rels/slideLayout14.xml.rels" ContentType="application/vnd.openxmlformats-package.relationships+xml"/>
  <Override PartName="/ppt/slideLayouts/_rels/slideLayout6.xml.rels" ContentType="application/vnd.openxmlformats-package.relationships+xml"/>
  <Override PartName="/ppt/slideLayouts/_rels/slideLayout1.xml.rels" ContentType="application/vnd.openxmlformats-package.relationships+xml"/>
  <Override PartName="/ppt/slideLayouts/_rels/slideLayout2.xml.rels" ContentType="application/vnd.openxmlformats-package.relationship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2.svg" ContentType="image/svg"/>
  <Override PartName="/ppt/media/image14.svg" ContentType="image/svg"/>
  <Override PartName="/ppt/media/image1.png" ContentType="image/png"/>
  <Override PartName="/ppt/media/image2.jpeg" ContentType="image/jpeg"/>
  <Override PartName="/ppt/media/image3.png" ContentType="image/png"/>
  <Override PartName="/ppt/media/image4.svg" ContentType="image/svg"/>
  <Override PartName="/ppt/media/image7.png" ContentType="image/png"/>
  <Override PartName="/ppt/media/image11.png" ContentType="image/png"/>
  <Override PartName="/ppt/media/image5.png" ContentType="image/png"/>
  <Override PartName="/ppt/media/image6.svg" ContentType="image/svg"/>
  <Override PartName="/ppt/media/image9.png" ContentType="image/png"/>
  <Override PartName="/ppt/media/image10.svg" ContentType="image/svg"/>
  <Override PartName="/ppt/media/image13.png" ContentType="image/png"/>
  <Override PartName="/ppt/media/image8.svg" ContentType="image/svg"/>
  <Override PartName="/ppt/slides/_rels/slide7.xml.rels" ContentType="application/vnd.openxmlformats-package.relationships+xml"/>
  <Override PartName="/ppt/slides/_rels/slide24.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_rels/slide8.xml.rels" ContentType="application/vnd.openxmlformats-package.relationships+xml"/>
  <Override PartName="/ppt/slides/_rels/slide25.xml.rels" ContentType="application/vnd.openxmlformats-package.relationships+xml"/>
  <Override PartName="/ppt/slides/_rels/slide10.xml.rels" ContentType="application/vnd.openxmlformats-package.relationships+xml"/>
  <Override PartName="/ppt/slides/_rels/slide34.xml.rels" ContentType="application/vnd.openxmlformats-package.relationships+xml"/>
  <Override PartName="/ppt/slides/_rels/slide33.xml.rels" ContentType="application/vnd.openxmlformats-package.relationships+xml"/>
  <Override PartName="/ppt/slides/_rels/slide32.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31.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28.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6.xml.rels" ContentType="application/vnd.openxmlformats-package.relationships+xml"/>
  <Override PartName="/ppt/slides/_rels/slide23.xml.rels" ContentType="application/vnd.openxmlformats-package.relationships+xml"/>
  <Override PartName="/ppt/slides/_rels/slide35.xml.rels" ContentType="application/vnd.openxmlformats-package.relationships+xml"/>
  <Override PartName="/ppt/slides/_rels/slide36.xml.rels" ContentType="application/vnd.openxmlformats-package.relationships+xml"/>
  <Override PartName="/ppt/slides/_rels/slide1.xml.rels" ContentType="application/vnd.openxmlformats-package.relationships+xml"/>
  <Override PartName="/ppt/slides/_rels/slide19.xml.rels" ContentType="application/vnd.openxmlformats-package.relationships+xml"/>
  <Override PartName="/ppt/slides/_rels/slide12.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18.xml.rels" ContentType="application/vnd.openxmlformats-package.relationships+xml"/>
  <Override PartName="/ppt/slides/_rels/slide11.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25.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22.xml" ContentType="application/vnd.openxmlformats-officedocument.presentationml.slide+xml"/>
  <Override PartName="/ppt/slides/slide34.xml" ContentType="application/vnd.openxmlformats-officedocument.presentationml.slide+xml"/>
  <Override PartName="/ppt/slides/slide23.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35.xml" ContentType="application/vnd.openxmlformats-officedocument.presentationml.slide+xml"/>
  <Override PartName="/ppt/slides/slide24.xml" ContentType="application/vnd.openxmlformats-officedocument.presentationml.slide+xml"/>
  <Override PartName="/ppt/slides/slide36.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Override PartName="/ppt/notesSlides/_rels/notesSlide22.xml.rels" ContentType="application/vnd.openxmlformats-package.relationships+xml"/>
  <Override PartName="/ppt/notesSlides/_rels/notesSlide6.xml.rels" ContentType="application/vnd.openxmlformats-package.relationships+xml"/>
  <Override PartName="/ppt/notesSlides/_rels/notesSlide15.xml.rels" ContentType="application/vnd.openxmlformats-package.relationships+xml"/>
  <Override PartName="/ppt/notesSlides/_rels/notesSlide21.xml.rels" ContentType="application/vnd.openxmlformats-package.relationships+xml"/>
  <Override PartName="/ppt/notesSlides/_rels/notesSlide19.xml.rels" ContentType="application/vnd.openxmlformats-package.relationships+xml"/>
  <Override PartName="/ppt/notesSlides/_rels/notesSlide5.xml.rels" ContentType="application/vnd.openxmlformats-package.relationships+xml"/>
  <Override PartName="/ppt/notesSlides/_rels/notesSlide14.xml.rels" ContentType="application/vnd.openxmlformats-package.relationships+xml"/>
  <Override PartName="/ppt/notesSlides/_rels/notesSlide34.xml.rels" ContentType="application/vnd.openxmlformats-package.relationships+xml"/>
  <Override PartName="/ppt/notesSlides/_rels/notesSlide33.xml.rels" ContentType="application/vnd.openxmlformats-package.relationships+xml"/>
  <Override PartName="/ppt/notesSlides/_rels/notesSlide32.xml.rels" ContentType="application/vnd.openxmlformats-package.relationships+xml"/>
  <Override PartName="/ppt/notesSlides/_rels/notesSlide28.xml.rels" ContentType="application/vnd.openxmlformats-package.relationships+xml"/>
  <Override PartName="/ppt/notesSlides/_rels/notesSlide30.xml.rels" ContentType="application/vnd.openxmlformats-package.relationships+xml"/>
  <Override PartName="/ppt/notesSlides/_rels/notesSlide31.xml.rels" ContentType="application/vnd.openxmlformats-package.relationships+xml"/>
  <Override PartName="/ppt/notesSlides/_rels/notesSlide29.xml.rels" ContentType="application/vnd.openxmlformats-package.relationships+xml"/>
  <Override PartName="/ppt/notesSlides/_rels/notesSlide2.xml.rels" ContentType="application/vnd.openxmlformats-package.relationships+xml"/>
  <Override PartName="/ppt/notesSlides/_rels/notesSlide11.xml.rels" ContentType="application/vnd.openxmlformats-package.relationships+xml"/>
  <Override PartName="/ppt/notesSlides/_rels/notesSlide23.xml.rels" ContentType="application/vnd.openxmlformats-package.relationships+xml"/>
  <Override PartName="/ppt/notesSlides/_rels/notesSlide24.xml.rels" ContentType="application/vnd.openxmlformats-package.relationships+xml"/>
  <Override PartName="/ppt/notesSlides/_rels/notesSlide25.xml.rels" ContentType="application/vnd.openxmlformats-package.relationships+xml"/>
  <Override PartName="/ppt/notesSlides/_rels/notesSlide26.xml.rels" ContentType="application/vnd.openxmlformats-package.relationships+xml"/>
  <Override PartName="/ppt/notesSlides/_rels/notesSlide35.xml.rels" ContentType="application/vnd.openxmlformats-package.relationships+xml"/>
  <Override PartName="/ppt/notesSlides/_rels/notesSlide36.xml.rels" ContentType="application/vnd.openxmlformats-package.relationships+xml"/>
  <Override PartName="/ppt/notesSlides/_rels/notesSlide10.xml.rels" ContentType="application/vnd.openxmlformats-package.relationships+xml"/>
  <Override PartName="/ppt/notesSlides/_rels/notesSlide1.xml.rels" ContentType="application/vnd.openxmlformats-package.relationships+xml"/>
  <Override PartName="/ppt/notesSlides/_rels/notesSlide27.xml.rels" ContentType="application/vnd.openxmlformats-package.relationships+xml"/>
  <Override PartName="/ppt/notesSlides/_rels/notesSlide7.xml.rels" ContentType="application/vnd.openxmlformats-package.relationships+xml"/>
  <Override PartName="/ppt/notesSlides/_rels/notesSlide16.xml.rels" ContentType="application/vnd.openxmlformats-package.relationships+xml"/>
  <Override PartName="/ppt/notesSlides/_rels/notesSlide3.xml.rels" ContentType="application/vnd.openxmlformats-package.relationships+xml"/>
  <Override PartName="/ppt/notesSlides/_rels/notesSlide12.xml.rels" ContentType="application/vnd.openxmlformats-package.relationships+xml"/>
  <Override PartName="/ppt/notesSlides/_rels/notesSlide8.xml.rels" ContentType="application/vnd.openxmlformats-package.relationships+xml"/>
  <Override PartName="/ppt/notesSlides/_rels/notesSlide17.xml.rels" ContentType="application/vnd.openxmlformats-package.relationships+xml"/>
  <Override PartName="/ppt/notesSlides/_rels/notesSlide4.xml.rels" ContentType="application/vnd.openxmlformats-package.relationships+xml"/>
  <Override PartName="/ppt/notesSlides/_rels/notesSlide13.xml.rels" ContentType="application/vnd.openxmlformats-package.relationships+xml"/>
  <Override PartName="/ppt/notesSlides/_rels/notesSlide9.xml.rels" ContentType="application/vnd.openxmlformats-package.relationships+xml"/>
  <Override PartName="/ppt/notesSlides/_rels/notesSlide18.xml.rels" ContentType="application/vnd.openxmlformats-package.relationships+xml"/>
  <Override PartName="/ppt/notesSlides/_rels/notesSlide20.xml.rels" ContentType="application/vnd.openxmlformats-package.relationships+xml"/>
  <Override PartName="/ppt/notesSlides/notesSlide26.xml" ContentType="application/vnd.openxmlformats-officedocument.presentationml.notesSlide+xml"/>
  <Override PartName="/ppt/notesSlides/notesSlide9.xml" ContentType="application/vnd.openxmlformats-officedocument.presentationml.notesSlide+xml"/>
  <Override PartName="/ppt/notesSlides/notesSlide25.xml" ContentType="application/vnd.openxmlformats-officedocument.presentationml.notesSlide+xml"/>
  <Override PartName="/ppt/notesSlides/notesSlide8.xml" ContentType="application/vnd.openxmlformats-officedocument.presentationml.notesSlide+xml"/>
  <Override PartName="/ppt/notesSlides/notesSlide24.xml" ContentType="application/vnd.openxmlformats-officedocument.presentationml.notesSlide+xml"/>
  <Override PartName="/ppt/notesSlides/notesSlide7.xml" ContentType="application/vnd.openxmlformats-officedocument.presentationml.notesSlide+xml"/>
  <Override PartName="/ppt/notesSlides/notesSlide2.xml" ContentType="application/vnd.openxmlformats-officedocument.presentationml.notesSlide+xml"/>
  <Override PartName="/ppt/notesSlides/notesSlide30.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1.xml" ContentType="application/vnd.openxmlformats-officedocument.presentationml.notesSlide+xml"/>
  <Override PartName="/ppt/notesSlides/notesSlide13.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10.xml" ContentType="application/vnd.openxmlformats-officedocument.presentationml.notesSlide+xml"/>
  <Override PartName="/ppt/notesSlides/notesSlide34.xml" ContentType="application/vnd.openxmlformats-officedocument.presentationml.notesSlide+xml"/>
  <Override PartName="/ppt/notesSlides/notesSlide23.xml" ContentType="application/vnd.openxmlformats-officedocument.presentationml.notesSlide+xml"/>
  <Override PartName="/ppt/notesSlides/notesSlide6.xml" ContentType="application/vnd.openxmlformats-officedocument.presentationml.notesSlide+xml"/>
  <Override PartName="/ppt/notesSlides/notesSlide11.xml" ContentType="application/vnd.openxmlformats-officedocument.presentationml.notesSlide+xml"/>
  <Override PartName="/ppt/notesSlides/notesSlide35.xml" ContentType="application/vnd.openxmlformats-officedocument.presentationml.notesSlide+xml"/>
  <Override PartName="/ppt/notesSlides/notesSlide12.xml" ContentType="application/vnd.openxmlformats-officedocument.presentationml.notesSlide+xml"/>
  <Override PartName="/ppt/notesSlides/notesSlide36.xml" ContentType="application/vnd.openxmlformats-officedocument.presentationml.notesSlide+xml"/>
  <Override PartName="/ppt/notesSlides/notesSlide1.xml" ContentType="application/vnd.openxmlformats-officedocument.presentationml.notesSlide+xml"/>
  <Override PartName="/ppt/notesSlides/notesSlide27.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3.xml" ContentType="application/vnd.openxmlformats-officedocument.presentationml.notesSlide+xml"/>
  <Override PartName="/ppt/notesSlides/notesSlide20.xml" ContentType="application/vnd.openxmlformats-officedocument.presentationml.notesSlide+xml"/>
  <Override PartName="/ppt/notesSlides/notesSlide19.xml" ContentType="application/vnd.openxmlformats-officedocument.presentationml.notesSlide+xml"/>
  <Override PartName="/ppt/notesSlides/notesSlide4.xml" ContentType="application/vnd.openxmlformats-officedocument.presentationml.notesSlide+xml"/>
  <Override PartName="/ppt/notesSlides/notesSlide21.xml" ContentType="application/vnd.openxmlformats-officedocument.presentationml.notesSlide+xml"/>
  <Override PartName="/ppt/notesSlides/notesSlide5.xml" ContentType="application/vnd.openxmlformats-officedocument.presentationml.notesSlide+xml"/>
  <Override PartName="/ppt/notesSlides/notesSlide22.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9" r:id="rId17"/>
    <p:sldMasterId id="2147483681" r:id="rId18"/>
  </p:sldMasterIdLst>
  <p:notesMasterIdLst>
    <p:notesMasterId r:id="rId19"/>
  </p:notesMasterIdLst>
  <p:sldIdLst>
    <p:sldId id="256" r:id="rId20"/>
    <p:sldId id="257" r:id="rId21"/>
    <p:sldId id="258" r:id="rId22"/>
    <p:sldId id="259" r:id="rId23"/>
    <p:sldId id="260" r:id="rId24"/>
    <p:sldId id="261" r:id="rId25"/>
    <p:sldId id="262" r:id="rId26"/>
    <p:sldId id="263" r:id="rId27"/>
    <p:sldId id="264" r:id="rId28"/>
    <p:sldId id="265" r:id="rId29"/>
    <p:sldId id="266" r:id="rId30"/>
    <p:sldId id="267" r:id="rId31"/>
    <p:sldId id="268" r:id="rId32"/>
    <p:sldId id="269" r:id="rId33"/>
    <p:sldId id="270" r:id="rId34"/>
    <p:sldId id="271" r:id="rId35"/>
    <p:sldId id="272" r:id="rId36"/>
    <p:sldId id="273" r:id="rId37"/>
    <p:sldId id="274" r:id="rId38"/>
    <p:sldId id="275" r:id="rId39"/>
    <p:sldId id="276" r:id="rId40"/>
    <p:sldId id="277" r:id="rId41"/>
    <p:sldId id="278" r:id="rId42"/>
    <p:sldId id="279" r:id="rId43"/>
    <p:sldId id="280" r:id="rId44"/>
    <p:sldId id="281" r:id="rId45"/>
    <p:sldId id="282" r:id="rId46"/>
    <p:sldId id="283" r:id="rId47"/>
    <p:sldId id="284" r:id="rId48"/>
    <p:sldId id="285" r:id="rId49"/>
    <p:sldId id="286" r:id="rId50"/>
    <p:sldId id="287" r:id="rId51"/>
    <p:sldId id="288" r:id="rId52"/>
    <p:sldId id="289" r:id="rId53"/>
    <p:sldId id="290" r:id="rId54"/>
    <p:sldId id="291" r:id="rId55"/>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notesMaster" Target="notesMasters/notesMaster1.xml"/><Relationship Id="rId20" Type="http://schemas.openxmlformats.org/officeDocument/2006/relationships/slide" Target="slides/slide1.xml"/><Relationship Id="rId21" Type="http://schemas.openxmlformats.org/officeDocument/2006/relationships/slide" Target="slides/slide2.xml"/><Relationship Id="rId22" Type="http://schemas.openxmlformats.org/officeDocument/2006/relationships/slide" Target="slides/slide3.xml"/><Relationship Id="rId23" Type="http://schemas.openxmlformats.org/officeDocument/2006/relationships/slide" Target="slides/slide4.xml"/><Relationship Id="rId24" Type="http://schemas.openxmlformats.org/officeDocument/2006/relationships/slide" Target="slides/slide5.xml"/><Relationship Id="rId25" Type="http://schemas.openxmlformats.org/officeDocument/2006/relationships/slide" Target="slides/slide6.xml"/><Relationship Id="rId26" Type="http://schemas.openxmlformats.org/officeDocument/2006/relationships/slide" Target="slides/slide7.xml"/><Relationship Id="rId27" Type="http://schemas.openxmlformats.org/officeDocument/2006/relationships/slide" Target="slides/slide8.xml"/><Relationship Id="rId28" Type="http://schemas.openxmlformats.org/officeDocument/2006/relationships/slide" Target="slides/slide9.xml"/><Relationship Id="rId29" Type="http://schemas.openxmlformats.org/officeDocument/2006/relationships/slide" Target="slides/slide10.xml"/><Relationship Id="rId30" Type="http://schemas.openxmlformats.org/officeDocument/2006/relationships/slide" Target="slides/slide11.xml"/><Relationship Id="rId31" Type="http://schemas.openxmlformats.org/officeDocument/2006/relationships/slide" Target="slides/slide12.xml"/><Relationship Id="rId32" Type="http://schemas.openxmlformats.org/officeDocument/2006/relationships/slide" Target="slides/slide13.xml"/><Relationship Id="rId33" Type="http://schemas.openxmlformats.org/officeDocument/2006/relationships/slide" Target="slides/slide14.xml"/><Relationship Id="rId34" Type="http://schemas.openxmlformats.org/officeDocument/2006/relationships/slide" Target="slides/slide15.xml"/><Relationship Id="rId35" Type="http://schemas.openxmlformats.org/officeDocument/2006/relationships/slide" Target="slides/slide16.xml"/><Relationship Id="rId36" Type="http://schemas.openxmlformats.org/officeDocument/2006/relationships/slide" Target="slides/slide17.xml"/><Relationship Id="rId37" Type="http://schemas.openxmlformats.org/officeDocument/2006/relationships/slide" Target="slides/slide18.xml"/><Relationship Id="rId38" Type="http://schemas.openxmlformats.org/officeDocument/2006/relationships/slide" Target="slides/slide19.xml"/><Relationship Id="rId39" Type="http://schemas.openxmlformats.org/officeDocument/2006/relationships/slide" Target="slides/slide20.xml"/><Relationship Id="rId40" Type="http://schemas.openxmlformats.org/officeDocument/2006/relationships/slide" Target="slides/slide21.xml"/><Relationship Id="rId41" Type="http://schemas.openxmlformats.org/officeDocument/2006/relationships/slide" Target="slides/slide22.xml"/><Relationship Id="rId42" Type="http://schemas.openxmlformats.org/officeDocument/2006/relationships/slide" Target="slides/slide23.xml"/><Relationship Id="rId43" Type="http://schemas.openxmlformats.org/officeDocument/2006/relationships/slide" Target="slides/slide24.xml"/><Relationship Id="rId44" Type="http://schemas.openxmlformats.org/officeDocument/2006/relationships/slide" Target="slides/slide25.xml"/><Relationship Id="rId45" Type="http://schemas.openxmlformats.org/officeDocument/2006/relationships/slide" Target="slides/slide26.xml"/><Relationship Id="rId46" Type="http://schemas.openxmlformats.org/officeDocument/2006/relationships/slide" Target="slides/slide27.xml"/><Relationship Id="rId47" Type="http://schemas.openxmlformats.org/officeDocument/2006/relationships/slide" Target="slides/slide28.xml"/><Relationship Id="rId48" Type="http://schemas.openxmlformats.org/officeDocument/2006/relationships/slide" Target="slides/slide29.xml"/><Relationship Id="rId49" Type="http://schemas.openxmlformats.org/officeDocument/2006/relationships/slide" Target="slides/slide30.xml"/><Relationship Id="rId50" Type="http://schemas.openxmlformats.org/officeDocument/2006/relationships/slide" Target="slides/slide31.xml"/><Relationship Id="rId51" Type="http://schemas.openxmlformats.org/officeDocument/2006/relationships/slide" Target="slides/slide32.xml"/><Relationship Id="rId52" Type="http://schemas.openxmlformats.org/officeDocument/2006/relationships/slide" Target="slides/slide33.xml"/><Relationship Id="rId53" Type="http://schemas.openxmlformats.org/officeDocument/2006/relationships/slide" Target="slides/slide34.xml"/><Relationship Id="rId54" Type="http://schemas.openxmlformats.org/officeDocument/2006/relationships/slide" Target="slides/slide35.xml"/><Relationship Id="rId55" Type="http://schemas.openxmlformats.org/officeDocument/2006/relationships/slide" Target="slides/slide36.xml"/><Relationship Id="rId5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8.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de-DE" sz="1800" spc="-1" strike="noStrike">
                <a:solidFill>
                  <a:schemeClr val="dk1"/>
                </a:solidFill>
                <a:latin typeface="Noto Sans"/>
              </a:rPr>
              <a:t>Click to move the slide</a:t>
            </a:r>
            <a:endParaRPr b="0" lang="de-DE" sz="1800" spc="-1" strike="noStrike">
              <a:solidFill>
                <a:schemeClr val="dk1"/>
              </a:solidFill>
              <a:latin typeface="Noto Sans"/>
            </a:endParaRPr>
          </a:p>
        </p:txBody>
      </p:sp>
      <p:sp>
        <p:nvSpPr>
          <p:cNvPr id="8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87"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88" name="PlaceHolder 4"/>
          <p:cNvSpPr>
            <a:spLocks noGrp="1"/>
          </p:cNvSpPr>
          <p:nvPr>
            <p:ph type="dt" idx="25"/>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89" name="PlaceHolder 5"/>
          <p:cNvSpPr>
            <a:spLocks noGrp="1"/>
          </p:cNvSpPr>
          <p:nvPr>
            <p:ph type="ftr" idx="26"/>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90" name="PlaceHolder 6"/>
          <p:cNvSpPr>
            <a:spLocks noGrp="1"/>
          </p:cNvSpPr>
          <p:nvPr>
            <p:ph type="sldNum" idx="27"/>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67BD4750-CF51-465C-9791-79D2A12113B8}"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7" name="PlaceHolder 1"/>
          <p:cNvSpPr>
            <a:spLocks noGrp="1"/>
          </p:cNvSpPr>
          <p:nvPr>
            <p:ph type="sldImg"/>
          </p:nvPr>
        </p:nvSpPr>
        <p:spPr>
          <a:xfrm>
            <a:off x="216000" y="812520"/>
            <a:ext cx="7127280" cy="4008960"/>
          </a:xfrm>
          <a:prstGeom prst="rect">
            <a:avLst/>
          </a:prstGeom>
          <a:ln w="0">
            <a:noFill/>
          </a:ln>
        </p:spPr>
      </p:sp>
      <p:sp>
        <p:nvSpPr>
          <p:cNvPr id="70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Titelfolie vor dem Einstieg zeigen.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Titelfolie beim Ankommen zeigen. Die Sitzung ist für 90 Minuten mit 100–150 Bachelor- und Lehramtsstudierenden ausgelegt. Vorbereitendes Lesen wird nicht vorausgesetzt. QGIS 3.40 und das vollständig entpackte Marburger Übungspaket müssen verfügbar sein. Erwarteter Punkteeingang ist gbif_checked mit 56 Features aus Unit 11 oder der schemaidentische Ersatzlayer.</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/home/dirk/GeoMOER/moer-bsc-geodaten/docs/slides/Vorlagen/präs_ms02_powerpoint_de.pptx</a:t>
            </a:r>
            <a:endParaRPr b="0" lang="en-US" sz="2000" spc="-1" strike="noStrike">
              <a:solidFill>
                <a:srgbClr val="000000"/>
              </a:solidFill>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9" name="PlaceHolder 1"/>
          <p:cNvSpPr>
            <a:spLocks noGrp="1"/>
          </p:cNvSpPr>
          <p:nvPr>
            <p:ph type="sldImg"/>
          </p:nvPr>
        </p:nvSpPr>
        <p:spPr>
          <a:xfrm>
            <a:off x="216000" y="812520"/>
            <a:ext cx="7127280" cy="4008960"/>
          </a:xfrm>
          <a:prstGeom prst="rect">
            <a:avLst/>
          </a:prstGeom>
          <a:ln w="0">
            <a:noFill/>
          </a:ln>
        </p:spPr>
      </p:sp>
      <p:sp>
        <p:nvSpPr>
          <p:cNvPr id="710"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0–10 (10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VOR DEM TERMIN: Den gesamten Platzhalter durch die aktuelle JiTT-Auswertung zu Unit 12 ersetzen. Bei Bedarf die Folie duplizieren. Nur tatsächliche, zusammengefasste und anonymisierte Rückmeldungen einsetzen. Die gesamte Phase dauert zehn Minuten. Verständnisfragen zu Linien, Polygonen, Metadaten oder räumlicher Auswahl klären.</a:t>
            </a:r>
            <a:endParaRPr b="0" lang="en-US" sz="2000" spc="-1" strike="noStrike">
              <a:solidFill>
                <a:srgbClr val="000000"/>
              </a:solidFill>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1" name="PlaceHolder 1"/>
          <p:cNvSpPr>
            <a:spLocks noGrp="1"/>
          </p:cNvSpPr>
          <p:nvPr>
            <p:ph type="sldImg"/>
          </p:nvPr>
        </p:nvSpPr>
        <p:spPr>
          <a:xfrm>
            <a:off x="216000" y="812520"/>
            <a:ext cx="7127280" cy="4008960"/>
          </a:xfrm>
          <a:prstGeom prst="rect">
            <a:avLst/>
          </a:prstGeom>
          <a:ln w="0">
            <a:noFill/>
          </a:ln>
        </p:spPr>
      </p:sp>
      <p:sp>
        <p:nvSpPr>
          <p:cNvPr id="71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10–11 (1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Den Ablauf ankündigen: Rastermodell verstehen, DGM-Eigenschaften prüfen, Werte darstellen und abfragen, Rasterwerte an 56 Punkten abtasten und das Ergebnis mit 35 Zahlen und 21 NULL-Werten dokumentieren.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https://geomoer.github.io/moer-bsc-geodaten/unit13/unit13-00_overview.html</a:t>
            </a:r>
            <a:endParaRPr b="0" lang="en-US" sz="2000" spc="-1" strike="noStrike">
              <a:solidFill>
                <a:srgbClr val="000000"/>
              </a:solidFill>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3" name="PlaceHolder 1"/>
          <p:cNvSpPr>
            <a:spLocks noGrp="1"/>
          </p:cNvSpPr>
          <p:nvPr>
            <p:ph type="sldImg"/>
          </p:nvPr>
        </p:nvSpPr>
        <p:spPr>
          <a:xfrm>
            <a:off x="216000" y="812520"/>
            <a:ext cx="7127280" cy="4008960"/>
          </a:xfrm>
          <a:prstGeom prst="rect">
            <a:avLst/>
          </a:prstGeom>
          <a:ln w="0">
            <a:noFill/>
          </a:ln>
        </p:spPr>
      </p:sp>
      <p:sp>
        <p:nvSpPr>
          <p:cNvPr id="714"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11–13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Vektor modelliert einzelne Features mit Geometrie und Attributzeile. Raster teilt den Raum regelmäßig in Zellen mit Werten. Beide Modelle lassen sich kombinieren: Punktposition plus Höhenraster ergibt den Zellwert am Beobachtungsort.</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https://geomoer.github.io/moer-bsc-geodaten/unit13/unit13-01_rasterdaten.html</a:t>
            </a:r>
            <a:endParaRPr b="0" lang="en-US" sz="2000" spc="-1" strike="noStrike">
              <a:solidFill>
                <a:srgbClr val="000000"/>
              </a:solidFill>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5" name="PlaceHolder 1"/>
          <p:cNvSpPr>
            <a:spLocks noGrp="1"/>
          </p:cNvSpPr>
          <p:nvPr>
            <p:ph type="sldImg"/>
          </p:nvPr>
        </p:nvSpPr>
        <p:spPr>
          <a:xfrm>
            <a:off x="216000" y="812520"/>
            <a:ext cx="7127280" cy="4008960"/>
          </a:xfrm>
          <a:prstGeom prst="rect">
            <a:avLst/>
          </a:prstGeom>
          <a:ln w="0">
            <a:noFill/>
          </a:ln>
        </p:spPr>
      </p:sp>
      <p:sp>
        <p:nvSpPr>
          <p:cNvPr id="71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13–15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Zeilen, Spalten und Zellen benennen. Die Position einer Zelle folgt aus Rasterursprung, Zellgröße und CRS. Der Wert 228 ist ein schematischer Höhenwert in Metern, nicht bereits ein Attribut des danebenliegenden Punkts.</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https://geomoer.github.io/moer-bsc-geodaten/unit13/unit13-01_rasterdaten.html</a:t>
            </a:r>
            <a:endParaRPr b="0" lang="en-US" sz="2000" spc="-1" strike="noStrike">
              <a:solidFill>
                <a:srgbClr val="000000"/>
              </a:solidFill>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7" name="PlaceHolder 1"/>
          <p:cNvSpPr>
            <a:spLocks noGrp="1"/>
          </p:cNvSpPr>
          <p:nvPr>
            <p:ph type="sldImg"/>
          </p:nvPr>
        </p:nvSpPr>
        <p:spPr>
          <a:xfrm>
            <a:off x="216000" y="812520"/>
            <a:ext cx="7127280" cy="4008960"/>
          </a:xfrm>
          <a:prstGeom prst="rect">
            <a:avLst/>
          </a:prstGeom>
          <a:ln w="0">
            <a:noFill/>
          </a:ln>
        </p:spPr>
      </p:sp>
      <p:sp>
        <p:nvSpPr>
          <p:cNvPr id="71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15–18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Kurze Zuordnung im Plenum: Geländehöhe ist kontinuierlich, Landbedeckung kategorial. Bei Kategorien sind Zahlen Codes ohne metrische Abstände; sie benötigen Einzelfarben. Höhenwerte können mit einem sequentiellen Verlauf dargestellt werden.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https://geomoer.github.io/moer-bsc-geodaten/unit13/unit13-01_rasterdaten.html</a:t>
            </a:r>
            <a:endParaRPr b="0" lang="en-US" sz="2000" spc="-1" strike="noStrike">
              <a:solidFill>
                <a:srgbClr val="000000"/>
              </a:solidFill>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9" name="PlaceHolder 1"/>
          <p:cNvSpPr>
            <a:spLocks noGrp="1"/>
          </p:cNvSpPr>
          <p:nvPr>
            <p:ph type="sldImg"/>
          </p:nvPr>
        </p:nvSpPr>
        <p:spPr>
          <a:xfrm>
            <a:off x="216000" y="812520"/>
            <a:ext cx="7127280" cy="4008960"/>
          </a:xfrm>
          <a:prstGeom prst="rect">
            <a:avLst/>
          </a:prstGeom>
          <a:ln w="0">
            <a:noFill/>
          </a:ln>
        </p:spPr>
      </p:sp>
      <p:sp>
        <p:nvSpPr>
          <p:cNvPr id="720"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18–21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Dasselbe Landschaftsprofil vergleichen. Das DGM folgt dem Gelände unter Vegetation und Gebäuden; das DOM folgt der erfassten Oberfläche über Baumkrone und Dach. Für die Frage nach Geländehöhe der Beobachtungen verwenden wir das DGM.</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https://geomoer.github.io/moer-bsc-geodaten/unit13/unit13-01_rasterdaten.html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Bild: assets/images/unit13/dgm-dom-profil.svg</a:t>
            </a:r>
            <a:endParaRPr b="0" lang="en-US" sz="2000" spc="-1" strike="noStrike">
              <a:solidFill>
                <a:srgbClr val="000000"/>
              </a:solidFill>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1" name="PlaceHolder 1"/>
          <p:cNvSpPr>
            <a:spLocks noGrp="1"/>
          </p:cNvSpPr>
          <p:nvPr>
            <p:ph type="sldImg"/>
          </p:nvPr>
        </p:nvSpPr>
        <p:spPr>
          <a:xfrm>
            <a:off x="216000" y="812520"/>
            <a:ext cx="7127280" cy="4008960"/>
          </a:xfrm>
          <a:prstGeom prst="rect">
            <a:avLst/>
          </a:prstGeom>
          <a:ln w="0">
            <a:noFill/>
          </a:ln>
        </p:spPr>
      </p:sp>
      <p:sp>
        <p:nvSpPr>
          <p:cNvPr id="72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21–22 (1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Beim starken Hineinzoomen wird eine Datenzelle als großes Quadrat sichtbar. Dieses Quadrat besteht am Monitor aus vielen Bildschirmpixeln. Für die fachliche Beschreibung der gespeicherten räumlichen Einheit den Begriff Rasterzelle verwenden.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https://geomoer.github.io/moer-bsc-geodaten/unit13/unit13-01_rasterdaten.html</a:t>
            </a:r>
            <a:endParaRPr b="0" lang="en-US" sz="2000" spc="-1" strike="noStrike">
              <a:solidFill>
                <a:srgbClr val="000000"/>
              </a:solidFill>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3" name="PlaceHolder 1"/>
          <p:cNvSpPr>
            <a:spLocks noGrp="1"/>
          </p:cNvSpPr>
          <p:nvPr>
            <p:ph type="sldImg"/>
          </p:nvPr>
        </p:nvSpPr>
        <p:spPr>
          <a:xfrm>
            <a:off x="216000" y="812520"/>
            <a:ext cx="7127280" cy="4008960"/>
          </a:xfrm>
          <a:prstGeom prst="rect">
            <a:avLst/>
          </a:prstGeom>
          <a:ln w="0">
            <a:noFill/>
          </a:ln>
        </p:spPr>
      </p:sp>
      <p:sp>
        <p:nvSpPr>
          <p:cNvPr id="724"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22–25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Grafik von oben nach unten lesen. Aus vier 10-m-Zellen entsteht hier eine 20-m-Zelle mit Mittelwert. Lokale Spitzen gehen verloren. Ein später wieder feineres Gitter kann diese Information nicht zurückholen. Die Zahlen sind ein schematisches Rechenbeispiel.</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https://geomoer.github.io/moer-bsc-geodaten/unit13/unit13-02_rastereigenschaften.html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Bild: assets/images/unit13/raster-vergroebern.svg</a:t>
            </a:r>
            <a:endParaRPr b="0" lang="en-US" sz="2000" spc="-1" strike="noStrike">
              <a:solidFill>
                <a:srgbClr val="000000"/>
              </a:solidFill>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5" name="PlaceHolder 1"/>
          <p:cNvSpPr>
            <a:spLocks noGrp="1"/>
          </p:cNvSpPr>
          <p:nvPr>
            <p:ph type="sldImg"/>
          </p:nvPr>
        </p:nvSpPr>
        <p:spPr>
          <a:xfrm>
            <a:off x="216000" y="812520"/>
            <a:ext cx="7127280" cy="4008960"/>
          </a:xfrm>
          <a:prstGeom prst="rect">
            <a:avLst/>
          </a:prstGeom>
          <a:ln w="0">
            <a:noFill/>
          </a:ln>
        </p:spPr>
      </p:sp>
      <p:sp>
        <p:nvSpPr>
          <p:cNvPr id="72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25–28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Projekt als unit13_raster.qgz speichern und EPSG:25832 setzen. Das DGM und gbif_checked laden. Nicht die vier Punkte aus Unit 12 verwenden: Unit 13 beginnt erneut mit allen 56 qualitätsgeprüften Punkten aus Unit 11.</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https://geomoer.github.io/moer-bsc-geodaten/unit13/unit13-03_raster_qgis.html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https://geomoer.github.io/moer-bsc-geodaten/material/qgis-kernpfade.html#unit13</a:t>
            </a:r>
            <a:endParaRPr b="0" lang="en-US" sz="2000" spc="-1" strike="noStrike">
              <a:solidFill>
                <a:srgbClr val="000000"/>
              </a:solidFill>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7" name="PlaceHolder 1"/>
          <p:cNvSpPr>
            <a:spLocks noGrp="1"/>
          </p:cNvSpPr>
          <p:nvPr>
            <p:ph type="sldImg"/>
          </p:nvPr>
        </p:nvSpPr>
        <p:spPr>
          <a:xfrm>
            <a:off x="216000" y="812520"/>
            <a:ext cx="7127280" cy="4008960"/>
          </a:xfrm>
          <a:prstGeom prst="rect">
            <a:avLst/>
          </a:prstGeom>
          <a:ln w="0">
            <a:noFill/>
          </a:ln>
        </p:spPr>
      </p:sp>
      <p:sp>
        <p:nvSpPr>
          <p:cNvPr id="72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28–31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 und Bearbeitung trennen. Grundlage sind 162 amtliche DGM1-Kacheln des Hessen Geodatenmanagements. Für den Kurs wurden verfügbare 1-m-Werte zu 10-m-Mittelwerten zusammengefasst. Das Ergebnis ist kein unverändertes amtliches DGM10.</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https://geomoer.github.io/moer-bsc-geodaten/unit13/unit13-03_raster_qgis.html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https://hvbg.hessen.de/landesvermessung/geotopographie/3d-daten/digitale-gelaendemodelle</a:t>
            </a:r>
            <a:endParaRPr b="0" lang="en-US" sz="2000" spc="-1" strike="noStrike">
              <a:solidFill>
                <a:srgbClr val="000000"/>
              </a:solidFill>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9" name="PlaceHolder 1"/>
          <p:cNvSpPr>
            <a:spLocks noGrp="1"/>
          </p:cNvSpPr>
          <p:nvPr>
            <p:ph type="sldImg"/>
          </p:nvPr>
        </p:nvSpPr>
        <p:spPr>
          <a:xfrm>
            <a:off x="216000" y="812520"/>
            <a:ext cx="7127280" cy="4008960"/>
          </a:xfrm>
          <a:prstGeom prst="rect">
            <a:avLst/>
          </a:prstGeom>
          <a:ln w="0">
            <a:noFill/>
          </a:ln>
        </p:spPr>
      </p:sp>
      <p:sp>
        <p:nvSpPr>
          <p:cNvPr id="730"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31–34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Layereigenschaften öffnen und Werte gemeinsam finden. Minimum und Maximum sind gerundet. Die Höhenangaben beziehen sich auf DHHN2016_NH; das horizontale CRS ist EPSG:25832. NoData muss von gültigen Werten ausgeschlossen sein.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https://geomoer.github.io/moer-bsc-geodaten/unit13/unit13-03_raster_qgis.html</a:t>
            </a:r>
            <a:endParaRPr b="0" lang="en-US" sz="2000" spc="-1" strike="noStrike">
              <a:solidFill>
                <a:srgbClr val="000000"/>
              </a:solidFill>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1" name="PlaceHolder 1"/>
          <p:cNvSpPr>
            <a:spLocks noGrp="1"/>
          </p:cNvSpPr>
          <p:nvPr>
            <p:ph type="sldImg"/>
          </p:nvPr>
        </p:nvSpPr>
        <p:spPr>
          <a:xfrm>
            <a:off x="216000" y="812520"/>
            <a:ext cx="7127280" cy="4008960"/>
          </a:xfrm>
          <a:prstGeom prst="rect">
            <a:avLst/>
          </a:prstGeom>
          <a:ln w="0">
            <a:noFill/>
          </a:ln>
        </p:spPr>
      </p:sp>
      <p:sp>
        <p:nvSpPr>
          <p:cNvPr id="73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34–37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Rasterausdehnung und Datenabdeckung unterscheiden. Die Datei deckt das 20-km-Rechteck technisch ab, aber nur 40,01 Prozent der Zellen enthalten gültige Höhen. Die Lücke stammt aus der DGM-Kachelabdeckung und darf nicht aufgefüllt oder als Höhe null gelesen werden.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https://geomoer.github.io/moer-bsc-geodaten/unit13/unit13-03_raster_qgis.html</a:t>
            </a:r>
            <a:endParaRPr b="0" lang="en-US" sz="2000" spc="-1" strike="noStrike">
              <a:solidFill>
                <a:srgbClr val="000000"/>
              </a:solidFill>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3" name="PlaceHolder 1"/>
          <p:cNvSpPr>
            <a:spLocks noGrp="1"/>
          </p:cNvSpPr>
          <p:nvPr>
            <p:ph type="sldImg"/>
          </p:nvPr>
        </p:nvSpPr>
        <p:spPr>
          <a:xfrm>
            <a:off x="216000" y="812520"/>
            <a:ext cx="7127280" cy="4008960"/>
          </a:xfrm>
          <a:prstGeom prst="rect">
            <a:avLst/>
          </a:prstGeom>
          <a:ln w="0">
            <a:noFill/>
          </a:ln>
        </p:spPr>
      </p:sp>
      <p:sp>
        <p:nvSpPr>
          <p:cNvPr id="734"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37–40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Gitter vergleichen: Beide besitzen 10-m-Zellen im selben lokalen Meterkoordinatensystem, aber Gitter B beginnt fünf Meter weiter östlich. Für zellenweise Berechnungen müssen auch Ursprung beziehungsweise Zellgrenzen passen. Heute wird kein Raster neu ausgerichtet.</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https://geomoer.github.io/moer-bsc-geodaten/unit13/unit13-02_rastereigenschaften.html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Bild: assets/images/unit13/rasterausrichtung.svg</a:t>
            </a:r>
            <a:endParaRPr b="0" lang="en-US" sz="2000" spc="-1" strike="noStrike">
              <a:solidFill>
                <a:srgbClr val="000000"/>
              </a:solidFill>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5" name="PlaceHolder 1"/>
          <p:cNvSpPr>
            <a:spLocks noGrp="1"/>
          </p:cNvSpPr>
          <p:nvPr>
            <p:ph type="sldImg"/>
          </p:nvPr>
        </p:nvSpPr>
        <p:spPr>
          <a:xfrm>
            <a:off x="216000" y="812520"/>
            <a:ext cx="7127280" cy="4008960"/>
          </a:xfrm>
          <a:prstGeom prst="rect">
            <a:avLst/>
          </a:prstGeom>
          <a:ln w="0">
            <a:noFill/>
          </a:ln>
        </p:spPr>
      </p:sp>
      <p:sp>
        <p:nvSpPr>
          <p:cNvPr id="73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40–43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Mit Objekte abfragen an mehreren Stellen in Band 1 klicken. Einen gültigen Wert und eine NoData-Stelle vergleichen. Die Einheit Meter, den Wertebereich und die räumliche Lage plausibilisieren, bevor Punkte abgetastet werden.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https://geomoer.github.io/moer-bsc-geodaten/unit13/unit13-03_raster_qgis.html</a:t>
            </a:r>
            <a:endParaRPr b="0" lang="en-US" sz="2000" spc="-1" strike="noStrike">
              <a:solidFill>
                <a:srgbClr val="000000"/>
              </a:solidFill>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7" name="PlaceHolder 1"/>
          <p:cNvSpPr>
            <a:spLocks noGrp="1"/>
          </p:cNvSpPr>
          <p:nvPr>
            <p:ph type="sldImg"/>
          </p:nvPr>
        </p:nvSpPr>
        <p:spPr>
          <a:xfrm>
            <a:off x="216000" y="812520"/>
            <a:ext cx="7127280" cy="4008960"/>
          </a:xfrm>
          <a:prstGeom prst="rect">
            <a:avLst/>
          </a:prstGeom>
          <a:ln w="0">
            <a:noFill/>
          </a:ln>
        </p:spPr>
      </p:sp>
      <p:sp>
        <p:nvSpPr>
          <p:cNvPr id="73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43–46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schematische Grafik lesen. Ein gültiger Nullwert ist eine fachliche Zahl. NoData bedeutet fehlenden oder ungültigen Wert. Im Marburger DGM lautet der technische Kennwert -9999; beim Abtasten wird daraus NULL. Das gezeigte 0-m-Beispiel stammt nicht aus dem Marburger Ausschnitt.</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https://geomoer.github.io/moer-bsc-geodaten/unit13/unit13-02_rastereigenschaften.html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Bild: assets/images/unit13/zellgroesse-nodata-genauigkeit.svg</a:t>
            </a:r>
            <a:endParaRPr b="0" lang="en-US" sz="2000" spc="-1" strike="noStrike">
              <a:solidFill>
                <a:srgbClr val="000000"/>
              </a:solidFill>
              <a:latin typeface="Arial"/>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9" name="PlaceHolder 1"/>
          <p:cNvSpPr>
            <a:spLocks noGrp="1"/>
          </p:cNvSpPr>
          <p:nvPr>
            <p:ph type="sldImg"/>
          </p:nvPr>
        </p:nvSpPr>
        <p:spPr>
          <a:xfrm>
            <a:off x="216000" y="812520"/>
            <a:ext cx="7127280" cy="4008960"/>
          </a:xfrm>
          <a:prstGeom prst="rect">
            <a:avLst/>
          </a:prstGeom>
          <a:ln w="0">
            <a:noFill/>
          </a:ln>
        </p:spPr>
      </p:sp>
      <p:sp>
        <p:nvSpPr>
          <p:cNvPr id="740"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46–49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Layereigenschaften → Symbolisierung: Einkanal-Pseudofarbe, Band 1, Minimum und Maximum für den relevanten Datensatz laden und einen sequentiellen Farbverlauf verwenden. NoData transparent halten. Die systematische Kartengestaltung folgt erst in Unit 14.</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https://geomoer.github.io/moer-bsc-geodaten/unit13/unit13-03_raster_qgis.html</a:t>
            </a:r>
            <a:endParaRPr b="0" lang="en-US" sz="2000" spc="-1" strike="noStrike">
              <a:solidFill>
                <a:srgbClr val="000000"/>
              </a:solidFill>
              <a:latin typeface="Arial"/>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1" name="PlaceHolder 1"/>
          <p:cNvSpPr>
            <a:spLocks noGrp="1"/>
          </p:cNvSpPr>
          <p:nvPr>
            <p:ph type="sldImg"/>
          </p:nvPr>
        </p:nvSpPr>
        <p:spPr>
          <a:xfrm>
            <a:off x="216000" y="812520"/>
            <a:ext cx="7127280" cy="4008960"/>
          </a:xfrm>
          <a:prstGeom prst="rect">
            <a:avLst/>
          </a:prstGeom>
          <a:ln w="0">
            <a:noFill/>
          </a:ln>
        </p:spPr>
      </p:sp>
      <p:sp>
        <p:nvSpPr>
          <p:cNvPr id="74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49–51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umrahmte Zelle in beiden Darstellungen ablesen. In beiden Fällen bleibt ihr Wert 220 m. Nur die Zuordnung von Zahlen zu Farben ändert sich. Die Beispielmatrix ist schematisch und keine Marburger Messung.</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https://geomoer.github.io/moer-bsc-geodaten/unit13/unit13-02_rastereigenschaften.html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Bild: assets/images/unit13/rasterwerte-farben.svg</a:t>
            </a:r>
            <a:endParaRPr b="0" lang="en-US" sz="2000" spc="-1" strike="noStrike">
              <a:solidFill>
                <a:srgbClr val="000000"/>
              </a:solidFill>
              <a:latin typeface="Arial"/>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3" name="PlaceHolder 1"/>
          <p:cNvSpPr>
            <a:spLocks noGrp="1"/>
          </p:cNvSpPr>
          <p:nvPr>
            <p:ph type="sldImg"/>
          </p:nvPr>
        </p:nvSpPr>
        <p:spPr>
          <a:xfrm>
            <a:off x="216000" y="812520"/>
            <a:ext cx="7127280" cy="4008960"/>
          </a:xfrm>
          <a:prstGeom prst="rect">
            <a:avLst/>
          </a:prstGeom>
          <a:ln w="0">
            <a:noFill/>
          </a:ln>
        </p:spPr>
      </p:sp>
      <p:sp>
        <p:nvSpPr>
          <p:cNvPr id="744"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51–53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Zwei Minuten zu zweit: Die Aussage prüfen und mindestens eine zusätzliche Metadatenangabe nennen. Unterscheiden: Zellgröße beschreibt das Gitter; Lage- und Wertgenauigkeit beschreiben Unsicherheiten. Die Auflösung folgt auf der nächsten Folie.</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https://geomoer.github.io/moer-bsc-geodaten/unit13/unit13-00_overview.html</a:t>
            </a:r>
            <a:endParaRPr b="0" lang="en-US" sz="2000" spc="-1" strike="noStrike">
              <a:solidFill>
                <a:srgbClr val="000000"/>
              </a:solidFill>
              <a:latin typeface="Arial"/>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5" name="PlaceHolder 1"/>
          <p:cNvSpPr>
            <a:spLocks noGrp="1"/>
          </p:cNvSpPr>
          <p:nvPr>
            <p:ph type="sldImg"/>
          </p:nvPr>
        </p:nvSpPr>
        <p:spPr>
          <a:xfrm>
            <a:off x="216000" y="812520"/>
            <a:ext cx="7127280" cy="4008960"/>
          </a:xfrm>
          <a:prstGeom prst="rect">
            <a:avLst/>
          </a:prstGeom>
          <a:ln w="0">
            <a:noFill/>
          </a:ln>
        </p:spPr>
      </p:sp>
      <p:sp>
        <p:nvSpPr>
          <p:cNvPr id="74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53–55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Drei Begriffe sichern. Für die Höhengenauigkeit werden Erfassungsmethode und dokumentierte vertikale Genauigkeit benötigt. Das heutige Kursraster hat 10-m-Zellen, nicht 1-m-Zellen; die Ausgangsdaten wurden gemittelt.</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https://geomoer.github.io/moer-bsc-geodaten/unit13/unit13-02_rastereigenschaften.html</a:t>
            </a:r>
            <a:endParaRPr b="0" lang="en-US" sz="2000" spc="-1" strike="noStrike">
              <a:solidFill>
                <a:srgbClr val="000000"/>
              </a:solidFill>
              <a:latin typeface="Arial"/>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7" name="PlaceHolder 1"/>
          <p:cNvSpPr>
            <a:spLocks noGrp="1"/>
          </p:cNvSpPr>
          <p:nvPr>
            <p:ph type="sldImg"/>
          </p:nvPr>
        </p:nvSpPr>
        <p:spPr>
          <a:xfrm>
            <a:off x="216000" y="812520"/>
            <a:ext cx="7127280" cy="4008960"/>
          </a:xfrm>
          <a:prstGeom prst="rect">
            <a:avLst/>
          </a:prstGeom>
          <a:ln w="0">
            <a:noFill/>
          </a:ln>
        </p:spPr>
      </p:sp>
      <p:sp>
        <p:nvSpPr>
          <p:cNvPr id="74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55–58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gbif_checked laden und auf 56 Features, EPSG:25832 und das vollständige Feldschema prüfen. Einige Punkte liegen außerhalb gültiger DGM-Zellen. Sie bleiben im Ergebnis und erhalten später NULL.</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https://geomoer.github.io/moer-bsc-geodaten/unit13/unit13-03_raster_qgis.html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https://geomoer.github.io/moer-bsc-geodaten/material/qgis-kernpfade.html#unit13</a:t>
            </a:r>
            <a:endParaRPr b="0" lang="en-US" sz="2000" spc="-1" strike="noStrike">
              <a:solidFill>
                <a:srgbClr val="000000"/>
              </a:solidFill>
              <a:latin typeface="Arial"/>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9" name="PlaceHolder 1"/>
          <p:cNvSpPr>
            <a:spLocks noGrp="1"/>
          </p:cNvSpPr>
          <p:nvPr>
            <p:ph type="sldImg"/>
          </p:nvPr>
        </p:nvSpPr>
        <p:spPr>
          <a:xfrm>
            <a:off x="216000" y="812520"/>
            <a:ext cx="7127280" cy="4008960"/>
          </a:xfrm>
          <a:prstGeom prst="rect">
            <a:avLst/>
          </a:prstGeom>
          <a:ln w="0">
            <a:noFill/>
          </a:ln>
        </p:spPr>
      </p:sp>
      <p:sp>
        <p:nvSpPr>
          <p:cNvPr id="750"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58–62 (4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Verarbeitungswerkzeuge öffnen und Sample raster values beziehungsweise Rasterwerte abtasten wählen. Eingabelayer, Raster und Präfix exakt kontrollieren. Der Ausgabepfad und Layername werden bereits im Werkzeug festgelegt.</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https://geomoer.github.io/moer-bsc-geodaten/unit13/unit13-03_raster_qgis.html</a:t>
            </a:r>
            <a:endParaRPr b="0" lang="en-US" sz="2000" spc="-1" strike="noStrike">
              <a:solidFill>
                <a:srgbClr val="000000"/>
              </a:solidFill>
              <a:latin typeface="Arial"/>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1" name="PlaceHolder 1"/>
          <p:cNvSpPr>
            <a:spLocks noGrp="1"/>
          </p:cNvSpPr>
          <p:nvPr>
            <p:ph type="sldImg"/>
          </p:nvPr>
        </p:nvSpPr>
        <p:spPr>
          <a:xfrm>
            <a:off x="216000" y="812520"/>
            <a:ext cx="7127280" cy="4008960"/>
          </a:xfrm>
          <a:prstGeom prst="rect">
            <a:avLst/>
          </a:prstGeom>
          <a:ln w="0">
            <a:noFill/>
          </a:ln>
        </p:spPr>
      </p:sp>
      <p:sp>
        <p:nvSpPr>
          <p:cNvPr id="75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62–65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Grafik von links nach rechts lesen. Der Punkt liegt in der Zelle mit dem sichtbaren Wert 228 und erhält diesen Wert im neuen Attribut. Das Beispiel erklärt die Operation; 228 ist kein geforderter Kontrollwert für einen bestimmten GBIF-Record.</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https://geomoer.github.io/moer-bsc-geodaten/unit13/unit13-03_raster_qgis.html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Bild: assets/images/unit13/raster-workflow.svg</a:t>
            </a:r>
            <a:endParaRPr b="0" lang="en-US" sz="2000" spc="-1" strike="noStrike">
              <a:solidFill>
                <a:srgbClr val="000000"/>
              </a:solidFill>
              <a:latin typeface="Arial"/>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3" name="PlaceHolder 1"/>
          <p:cNvSpPr>
            <a:spLocks noGrp="1"/>
          </p:cNvSpPr>
          <p:nvPr>
            <p:ph type="sldImg"/>
          </p:nvPr>
        </p:nvSpPr>
        <p:spPr>
          <a:xfrm>
            <a:off x="216000" y="812520"/>
            <a:ext cx="7127280" cy="4008960"/>
          </a:xfrm>
          <a:prstGeom prst="rect">
            <a:avLst/>
          </a:prstGeom>
          <a:ln w="0">
            <a:noFill/>
          </a:ln>
        </p:spPr>
      </p:sp>
      <p:sp>
        <p:nvSpPr>
          <p:cNvPr id="754"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65–68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Werkzeug ausführen und Ergebnisattributtabelle öffnen. Mit QGIS 3.40 und dem Präfix hoehe_ heißt das Band-1-Feld hoehe_1. Den tatsächlichen Namen prüfen. Noch nicht einfach ein zweites Feld ergänzen, ohne das Übergabeschema zu planen.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https://geomoer.github.io/moer-bsc-geodaten/unit13/unit13-03_raster_qgis.html</a:t>
            </a:r>
            <a:endParaRPr b="0" lang="en-US" sz="2000" spc="-1" strike="noStrike">
              <a:solidFill>
                <a:srgbClr val="000000"/>
              </a:solidFill>
              <a:latin typeface="Arial"/>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5" name="PlaceHolder 1"/>
          <p:cNvSpPr>
            <a:spLocks noGrp="1"/>
          </p:cNvSpPr>
          <p:nvPr>
            <p:ph type="sldImg"/>
          </p:nvPr>
        </p:nvSpPr>
        <p:spPr>
          <a:xfrm>
            <a:off x="216000" y="812520"/>
            <a:ext cx="7127280" cy="4008960"/>
          </a:xfrm>
          <a:prstGeom prst="rect">
            <a:avLst/>
          </a:prstGeom>
          <a:ln w="0">
            <a:noFill/>
          </a:ln>
        </p:spPr>
      </p:sp>
      <p:sp>
        <p:nvSpPr>
          <p:cNvPr id="75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68–72 (4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Mit Felder überarbeiten hoehe_1 in hoehe_m umbenennen und alle übrigen GBIF-Felder unverändert erhalten. Alternativ kann ein neues Dezimalfeld berechnet werden; dann das überflüssige hoehe_1 entfernen. Jeden Schritt dokumentieren.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https://geomoer.github.io/moer-bsc-geodaten/unit13/unit13-03_raster_qgis.html</a:t>
            </a:r>
            <a:endParaRPr b="0" lang="en-US" sz="2000" spc="-1" strike="noStrike">
              <a:solidFill>
                <a:srgbClr val="000000"/>
              </a:solidFill>
              <a:latin typeface="Arial"/>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7" name="PlaceHolder 1"/>
          <p:cNvSpPr>
            <a:spLocks noGrp="1"/>
          </p:cNvSpPr>
          <p:nvPr>
            <p:ph type="sldImg"/>
          </p:nvPr>
        </p:nvSpPr>
        <p:spPr>
          <a:xfrm>
            <a:off x="216000" y="812520"/>
            <a:ext cx="7127280" cy="4008960"/>
          </a:xfrm>
          <a:prstGeom prst="rect">
            <a:avLst/>
          </a:prstGeom>
          <a:ln w="0">
            <a:noFill/>
          </a:ln>
        </p:spPr>
      </p:sp>
      <p:sp>
        <p:nvSpPr>
          <p:cNvPr id="75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72–75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Ergebnis zuerst abfragen, dann zeigen. Alle 56 Punkte müssen erhalten bleiben. 35 treffen eine gültige DGM-Zelle; 21 liegen außerhalb der gültigen Abdeckung und erhalten NULL. NULL-Werte nicht durch 0 ersetzen und die Punkte nicht löschen.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https://geomoer.github.io/moer-bsc-geodaten/unit13/unit13-03_raster_qgis.html</a:t>
            </a:r>
            <a:endParaRPr b="0" lang="en-US" sz="2000" spc="-1" strike="noStrike">
              <a:solidFill>
                <a:srgbClr val="000000"/>
              </a:solidFill>
              <a:latin typeface="Arial"/>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9" name="PlaceHolder 1"/>
          <p:cNvSpPr>
            <a:spLocks noGrp="1"/>
          </p:cNvSpPr>
          <p:nvPr>
            <p:ph type="sldImg"/>
          </p:nvPr>
        </p:nvSpPr>
        <p:spPr>
          <a:xfrm>
            <a:off x="216000" y="812520"/>
            <a:ext cx="7127280" cy="4008960"/>
          </a:xfrm>
          <a:prstGeom prst="rect">
            <a:avLst/>
          </a:prstGeom>
          <a:ln w="0">
            <a:noFill/>
          </a:ln>
        </p:spPr>
      </p:sp>
      <p:sp>
        <p:nvSpPr>
          <p:cNvPr id="760"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75–78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Sicherstellen, dass das endgültige Ergebnis wirklich im GeoPackage liegt und hoehe_m enthält. Den Layer aus dem Browser neu laden und die temporäre Werkzeugausgabe deaktivieren. Bei technischem Scheitern ersatz/unit13_results.gpkg/gbif_mit_hoehe laden und die Ersatznutzung notieren.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https://geomoer.github.io/moer-bsc-geodaten/unit13/unit13-03_raster_qgis.html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https://geomoer.github.io/moer-bsc-geodaten/material/qgis-kernpfade.html#unit13</a:t>
            </a:r>
            <a:endParaRPr b="0" lang="en-US" sz="2000" spc="-1" strike="noStrike">
              <a:solidFill>
                <a:srgbClr val="000000"/>
              </a:solidFill>
              <a:latin typeface="Arial"/>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1" name="PlaceHolder 1"/>
          <p:cNvSpPr>
            <a:spLocks noGrp="1"/>
          </p:cNvSpPr>
          <p:nvPr>
            <p:ph type="sldImg"/>
          </p:nvPr>
        </p:nvSpPr>
        <p:spPr>
          <a:xfrm>
            <a:off x="216000" y="812520"/>
            <a:ext cx="7127280" cy="4008960"/>
          </a:xfrm>
          <a:prstGeom prst="rect">
            <a:avLst/>
          </a:prstGeom>
          <a:ln w="0">
            <a:noFill/>
          </a:ln>
        </p:spPr>
      </p:sp>
      <p:sp>
        <p:nvSpPr>
          <p:cNvPr id="76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78–81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beiden GBIF-IDs im Ergebnis suchen. Für den gültigen Fall Raster an derselben Position direkt abfragen und den ungerundeten Wert vergleichen. Der zweite Punkt belegt einen NULL-Fall. Die Werte sind im Ersatzlayer geprüft.</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https://geomoer.github.io/moer-bsc-geodaten/unit13/unit13-03_raster_qgis.html</a:t>
            </a:r>
            <a:endParaRPr b="0" lang="en-US" sz="2000" spc="-1" strike="noStrike">
              <a:solidFill>
                <a:srgbClr val="000000"/>
              </a:solidFill>
              <a:latin typeface="Arial"/>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3" name="PlaceHolder 1"/>
          <p:cNvSpPr>
            <a:spLocks noGrp="1"/>
          </p:cNvSpPr>
          <p:nvPr>
            <p:ph type="sldImg"/>
          </p:nvPr>
        </p:nvSpPr>
        <p:spPr>
          <a:xfrm>
            <a:off x="216000" y="812520"/>
            <a:ext cx="7127280" cy="4008960"/>
          </a:xfrm>
          <a:prstGeom prst="rect">
            <a:avLst/>
          </a:prstGeom>
          <a:ln w="0">
            <a:noFill/>
          </a:ln>
        </p:spPr>
      </p:sp>
      <p:sp>
        <p:nvSpPr>
          <p:cNvPr id="764"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81–82 (1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Werte beziehen sich ausschließlich auf die 35 Punkte mit gültigem Rasterwert im bereitgestellten Snapshot. Keine Aussage über alle Feuersalamander oder ihre vollständige Höhenverbreitung ableiten. Ein Median ist im Kernweg nicht vorgegeben und wird nicht erfunden.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https://geomoer.github.io/moer-bsc-geodaten/unit13/unit13-03_raster_qgis.html</a:t>
            </a:r>
            <a:endParaRPr b="0" lang="en-US" sz="2000" spc="-1" strike="noStrike">
              <a:solidFill>
                <a:srgbClr val="000000"/>
              </a:solidFill>
              <a:latin typeface="Arial"/>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5" name="PlaceHolder 1"/>
          <p:cNvSpPr>
            <a:spLocks noGrp="1"/>
          </p:cNvSpPr>
          <p:nvPr>
            <p:ph type="sldImg"/>
          </p:nvPr>
        </p:nvSpPr>
        <p:spPr>
          <a:xfrm>
            <a:off x="216000" y="812520"/>
            <a:ext cx="7127280" cy="4008960"/>
          </a:xfrm>
          <a:prstGeom prst="rect">
            <a:avLst/>
          </a:prstGeom>
          <a:ln w="0">
            <a:noFill/>
          </a:ln>
        </p:spPr>
      </p:sp>
      <p:sp>
        <p:nvSpPr>
          <p:cNvPr id="76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82–84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drei Unsicherheitsquellen sammeln. Der Rasterwert beschreibt die getroffene 10-m-Zelle, die Punktkoordinate den gemeldeten Ort mit eigener Unsicherheit. DGM-Entstehung, Mittelung, Datenstand und Gelände-/Oberflächenbezug begrenzen die Aussage zusätzlich.</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https://geomoer.github.io/moer-bsc-geodaten/unit13/unit13-03_raster_qgis.html</a:t>
            </a:r>
            <a:endParaRPr b="0" lang="en-US" sz="2000" spc="-1" strike="noStrike">
              <a:solidFill>
                <a:srgbClr val="000000"/>
              </a:solidFill>
              <a:latin typeface="Arial"/>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7" name="PlaceHolder 1"/>
          <p:cNvSpPr>
            <a:spLocks noGrp="1"/>
          </p:cNvSpPr>
          <p:nvPr>
            <p:ph type="sldImg"/>
          </p:nvPr>
        </p:nvSpPr>
        <p:spPr>
          <a:xfrm>
            <a:off x="216000" y="812520"/>
            <a:ext cx="7127280" cy="4008960"/>
          </a:xfrm>
          <a:prstGeom prst="rect">
            <a:avLst/>
          </a:prstGeom>
          <a:ln w="0">
            <a:noFill/>
          </a:ln>
        </p:spPr>
      </p:sp>
      <p:sp>
        <p:nvSpPr>
          <p:cNvPr id="76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84–85 (1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Mindestangaben sichern. DHHN2016_NH ist der Höhenbezug, EPSG:25832 der horizontale Raumbezug. Die DGM-Lücke und 21 NULL-Werte sind dokumentierte Datenmerkmale, kein Fehler, der verborgen werden soll.</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https://geomoer.github.io/moer-bsc-geodaten/unit13/unit13-03_raster_qgis.html</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https://hvbg.hessen.de/landesvermessung/geotopographie/3d-daten/digitale-gelaendemodelle</a:t>
            </a:r>
            <a:endParaRPr b="0" lang="en-US" sz="2000" spc="-1" strike="noStrike">
              <a:solidFill>
                <a:srgbClr val="000000"/>
              </a:solidFill>
              <a:latin typeface="Arial"/>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9" name="PlaceHolder 1"/>
          <p:cNvSpPr>
            <a:spLocks noGrp="1"/>
          </p:cNvSpPr>
          <p:nvPr>
            <p:ph type="sldImg"/>
          </p:nvPr>
        </p:nvSpPr>
        <p:spPr>
          <a:xfrm>
            <a:off x="216000" y="812520"/>
            <a:ext cx="7127280" cy="4008960"/>
          </a:xfrm>
          <a:prstGeom prst="rect">
            <a:avLst/>
          </a:prstGeom>
          <a:ln w="0">
            <a:noFill/>
          </a:ln>
        </p:spPr>
      </p:sp>
      <p:sp>
        <p:nvSpPr>
          <p:cNvPr id="770"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85–88 (3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Genau eine der drei Fragen auswählen und sichtbar markieren. Zwei Minuten einzeln schreiben lassen, anschließend höchstens eine knappe Antwort einsammeln. Nicht alle drei Fragen bearbeiten lassen.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https://geomoer.github.io/moer-bsc-geodaten/unit13/unit13-00_overview.html</a:t>
            </a:r>
            <a:endParaRPr b="0" lang="en-US" sz="2000" spc="-1" strike="noStrike">
              <a:solidFill>
                <a:srgbClr val="000000"/>
              </a:solidFill>
              <a:latin typeface="Arial"/>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1" name="PlaceHolder 1"/>
          <p:cNvSpPr>
            <a:spLocks noGrp="1"/>
          </p:cNvSpPr>
          <p:nvPr>
            <p:ph type="sldImg"/>
          </p:nvPr>
        </p:nvSpPr>
        <p:spPr>
          <a:xfrm>
            <a:off x="216000" y="812520"/>
            <a:ext cx="7127280" cy="4008960"/>
          </a:xfrm>
          <a:prstGeom prst="rect">
            <a:avLst/>
          </a:prstGeom>
          <a:ln w="0">
            <a:noFill/>
          </a:ln>
        </p:spPr>
      </p:sp>
      <p:sp>
        <p:nvSpPr>
          <p:cNvPr id="77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Zeitfenster: Minute 88–90 (2 Minuten).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Nur die JiTT-Aufgabe als verbindliche Nachbereitung nennen. Fragen, Frist und endgültiger Link stehen in ILIAS. Der Link auf der Kursseite ist noch ein sichtbarer Platzhalter; keinen Wert erfinden. Unit 14 kartiert nur die 35 Punkte mit gültigem hoehe_m und dokumentiert diese Einschränkung.</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https://geomoer.github.io/moer-bsc-geodaten/unit13/unit13-04_assignment.html</a:t>
            </a:r>
            <a:endParaRPr b="0" lang="en-US" sz="2000" spc="-1" strike="noStrike">
              <a:solidFill>
                <a:srgbClr val="000000"/>
              </a:solidFill>
              <a:latin typeface="Arial"/>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3" name="PlaceHolder 1"/>
          <p:cNvSpPr>
            <a:spLocks noGrp="1"/>
          </p:cNvSpPr>
          <p:nvPr>
            <p:ph type="sldImg"/>
          </p:nvPr>
        </p:nvSpPr>
        <p:spPr>
          <a:xfrm>
            <a:off x="216000" y="812520"/>
            <a:ext cx="7127280" cy="4008960"/>
          </a:xfrm>
          <a:prstGeom prst="rect">
            <a:avLst/>
          </a:prstGeom>
          <a:ln w="0">
            <a:noFill/>
          </a:ln>
        </p:spPr>
      </p:sp>
      <p:sp>
        <p:nvSpPr>
          <p:cNvPr id="774"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Reserve; nicht zusätzlich in die 90 Minuten einplanen.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Nur bei Rückfragen verwenden. Bei geändertem Gitter entstehen neue Rasterwerte. Für Kategorien ist meist nächster Nachbar geeignet; bilineare oder kubische Verfahren berechnen Zwischenwerte und passen eher zu kontinuierlichen Daten. In der Kernübung wird das DGM nicht eigenständig reprojiziert oder neu abgetastet.</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https://geomoer.github.io/moer-bsc-geodaten/unit13/unit13-02_rastereigenschaften.html</a:t>
            </a:r>
            <a:endParaRPr b="0" lang="en-US" sz="2000" spc="-1" strike="noStrike">
              <a:solidFill>
                <a:srgbClr val="000000"/>
              </a:solidFill>
              <a:latin typeface="Arial"/>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5" name="PlaceHolder 1"/>
          <p:cNvSpPr>
            <a:spLocks noGrp="1"/>
          </p:cNvSpPr>
          <p:nvPr>
            <p:ph type="sldImg"/>
          </p:nvPr>
        </p:nvSpPr>
        <p:spPr>
          <a:xfrm>
            <a:off x="216000" y="812520"/>
            <a:ext cx="7127280" cy="4008960"/>
          </a:xfrm>
          <a:prstGeom prst="rect">
            <a:avLst/>
          </a:prstGeom>
          <a:ln w="0">
            <a:noFill/>
          </a:ln>
        </p:spPr>
      </p:sp>
      <p:sp>
        <p:nvSpPr>
          <p:cNvPr id="77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Reserve; nicht zusätzlich in die 90 Minuten einplanen.</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Nur bei Bedarf zeigen. Die Folie dokumentiert Kursseiten, QGIS-Dokumentation und Datenquelle. Die Live-Erreichbarkeit externer Seiten ist für den Präsenzkern nicht erforderlich.</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https://geomoer.github.io/moer-bsc-geodaten/unit13/unit13-00_overview.html</a:t>
            </a:r>
            <a:endParaRPr b="0" lang="en-US" sz="2000" spc="-1" strike="noStrike">
              <a:solidFill>
                <a:srgbClr val="000000"/>
              </a:solidFill>
              <a:latin typeface="Arial"/>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7" name="PlaceHolder 1"/>
          <p:cNvSpPr>
            <a:spLocks noGrp="1"/>
          </p:cNvSpPr>
          <p:nvPr>
            <p:ph type="sldImg"/>
          </p:nvPr>
        </p:nvSpPr>
        <p:spPr>
          <a:xfrm>
            <a:off x="216000" y="812520"/>
            <a:ext cx="7127280" cy="4008960"/>
          </a:xfrm>
          <a:prstGeom prst="rect">
            <a:avLst/>
          </a:prstGeom>
          <a:ln w="0">
            <a:noFill/>
          </a:ln>
        </p:spPr>
      </p:sp>
      <p:sp>
        <p:nvSpPr>
          <p:cNvPr id="77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Abschluss nach der Nachbereitung; kein zusätzlicher Zeitblock.</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Die Sitzung mit dieser Folie beenden. Die Abschlussgestaltung nutzt den Kontakt-Master der universitären Vorlage sowie das originale Foto-/Kartenmotiv aus der FB19-Titelseite.</a:t>
            </a:r>
            <a:endParaRPr b="0" lang="en-US" sz="2000" spc="-1" strike="noStrike">
              <a:solidFill>
                <a:srgbClr val="000000"/>
              </a:solidFill>
              <a:latin typeface="Arial"/>
            </a:endParaRPr>
          </a:p>
          <a:p>
            <a:pPr marL="216000" indent="-216000">
              <a:buNone/>
            </a:pP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Quellen / Anschluss an die HTML-Lernumgebung: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/home/dirk/GeoMOER/moer-bsc-geodaten/docs/slides/Vorlagen/präs_ms02_powerpoint_de.pptx</a:t>
            </a:r>
            <a:endParaRPr b="0" lang="en-US" sz="2000" spc="-1" strike="noStrike">
              <a:solidFill>
                <a:srgbClr val="000000"/>
              </a:solidFill>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7.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elfoli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el und 2 Bilder">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A2159C8B-3251-42DD-B4F6-AFD0A2503AEA}" type="slidenum">
              <a:t>&lt;#&gt;</a:t>
            </a:fld>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Zwei Titel und zwei Inhalte">
    <p:spTree>
      <p:nvGrpSpPr>
        <p:cNvPr id="1" name=""/>
        <p:cNvGrpSpPr/>
        <p:nvPr/>
      </p:nvGrpSpPr>
      <p:grpSpPr>
        <a:xfrm>
          <a:off x="0" y="0"/>
          <a:ext cx="0" cy="0"/>
          <a:chOff x="0" y="0"/>
          <a:chExt cx="0" cy="0"/>
        </a:xfrm>
      </p:grpSpPr>
      <p:sp>
        <p:nvSpPr>
          <p:cNvPr id="2" name="PlaceHolder 1"/>
          <p:cNvSpPr>
            <a:spLocks noGrp="1"/>
          </p:cNvSpPr>
          <p:nvPr>
            <p:ph type="ftr" idx="3"/>
          </p:nvPr>
        </p:nvSpPr>
        <p:spPr/>
        <p:txBody>
          <a:bodyPr/>
          <a:p>
            <a:r>
              <a:t>Footer</a:t>
            </a:r>
          </a:p>
        </p:txBody>
      </p:sp>
      <p:sp>
        <p:nvSpPr>
          <p:cNvPr id="3" name="PlaceHolder 2"/>
          <p:cNvSpPr>
            <a:spLocks noGrp="1"/>
          </p:cNvSpPr>
          <p:nvPr>
            <p:ph type="sldNum" idx="4"/>
          </p:nvPr>
        </p:nvSpPr>
        <p:spPr/>
        <p:txBody>
          <a:bodyPr/>
          <a:p>
            <a:fld id="{8D9C25EC-1FC6-4F21-BF1C-DB2CE91685D8}" type="slidenum">
              <a:t>&lt;#&gt;</a:t>
            </a:fld>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Editorial">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6D1A59E5-9EAC-46C9-86C3-031220C05319}" type="slidenum">
              <a:t>&lt;#&gt;</a:t>
            </a:fld>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Nur Titel">
    <p:spTree>
      <p:nvGrpSpPr>
        <p:cNvPr id="1" name=""/>
        <p:cNvGrpSpPr/>
        <p:nvPr/>
      </p:nvGrpSpPr>
      <p:grpSpPr>
        <a:xfrm>
          <a:off x="0" y="0"/>
          <a:ext cx="0" cy="0"/>
          <a:chOff x="0" y="0"/>
          <a:chExt cx="0" cy="0"/>
        </a:xfrm>
      </p:grpSpPr>
      <p:sp>
        <p:nvSpPr>
          <p:cNvPr id="25" name="PlaceHolder 1"/>
          <p:cNvSpPr>
            <a:spLocks noGrp="1"/>
          </p:cNvSpPr>
          <p:nvPr>
            <p:ph type="title"/>
          </p:nvPr>
        </p:nvSpPr>
        <p:spPr>
          <a:xfrm>
            <a:off x="334800" y="339120"/>
            <a:ext cx="6164640" cy="6150240"/>
          </a:xfrm>
          <a:prstGeom prst="rect">
            <a:avLst/>
          </a:prstGeom>
          <a:noFill/>
          <a:ln w="0">
            <a:noFill/>
          </a:ln>
        </p:spPr>
        <p:txBody>
          <a:bodyPr lIns="0" rIns="0" tIns="0" bIns="0" anchor="ctr">
            <a:noAutofit/>
          </a:bodyPr>
          <a:p>
            <a:pPr indent="0">
              <a:buNone/>
            </a:pPr>
            <a:endParaRPr b="0" lang="de-DE" sz="1800" spc="-1" strike="noStrike">
              <a:solidFill>
                <a:schemeClr val="dk1"/>
              </a:solidFill>
              <a:latin typeface="Noto Sans"/>
            </a:endParaRPr>
          </a:p>
        </p:txBody>
      </p:sp>
      <p:sp>
        <p:nvSpPr>
          <p:cNvPr id="3" name="PlaceHolder 2"/>
          <p:cNvSpPr>
            <a:spLocks noGrp="1"/>
          </p:cNvSpPr>
          <p:nvPr>
            <p:ph type="ftr" idx="7"/>
          </p:nvPr>
        </p:nvSpPr>
        <p:spPr/>
        <p:txBody>
          <a:bodyPr/>
          <a:p>
            <a:r>
              <a:t>Footer</a:t>
            </a:r>
          </a:p>
        </p:txBody>
      </p:sp>
      <p:sp>
        <p:nvSpPr>
          <p:cNvPr id="4" name="PlaceHolder 3"/>
          <p:cNvSpPr>
            <a:spLocks noGrp="1"/>
          </p:cNvSpPr>
          <p:nvPr>
            <p:ph type="sldNum" idx="8"/>
          </p:nvPr>
        </p:nvSpPr>
        <p:spPr/>
        <p:txBody>
          <a:bodyPr/>
          <a:p>
            <a:fld id="{97B586BE-58EC-455F-AA18-CA1E1E80CB6D}" type="slidenum">
              <a:t>&lt;#&gt;</a:t>
            </a:fld>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Vollbild">
    <p:spTree>
      <p:nvGrpSpPr>
        <p:cNvPr id="1" name=""/>
        <p:cNvGrpSpPr/>
        <p:nvPr/>
      </p:nvGrpSpPr>
      <p:grpSpPr>
        <a:xfrm>
          <a:off x="0" y="0"/>
          <a:ext cx="0" cy="0"/>
          <a:chOff x="0" y="0"/>
          <a:chExt cx="0" cy="0"/>
        </a:xfrm>
      </p:grpSpPr>
      <p:sp>
        <p:nvSpPr>
          <p:cNvPr id="2" name="PlaceHolder 1"/>
          <p:cNvSpPr>
            <a:spLocks noGrp="1"/>
          </p:cNvSpPr>
          <p:nvPr>
            <p:ph type="ftr" idx="9"/>
          </p:nvPr>
        </p:nvSpPr>
        <p:spPr/>
        <p:txBody>
          <a:bodyPr/>
          <a:p>
            <a:r>
              <a:t>Footer</a:t>
            </a:r>
          </a:p>
        </p:txBody>
      </p:sp>
      <p:sp>
        <p:nvSpPr>
          <p:cNvPr id="3" name="PlaceHolder 2"/>
          <p:cNvSpPr>
            <a:spLocks noGrp="1"/>
          </p:cNvSpPr>
          <p:nvPr>
            <p:ph type="sldNum" idx="10"/>
          </p:nvPr>
        </p:nvSpPr>
        <p:spPr/>
        <p:txBody>
          <a:bodyPr/>
          <a:p>
            <a:fld id="{3979FEDD-2E9B-450F-B2BC-8FAB322EAACD}" type="slidenum">
              <a:t>&lt;#&gt;</a:t>
            </a:fld>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Leer">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p>
            <a:r>
              <a:t>Footer</a:t>
            </a:r>
          </a:p>
        </p:txBody>
      </p:sp>
      <p:sp>
        <p:nvSpPr>
          <p:cNvPr id="3" name="PlaceHolder 2"/>
          <p:cNvSpPr>
            <a:spLocks noGrp="1"/>
          </p:cNvSpPr>
          <p:nvPr>
            <p:ph type="sldNum" idx="12"/>
          </p:nvPr>
        </p:nvSpPr>
        <p:spPr/>
        <p:txBody>
          <a:bodyPr/>
          <a:p>
            <a:fld id="{902E00B1-230B-4709-BC7F-8E3C8EC5A170}" type="slidenum">
              <a:t>&lt;#&gt;</a:t>
            </a:fld>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Kontakt">
    <p:spTree>
      <p:nvGrpSpPr>
        <p:cNvPr id="1" name=""/>
        <p:cNvGrpSpPr/>
        <p:nvPr/>
      </p:nvGrpSpPr>
      <p:grpSpPr>
        <a:xfrm>
          <a:off x="0" y="0"/>
          <a:ext cx="0" cy="0"/>
          <a:chOff x="0" y="0"/>
          <a:chExt cx="0" cy="0"/>
        </a:xfrm>
      </p:grpSpPr>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Kontakt mit Bild">
    <p:spTree>
      <p:nvGrpSpPr>
        <p:cNvPr id="1" name=""/>
        <p:cNvGrpSpPr/>
        <p:nvPr/>
      </p:nvGrpSpPr>
      <p:grpSpPr>
        <a:xfrm>
          <a:off x="0" y="0"/>
          <a:ext cx="0" cy="0"/>
          <a:chOff x="0" y="0"/>
          <a:chExt cx="0" cy="0"/>
        </a:xfrm>
      </p:grpSpPr>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elfolie mit Bild A">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elfolie mit Bild B">
    <p:spTree>
      <p:nvGrpSpPr>
        <p:cNvPr id="1" name=""/>
        <p:cNvGrpSpPr/>
        <p:nvPr/>
      </p:nvGrpSpPr>
      <p:grpSpPr>
        <a:xfrm>
          <a:off x="0" y="0"/>
          <a:ext cx="0" cy="0"/>
          <a:chOff x="0" y="0"/>
          <a:chExt cx="0" cy="0"/>
        </a:xfrm>
      </p:grpSpPr>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Agenda">
    <p:spTree>
      <p:nvGrpSpPr>
        <p:cNvPr id="1" name=""/>
        <p:cNvGrpSpPr/>
        <p:nvPr/>
      </p:nvGrpSpPr>
      <p:grpSpPr>
        <a:xfrm>
          <a:off x="0" y="0"/>
          <a:ext cx="0" cy="0"/>
          <a:chOff x="0" y="0"/>
          <a:chExt cx="0" cy="0"/>
        </a:xfrm>
      </p:grpSpPr>
      <p:sp>
        <p:nvSpPr>
          <p:cNvPr id="54" name="PlaceHolder 1"/>
          <p:cNvSpPr>
            <a:spLocks noGrp="1"/>
          </p:cNvSpPr>
          <p:nvPr>
            <p:ph type="title"/>
          </p:nvPr>
        </p:nvSpPr>
        <p:spPr>
          <a:xfrm>
            <a:off x="334800" y="339120"/>
            <a:ext cx="6164640" cy="6150240"/>
          </a:xfrm>
          <a:prstGeom prst="rect">
            <a:avLst/>
          </a:prstGeom>
          <a:noFill/>
          <a:ln w="0">
            <a:noFill/>
          </a:ln>
        </p:spPr>
        <p:txBody>
          <a:bodyPr lIns="0" rIns="0" tIns="0" bIns="0" anchor="ctr">
            <a:noAutofit/>
          </a:bodyPr>
          <a:p>
            <a:pPr indent="0">
              <a:buNone/>
            </a:pPr>
            <a:endParaRPr b="0" lang="de-DE" sz="1800" spc="-1" strike="noStrike">
              <a:solidFill>
                <a:schemeClr val="dk1"/>
              </a:solidFill>
              <a:latin typeface="Noto Sans"/>
            </a:endParaRPr>
          </a:p>
        </p:txBody>
      </p:sp>
      <p:sp>
        <p:nvSpPr>
          <p:cNvPr id="55"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lnSpc>
                <a:spcPct val="120000"/>
              </a:lnSpc>
              <a:spcBef>
                <a:spcPts val="1417"/>
              </a:spcBef>
              <a:buNone/>
            </a:pPr>
            <a:endParaRPr b="0" lang="de-DE" sz="1400" spc="-1" strike="noStrike">
              <a:solidFill>
                <a:schemeClr val="dk1"/>
              </a:solidFill>
              <a:latin typeface="Noto Sans"/>
            </a:endParaRPr>
          </a:p>
        </p:txBody>
      </p:sp>
      <p:sp>
        <p:nvSpPr>
          <p:cNvPr id="4" name="PlaceHolder 3"/>
          <p:cNvSpPr>
            <a:spLocks noGrp="1"/>
          </p:cNvSpPr>
          <p:nvPr>
            <p:ph type="ftr" idx="13"/>
          </p:nvPr>
        </p:nvSpPr>
        <p:spPr/>
        <p:txBody>
          <a:bodyPr/>
          <a:p>
            <a:r>
              <a:t>Footer</a:t>
            </a:r>
          </a:p>
        </p:txBody>
      </p:sp>
      <p:sp>
        <p:nvSpPr>
          <p:cNvPr id="5" name="PlaceHolder 4"/>
          <p:cNvSpPr>
            <a:spLocks noGrp="1"/>
          </p:cNvSpPr>
          <p:nvPr>
            <p:ph type="sldNum" idx="14"/>
          </p:nvPr>
        </p:nvSpPr>
        <p:spPr/>
        <p:txBody>
          <a:bodyPr/>
          <a:p>
            <a:fld id="{DC4C0FB2-F33E-4D49-9E54-37B9DA45E3C5}" type="slidenum">
              <a:t>&lt;#&gt;</a:t>
            </a:fld>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Kapiteltrenner">
    <p:spTree>
      <p:nvGrpSpPr>
        <p:cNvPr id="1" name=""/>
        <p:cNvGrpSpPr/>
        <p:nvPr/>
      </p:nvGrpSpPr>
      <p:grpSpPr>
        <a:xfrm>
          <a:off x="0" y="0"/>
          <a:ext cx="0" cy="0"/>
          <a:chOff x="0" y="0"/>
          <a:chExt cx="0" cy="0"/>
        </a:xfrm>
      </p:grpSpPr>
      <p:sp>
        <p:nvSpPr>
          <p:cNvPr id="60" name="PlaceHolder 1"/>
          <p:cNvSpPr>
            <a:spLocks noGrp="1"/>
          </p:cNvSpPr>
          <p:nvPr>
            <p:ph type="title"/>
          </p:nvPr>
        </p:nvSpPr>
        <p:spPr>
          <a:xfrm>
            <a:off x="334800" y="339120"/>
            <a:ext cx="6164640" cy="6150240"/>
          </a:xfrm>
          <a:prstGeom prst="rect">
            <a:avLst/>
          </a:prstGeom>
          <a:noFill/>
          <a:ln w="0">
            <a:noFill/>
          </a:ln>
        </p:spPr>
        <p:txBody>
          <a:bodyPr lIns="0" rIns="0" tIns="0" bIns="0" anchor="ctr">
            <a:noAutofit/>
          </a:bodyPr>
          <a:p>
            <a:pPr indent="0">
              <a:buNone/>
            </a:pPr>
            <a:endParaRPr b="0" lang="de-DE" sz="1800" spc="-1" strike="noStrike">
              <a:solidFill>
                <a:schemeClr val="dk1"/>
              </a:solidFill>
              <a:latin typeface="Noto Sans"/>
            </a:endParaRPr>
          </a:p>
        </p:txBody>
      </p:sp>
      <p:sp>
        <p:nvSpPr>
          <p:cNvPr id="3" name="PlaceHolder 2"/>
          <p:cNvSpPr>
            <a:spLocks noGrp="1"/>
          </p:cNvSpPr>
          <p:nvPr>
            <p:ph type="ftr" idx="15"/>
          </p:nvPr>
        </p:nvSpPr>
        <p:spPr/>
        <p:txBody>
          <a:bodyPr/>
          <a:p>
            <a:r>
              <a:t>Footer</a:t>
            </a:r>
          </a:p>
        </p:txBody>
      </p:sp>
      <p:sp>
        <p:nvSpPr>
          <p:cNvPr id="4" name="PlaceHolder 3"/>
          <p:cNvSpPr>
            <a:spLocks noGrp="1"/>
          </p:cNvSpPr>
          <p:nvPr>
            <p:ph type="sldNum" idx="16"/>
          </p:nvPr>
        </p:nvSpPr>
        <p:spPr/>
        <p:txBody>
          <a:bodyPr/>
          <a:p>
            <a:fld id="{6999C749-125E-45A9-BCC9-5D71B65E2CCD}" type="slidenum">
              <a:t>&lt;#&gt;</a:t>
            </a:fld>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Kapiteltrenner mit Bild">
    <p:spTree>
      <p:nvGrpSpPr>
        <p:cNvPr id="1" name=""/>
        <p:cNvGrpSpPr/>
        <p:nvPr/>
      </p:nvGrpSpPr>
      <p:grpSpPr>
        <a:xfrm>
          <a:off x="0" y="0"/>
          <a:ext cx="0" cy="0"/>
          <a:chOff x="0" y="0"/>
          <a:chExt cx="0" cy="0"/>
        </a:xfrm>
      </p:grpSpPr>
      <p:sp>
        <p:nvSpPr>
          <p:cNvPr id="2" name="PlaceHolder 1"/>
          <p:cNvSpPr>
            <a:spLocks noGrp="1"/>
          </p:cNvSpPr>
          <p:nvPr>
            <p:ph type="ftr" idx="17"/>
          </p:nvPr>
        </p:nvSpPr>
        <p:spPr/>
        <p:txBody>
          <a:bodyPr/>
          <a:p>
            <a:r>
              <a:t>Footer</a:t>
            </a:r>
          </a:p>
        </p:txBody>
      </p:sp>
      <p:sp>
        <p:nvSpPr>
          <p:cNvPr id="3" name="PlaceHolder 2"/>
          <p:cNvSpPr>
            <a:spLocks noGrp="1"/>
          </p:cNvSpPr>
          <p:nvPr>
            <p:ph type="sldNum" idx="18"/>
          </p:nvPr>
        </p:nvSpPr>
        <p:spPr/>
        <p:txBody>
          <a:bodyPr/>
          <a:p>
            <a:fld id="{350A06C5-58D2-4B20-A77B-9701347391D9}" type="slidenum">
              <a:t>&lt;#&gt;</a:t>
            </a:fld>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el und Inhalt">
    <p:spTree>
      <p:nvGrpSpPr>
        <p:cNvPr id="1" name=""/>
        <p:cNvGrpSpPr/>
        <p:nvPr/>
      </p:nvGrpSpPr>
      <p:grpSpPr>
        <a:xfrm>
          <a:off x="0" y="0"/>
          <a:ext cx="0" cy="0"/>
          <a:chOff x="0" y="0"/>
          <a:chExt cx="0" cy="0"/>
        </a:xfrm>
      </p:grpSpPr>
      <p:sp>
        <p:nvSpPr>
          <p:cNvPr id="70" name="PlaceHolder 1"/>
          <p:cNvSpPr>
            <a:spLocks noGrp="1"/>
          </p:cNvSpPr>
          <p:nvPr>
            <p:ph type="title"/>
          </p:nvPr>
        </p:nvSpPr>
        <p:spPr>
          <a:xfrm>
            <a:off x="334800" y="339120"/>
            <a:ext cx="6164640" cy="6150240"/>
          </a:xfrm>
          <a:prstGeom prst="rect">
            <a:avLst/>
          </a:prstGeom>
          <a:noFill/>
          <a:ln w="0">
            <a:noFill/>
          </a:ln>
        </p:spPr>
        <p:txBody>
          <a:bodyPr lIns="0" rIns="0" tIns="0" bIns="0" anchor="ctr">
            <a:noAutofit/>
          </a:bodyPr>
          <a:p>
            <a:pPr indent="0">
              <a:buNone/>
            </a:pPr>
            <a:endParaRPr b="0" lang="de-DE" sz="1800" spc="-1" strike="noStrike">
              <a:solidFill>
                <a:schemeClr val="dk1"/>
              </a:solidFill>
              <a:latin typeface="Noto Sans"/>
            </a:endParaRPr>
          </a:p>
        </p:txBody>
      </p:sp>
      <p:sp>
        <p:nvSpPr>
          <p:cNvPr id="71"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lnSpc>
                <a:spcPct val="120000"/>
              </a:lnSpc>
              <a:spcBef>
                <a:spcPts val="1417"/>
              </a:spcBef>
              <a:buNone/>
            </a:pPr>
            <a:endParaRPr b="0" lang="de-DE" sz="1400" spc="-1" strike="noStrike">
              <a:solidFill>
                <a:schemeClr val="dk1"/>
              </a:solidFill>
              <a:latin typeface="Noto Sans"/>
            </a:endParaRPr>
          </a:p>
        </p:txBody>
      </p:sp>
      <p:sp>
        <p:nvSpPr>
          <p:cNvPr id="4" name="PlaceHolder 3"/>
          <p:cNvSpPr>
            <a:spLocks noGrp="1"/>
          </p:cNvSpPr>
          <p:nvPr>
            <p:ph type="ftr" idx="19"/>
          </p:nvPr>
        </p:nvSpPr>
        <p:spPr/>
        <p:txBody>
          <a:bodyPr/>
          <a:p>
            <a:r>
              <a:t>Footer</a:t>
            </a:r>
          </a:p>
        </p:txBody>
      </p:sp>
      <p:sp>
        <p:nvSpPr>
          <p:cNvPr id="5" name="PlaceHolder 4"/>
          <p:cNvSpPr>
            <a:spLocks noGrp="1"/>
          </p:cNvSpPr>
          <p:nvPr>
            <p:ph type="sldNum" idx="20"/>
          </p:nvPr>
        </p:nvSpPr>
        <p:spPr/>
        <p:txBody>
          <a:bodyPr/>
          <a:p>
            <a:fld id="{389D7FFC-B14C-4766-8F15-6FCC48E3E551}" type="slidenum">
              <a:t>&lt;#&gt;</a:t>
            </a:fld>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el und Inhalt">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p>
            <a:r>
              <a:t>Footer</a:t>
            </a:r>
          </a:p>
        </p:txBody>
      </p:sp>
      <p:sp>
        <p:nvSpPr>
          <p:cNvPr id="3" name="PlaceHolder 2"/>
          <p:cNvSpPr>
            <a:spLocks noGrp="1"/>
          </p:cNvSpPr>
          <p:nvPr>
            <p:ph type="sldNum" idx="20"/>
          </p:nvPr>
        </p:nvSpPr>
        <p:spPr/>
        <p:txBody>
          <a:bodyPr/>
          <a:p>
            <a:fld id="{147904F7-7A57-4467-8325-B149FF006920}" type="slidenum">
              <a:t>&lt;#&gt;</a:t>
            </a:fld>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el und zwei Inhalte">
    <p:spTree>
      <p:nvGrpSpPr>
        <p:cNvPr id="1" name=""/>
        <p:cNvGrpSpPr/>
        <p:nvPr/>
      </p:nvGrpSpPr>
      <p:grpSpPr>
        <a:xfrm>
          <a:off x="0" y="0"/>
          <a:ext cx="0" cy="0"/>
          <a:chOff x="0" y="0"/>
          <a:chExt cx="0" cy="0"/>
        </a:xfrm>
      </p:grpSpPr>
      <p:sp>
        <p:nvSpPr>
          <p:cNvPr id="77" name="PlaceHolder 1"/>
          <p:cNvSpPr>
            <a:spLocks noGrp="1"/>
          </p:cNvSpPr>
          <p:nvPr>
            <p:ph type="title"/>
          </p:nvPr>
        </p:nvSpPr>
        <p:spPr>
          <a:xfrm>
            <a:off x="334800" y="339120"/>
            <a:ext cx="6164640" cy="6150240"/>
          </a:xfrm>
          <a:prstGeom prst="rect">
            <a:avLst/>
          </a:prstGeom>
          <a:noFill/>
          <a:ln w="0">
            <a:noFill/>
          </a:ln>
        </p:spPr>
        <p:txBody>
          <a:bodyPr lIns="0" rIns="0" tIns="0" bIns="0" anchor="ctr">
            <a:noAutofit/>
          </a:bodyPr>
          <a:p>
            <a:pPr indent="0">
              <a:buNone/>
            </a:pPr>
            <a:endParaRPr b="0" lang="de-DE" sz="1800" spc="-1" strike="noStrike">
              <a:solidFill>
                <a:schemeClr val="dk1"/>
              </a:solidFill>
              <a:latin typeface="Noto Sans"/>
            </a:endParaRPr>
          </a:p>
        </p:txBody>
      </p:sp>
      <p:sp>
        <p:nvSpPr>
          <p:cNvPr id="78"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lnSpc>
                <a:spcPct val="120000"/>
              </a:lnSpc>
              <a:spcBef>
                <a:spcPts val="1417"/>
              </a:spcBef>
              <a:buNone/>
            </a:pPr>
            <a:endParaRPr b="0" lang="de-DE" sz="1400" spc="-1" strike="noStrike">
              <a:solidFill>
                <a:schemeClr val="dk1"/>
              </a:solidFill>
              <a:latin typeface="Noto Sans"/>
            </a:endParaRPr>
          </a:p>
        </p:txBody>
      </p:sp>
      <p:sp>
        <p:nvSpPr>
          <p:cNvPr id="4" name="PlaceHolder 3"/>
          <p:cNvSpPr>
            <a:spLocks noGrp="1"/>
          </p:cNvSpPr>
          <p:nvPr>
            <p:ph type="ftr" idx="21"/>
          </p:nvPr>
        </p:nvSpPr>
        <p:spPr/>
        <p:txBody>
          <a:bodyPr/>
          <a:p>
            <a:r>
              <a:t>Footer</a:t>
            </a:r>
          </a:p>
        </p:txBody>
      </p:sp>
      <p:sp>
        <p:nvSpPr>
          <p:cNvPr id="5" name="PlaceHolder 4"/>
          <p:cNvSpPr>
            <a:spLocks noGrp="1"/>
          </p:cNvSpPr>
          <p:nvPr>
            <p:ph type="sldNum" idx="22"/>
          </p:nvPr>
        </p:nvSpPr>
        <p:spPr/>
        <p:txBody>
          <a:bodyPr/>
          <a:p>
            <a:fld id="{73693EB1-1419-4742-811A-4BAF973A52BF}" type="slidenum">
              <a:t>&lt;#&gt;</a:t>
            </a:fld>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el, Inhalt und Bild">
    <p:spTree>
      <p:nvGrpSpPr>
        <p:cNvPr id="1" name=""/>
        <p:cNvGrpSpPr/>
        <p:nvPr/>
      </p:nvGrpSpPr>
      <p:grpSpPr>
        <a:xfrm>
          <a:off x="0" y="0"/>
          <a:ext cx="0" cy="0"/>
          <a:chOff x="0" y="0"/>
          <a:chExt cx="0" cy="0"/>
        </a:xfrm>
      </p:grpSpPr>
      <p:sp>
        <p:nvSpPr>
          <p:cNvPr id="2" name="PlaceHolder 1"/>
          <p:cNvSpPr>
            <a:spLocks noGrp="1"/>
          </p:cNvSpPr>
          <p:nvPr>
            <p:ph type="ftr" idx="23"/>
          </p:nvPr>
        </p:nvSpPr>
        <p:spPr/>
        <p:txBody>
          <a:bodyPr/>
          <a:p>
            <a:r>
              <a:t>Footer</a:t>
            </a:r>
          </a:p>
        </p:txBody>
      </p:sp>
      <p:sp>
        <p:nvSpPr>
          <p:cNvPr id="3" name="PlaceHolder 2"/>
          <p:cNvSpPr>
            <a:spLocks noGrp="1"/>
          </p:cNvSpPr>
          <p:nvPr>
            <p:ph type="sldNum" idx="24"/>
          </p:nvPr>
        </p:nvSpPr>
        <p:spPr/>
        <p:txBody>
          <a:bodyPr/>
          <a:p>
            <a:fld id="{B6298E66-823A-42FF-8FE2-AE455DA991AD}"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5.xml"/><Relationship Id="rId3" Type="http://schemas.openxmlformats.org/officeDocument/2006/relationships/slideLayout" Target="../slideLayouts/slideLayout16.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7.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1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1"/>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762440" y="2187000"/>
            <a:ext cx="6662520" cy="2003760"/>
          </a:xfrm>
          <a:prstGeom prst="rect">
            <a:avLst/>
          </a:prstGeom>
          <a:noFill/>
          <a:ln w="0">
            <a:noFill/>
          </a:ln>
        </p:spPr>
        <p:txBody>
          <a:bodyPr lIns="0" rIns="0" tIns="0" bIns="0" anchor="t">
            <a:noAutofit/>
          </a:bodyPr>
          <a:p>
            <a:pPr indent="0" defTabSz="914400">
              <a:lnSpc>
                <a:spcPct val="100000"/>
              </a:lnSpc>
              <a:buNone/>
            </a:pPr>
            <a:r>
              <a:rPr b="0" lang="de-DE" sz="4200" spc="-1" strike="noStrike">
                <a:solidFill>
                  <a:schemeClr val="lt1"/>
                </a:solidFill>
                <a:latin typeface="Noto Sans"/>
              </a:rPr>
              <a:t>Mastertitelformat bearbeiten</a:t>
            </a:r>
            <a:endParaRPr b="0" lang="de-DE" sz="4200" spc="-1" strike="noStrike">
              <a:solidFill>
                <a:schemeClr val="dk1"/>
              </a:solidFill>
              <a:latin typeface="Noto Sans"/>
            </a:endParaRPr>
          </a:p>
        </p:txBody>
      </p:sp>
      <p:sp>
        <p:nvSpPr>
          <p:cNvPr id="1" name="PlaceHolder 2"/>
          <p:cNvSpPr>
            <a:spLocks noGrp="1"/>
          </p:cNvSpPr>
          <p:nvPr>
            <p:ph type="body"/>
          </p:nvPr>
        </p:nvSpPr>
        <p:spPr>
          <a:xfrm>
            <a:off x="4762440" y="5524560"/>
            <a:ext cx="6662520" cy="815040"/>
          </a:xfrm>
          <a:prstGeom prst="rect">
            <a:avLst/>
          </a:prstGeom>
          <a:noFill/>
          <a:ln w="0">
            <a:noFill/>
          </a:ln>
        </p:spPr>
        <p:txBody>
          <a:bodyPr lIns="0" rIns="0" tIns="0" bIns="0" anchor="b">
            <a:noAutofit/>
          </a:bodyPr>
          <a:p>
            <a:pPr indent="0" defTabSz="914400">
              <a:lnSpc>
                <a:spcPct val="120000"/>
              </a:lnSpc>
              <a:spcBef>
                <a:spcPts val="400"/>
              </a:spcBef>
              <a:buNone/>
              <a:tabLst>
                <a:tab algn="l" pos="0"/>
              </a:tabLst>
            </a:pPr>
            <a:r>
              <a:rPr b="0" lang="de-DE" sz="1200" spc="-1" strike="noStrike">
                <a:solidFill>
                  <a:schemeClr val="lt1"/>
                </a:solidFill>
                <a:latin typeface="Noto Sans"/>
              </a:rPr>
              <a:t>Mastertextformat bearbeiten</a:t>
            </a:r>
            <a:endParaRPr b="0" lang="de-DE" sz="1200" spc="-1" strike="noStrike">
              <a:solidFill>
                <a:schemeClr val="dk1"/>
              </a:solidFill>
              <a:latin typeface="Noto Sans"/>
            </a:endParaRPr>
          </a:p>
        </p:txBody>
      </p:sp>
      <p:sp>
        <p:nvSpPr>
          <p:cNvPr id="2" name="Freihandform: Form 11"/>
          <p:cNvSpPr/>
          <p:nvPr/>
        </p:nvSpPr>
        <p:spPr>
          <a:xfrm>
            <a:off x="10878120" y="335880"/>
            <a:ext cx="982800" cy="1382040"/>
          </a:xfrm>
          <a:custGeom>
            <a:avLst/>
            <a:gdLst>
              <a:gd name="textAreaLeft" fmla="*/ 0 w 982800"/>
              <a:gd name="textAreaRight" fmla="*/ 983160 w 982800"/>
              <a:gd name="textAreaTop" fmla="*/ 0 h 1382040"/>
              <a:gd name="textAreaBottom" fmla="*/ 1382400 h 1382040"/>
            </a:gdLst>
            <a:ahLst/>
            <a:rect l="textAreaLeft" t="textAreaTop" r="textAreaRight" b="textAreaBottom"/>
            <a:pathLst>
              <a:path w="1156206" h="1625685">
                <a:moveTo>
                  <a:pt x="260996" y="1521843"/>
                </a:moveTo>
                <a:lnTo>
                  <a:pt x="248775" y="1522272"/>
                </a:lnTo>
                <a:cubicBezTo>
                  <a:pt x="238659" y="1522548"/>
                  <a:pt x="231630" y="1524377"/>
                  <a:pt x="227706" y="1527739"/>
                </a:cubicBezTo>
                <a:cubicBezTo>
                  <a:pt x="223781" y="1531121"/>
                  <a:pt x="221810" y="1535540"/>
                  <a:pt x="221810" y="1541008"/>
                </a:cubicBezTo>
                <a:cubicBezTo>
                  <a:pt x="221810" y="1545789"/>
                  <a:pt x="223219" y="1549199"/>
                  <a:pt x="226029" y="1551228"/>
                </a:cubicBezTo>
                <a:cubicBezTo>
                  <a:pt x="228839" y="1553266"/>
                  <a:pt x="232487" y="1554276"/>
                  <a:pt x="236983" y="1554276"/>
                </a:cubicBezTo>
                <a:cubicBezTo>
                  <a:pt x="243717" y="1554276"/>
                  <a:pt x="249413" y="1552285"/>
                  <a:pt x="254033" y="1548275"/>
                </a:cubicBezTo>
                <a:cubicBezTo>
                  <a:pt x="258681" y="1544284"/>
                  <a:pt x="260996" y="1538626"/>
                  <a:pt x="260996" y="1531321"/>
                </a:cubicBezTo>
                <a:close/>
                <a:moveTo>
                  <a:pt x="832448" y="1483515"/>
                </a:moveTo>
                <a:cubicBezTo>
                  <a:pt x="817703" y="1483515"/>
                  <a:pt x="810331" y="1495107"/>
                  <a:pt x="810331" y="1518262"/>
                </a:cubicBezTo>
                <a:cubicBezTo>
                  <a:pt x="810331" y="1541160"/>
                  <a:pt x="817846" y="1552599"/>
                  <a:pt x="832876" y="1552599"/>
                </a:cubicBezTo>
                <a:cubicBezTo>
                  <a:pt x="840868" y="1552599"/>
                  <a:pt x="846792" y="1550313"/>
                  <a:pt x="850669" y="1545760"/>
                </a:cubicBezTo>
                <a:cubicBezTo>
                  <a:pt x="854527" y="1541198"/>
                  <a:pt x="856460" y="1533226"/>
                  <a:pt x="856460" y="1521843"/>
                </a:cubicBezTo>
                <a:lnTo>
                  <a:pt x="856460" y="1518052"/>
                </a:lnTo>
                <a:cubicBezTo>
                  <a:pt x="856460" y="1505698"/>
                  <a:pt x="854565" y="1496850"/>
                  <a:pt x="850774" y="1491516"/>
                </a:cubicBezTo>
                <a:cubicBezTo>
                  <a:pt x="846983" y="1486172"/>
                  <a:pt x="840868" y="1483515"/>
                  <a:pt x="832448" y="1483515"/>
                </a:cubicBezTo>
                <a:close/>
                <a:moveTo>
                  <a:pt x="473948" y="1483086"/>
                </a:moveTo>
                <a:cubicBezTo>
                  <a:pt x="465804" y="1483086"/>
                  <a:pt x="460079" y="1485620"/>
                  <a:pt x="456793" y="1490678"/>
                </a:cubicBezTo>
                <a:cubicBezTo>
                  <a:pt x="453479" y="1495716"/>
                  <a:pt x="451697" y="1503450"/>
                  <a:pt x="451402" y="1513842"/>
                </a:cubicBezTo>
                <a:lnTo>
                  <a:pt x="451402" y="1517214"/>
                </a:lnTo>
                <a:cubicBezTo>
                  <a:pt x="451402" y="1528301"/>
                  <a:pt x="453069" y="1536845"/>
                  <a:pt x="456365" y="1542808"/>
                </a:cubicBezTo>
                <a:cubicBezTo>
                  <a:pt x="459670" y="1548770"/>
                  <a:pt x="465671" y="1551752"/>
                  <a:pt x="474376" y="1551752"/>
                </a:cubicBezTo>
                <a:cubicBezTo>
                  <a:pt x="480825" y="1551752"/>
                  <a:pt x="485968" y="1548770"/>
                  <a:pt x="489750" y="1542808"/>
                </a:cubicBezTo>
                <a:cubicBezTo>
                  <a:pt x="493541" y="1536845"/>
                  <a:pt x="495446" y="1528235"/>
                  <a:pt x="495446" y="1517014"/>
                </a:cubicBezTo>
                <a:cubicBezTo>
                  <a:pt x="495446" y="1505765"/>
                  <a:pt x="493503" y="1497316"/>
                  <a:pt x="489645" y="1491620"/>
                </a:cubicBezTo>
                <a:cubicBezTo>
                  <a:pt x="485778" y="1485934"/>
                  <a:pt x="480549" y="1483086"/>
                  <a:pt x="473948" y="1483086"/>
                </a:cubicBezTo>
                <a:close/>
                <a:moveTo>
                  <a:pt x="552733" y="1460134"/>
                </a:moveTo>
                <a:lnTo>
                  <a:pt x="584118" y="1460134"/>
                </a:lnTo>
                <a:lnTo>
                  <a:pt x="584118" y="1527333"/>
                </a:lnTo>
                <a:cubicBezTo>
                  <a:pt x="584118" y="1535467"/>
                  <a:pt x="585594" y="1541639"/>
                  <a:pt x="588537" y="1545859"/>
                </a:cubicBezTo>
                <a:cubicBezTo>
                  <a:pt x="591490" y="1550078"/>
                  <a:pt x="596186" y="1552183"/>
                  <a:pt x="602644" y="1552183"/>
                </a:cubicBezTo>
                <a:cubicBezTo>
                  <a:pt x="612198" y="1552183"/>
                  <a:pt x="618722" y="1548907"/>
                  <a:pt x="622237" y="1542382"/>
                </a:cubicBezTo>
                <a:cubicBezTo>
                  <a:pt x="625733" y="1535848"/>
                  <a:pt x="627504" y="1526475"/>
                  <a:pt x="627504" y="1514264"/>
                </a:cubicBezTo>
                <a:lnTo>
                  <a:pt x="627504" y="1460134"/>
                </a:lnTo>
                <a:lnTo>
                  <a:pt x="658889" y="1460134"/>
                </a:lnTo>
                <a:lnTo>
                  <a:pt x="658889" y="1575138"/>
                </a:lnTo>
                <a:lnTo>
                  <a:pt x="634877" y="1575138"/>
                </a:lnTo>
                <a:lnTo>
                  <a:pt x="630657" y="1560394"/>
                </a:lnTo>
                <a:lnTo>
                  <a:pt x="628981" y="1560394"/>
                </a:lnTo>
                <a:cubicBezTo>
                  <a:pt x="625323" y="1566290"/>
                  <a:pt x="620303" y="1570576"/>
                  <a:pt x="613912" y="1573234"/>
                </a:cubicBezTo>
                <a:cubicBezTo>
                  <a:pt x="607511" y="1575910"/>
                  <a:pt x="600749" y="1577243"/>
                  <a:pt x="593576" y="1577243"/>
                </a:cubicBezTo>
                <a:cubicBezTo>
                  <a:pt x="581241" y="1577243"/>
                  <a:pt x="571326" y="1573900"/>
                  <a:pt x="563887" y="1567233"/>
                </a:cubicBezTo>
                <a:cubicBezTo>
                  <a:pt x="556448" y="1560565"/>
                  <a:pt x="552733" y="1549850"/>
                  <a:pt x="552733" y="1535114"/>
                </a:cubicBezTo>
                <a:close/>
                <a:moveTo>
                  <a:pt x="822542" y="1458026"/>
                </a:moveTo>
                <a:cubicBezTo>
                  <a:pt x="836734" y="1458026"/>
                  <a:pt x="847821" y="1463645"/>
                  <a:pt x="855832" y="1474875"/>
                </a:cubicBezTo>
                <a:lnTo>
                  <a:pt x="856670" y="1474875"/>
                </a:lnTo>
                <a:lnTo>
                  <a:pt x="859204" y="1460131"/>
                </a:lnTo>
                <a:lnTo>
                  <a:pt x="885740" y="1460131"/>
                </a:lnTo>
                <a:lnTo>
                  <a:pt x="885740" y="1575345"/>
                </a:lnTo>
                <a:cubicBezTo>
                  <a:pt x="885740" y="1591785"/>
                  <a:pt x="880892" y="1604282"/>
                  <a:pt x="871205" y="1612845"/>
                </a:cubicBezTo>
                <a:cubicBezTo>
                  <a:pt x="861518" y="1621399"/>
                  <a:pt x="847193" y="1625685"/>
                  <a:pt x="828228" y="1625685"/>
                </a:cubicBezTo>
                <a:cubicBezTo>
                  <a:pt x="820084" y="1625685"/>
                  <a:pt x="812550" y="1625189"/>
                  <a:pt x="805587" y="1624218"/>
                </a:cubicBezTo>
                <a:cubicBezTo>
                  <a:pt x="798644" y="1623237"/>
                  <a:pt x="791852" y="1621475"/>
                  <a:pt x="785261" y="1618951"/>
                </a:cubicBezTo>
                <a:lnTo>
                  <a:pt x="785261" y="1593890"/>
                </a:lnTo>
                <a:cubicBezTo>
                  <a:pt x="799453" y="1599786"/>
                  <a:pt x="814398" y="1602739"/>
                  <a:pt x="830133" y="1602739"/>
                </a:cubicBezTo>
                <a:cubicBezTo>
                  <a:pt x="846278" y="1602739"/>
                  <a:pt x="854355" y="1594024"/>
                  <a:pt x="854355" y="1576612"/>
                </a:cubicBezTo>
                <a:lnTo>
                  <a:pt x="854355" y="1574297"/>
                </a:lnTo>
                <a:cubicBezTo>
                  <a:pt x="854355" y="1571916"/>
                  <a:pt x="854460" y="1569449"/>
                  <a:pt x="854660" y="1566925"/>
                </a:cubicBezTo>
                <a:cubicBezTo>
                  <a:pt x="854889" y="1564391"/>
                  <a:pt x="855060" y="1562143"/>
                  <a:pt x="855194" y="1560191"/>
                </a:cubicBezTo>
                <a:lnTo>
                  <a:pt x="854355" y="1560191"/>
                </a:lnTo>
                <a:cubicBezTo>
                  <a:pt x="850412" y="1566220"/>
                  <a:pt x="845716" y="1570573"/>
                  <a:pt x="840249" y="1573231"/>
                </a:cubicBezTo>
                <a:cubicBezTo>
                  <a:pt x="834762" y="1575907"/>
                  <a:pt x="828590" y="1577241"/>
                  <a:pt x="821704" y="1577241"/>
                </a:cubicBezTo>
                <a:cubicBezTo>
                  <a:pt x="808092" y="1577241"/>
                  <a:pt x="797443" y="1572021"/>
                  <a:pt x="789795" y="1561543"/>
                </a:cubicBezTo>
                <a:cubicBezTo>
                  <a:pt x="782137" y="1551085"/>
                  <a:pt x="778317" y="1536521"/>
                  <a:pt x="778317" y="1517852"/>
                </a:cubicBezTo>
                <a:cubicBezTo>
                  <a:pt x="778317" y="1499031"/>
                  <a:pt x="782242" y="1484353"/>
                  <a:pt x="790109" y="1473809"/>
                </a:cubicBezTo>
                <a:cubicBezTo>
                  <a:pt x="797977" y="1463284"/>
                  <a:pt x="808778" y="1458026"/>
                  <a:pt x="822542" y="1458026"/>
                </a:cubicBezTo>
                <a:close/>
                <a:moveTo>
                  <a:pt x="755979" y="1458025"/>
                </a:moveTo>
                <a:cubicBezTo>
                  <a:pt x="757522" y="1458025"/>
                  <a:pt x="759361" y="1458091"/>
                  <a:pt x="761466" y="1458234"/>
                </a:cubicBezTo>
                <a:cubicBezTo>
                  <a:pt x="763571" y="1458368"/>
                  <a:pt x="765257" y="1458587"/>
                  <a:pt x="766523" y="1458863"/>
                </a:cubicBezTo>
                <a:lnTo>
                  <a:pt x="764209" y="1488352"/>
                </a:lnTo>
                <a:cubicBezTo>
                  <a:pt x="763209" y="1488076"/>
                  <a:pt x="761771" y="1487838"/>
                  <a:pt x="759885" y="1487609"/>
                </a:cubicBezTo>
                <a:cubicBezTo>
                  <a:pt x="757989" y="1487409"/>
                  <a:pt x="756341" y="1487305"/>
                  <a:pt x="754932" y="1487305"/>
                </a:cubicBezTo>
                <a:cubicBezTo>
                  <a:pt x="749588" y="1487305"/>
                  <a:pt x="744464" y="1488248"/>
                  <a:pt x="739558" y="1490153"/>
                </a:cubicBezTo>
                <a:cubicBezTo>
                  <a:pt x="734634" y="1492039"/>
                  <a:pt x="730681" y="1495106"/>
                  <a:pt x="727661" y="1499306"/>
                </a:cubicBezTo>
                <a:cubicBezTo>
                  <a:pt x="724623" y="1503516"/>
                  <a:pt x="723118" y="1509279"/>
                  <a:pt x="723118" y="1516584"/>
                </a:cubicBezTo>
                <a:lnTo>
                  <a:pt x="723118" y="1575135"/>
                </a:lnTo>
                <a:lnTo>
                  <a:pt x="691733" y="1575135"/>
                </a:lnTo>
                <a:lnTo>
                  <a:pt x="691733" y="1460130"/>
                </a:lnTo>
                <a:lnTo>
                  <a:pt x="715546" y="1460130"/>
                </a:lnTo>
                <a:lnTo>
                  <a:pt x="720175" y="1479504"/>
                </a:lnTo>
                <a:lnTo>
                  <a:pt x="721642" y="1479504"/>
                </a:lnTo>
                <a:cubicBezTo>
                  <a:pt x="725023" y="1473608"/>
                  <a:pt x="729652" y="1468550"/>
                  <a:pt x="735548" y="1464349"/>
                </a:cubicBezTo>
                <a:cubicBezTo>
                  <a:pt x="741444" y="1460130"/>
                  <a:pt x="748264" y="1458025"/>
                  <a:pt x="755979" y="1458025"/>
                </a:cubicBezTo>
                <a:close/>
                <a:moveTo>
                  <a:pt x="388633" y="1458025"/>
                </a:moveTo>
                <a:cubicBezTo>
                  <a:pt x="390176" y="1458025"/>
                  <a:pt x="392015" y="1458091"/>
                  <a:pt x="394120" y="1458234"/>
                </a:cubicBezTo>
                <a:cubicBezTo>
                  <a:pt x="396225" y="1458368"/>
                  <a:pt x="397911" y="1458587"/>
                  <a:pt x="399178" y="1458863"/>
                </a:cubicBezTo>
                <a:lnTo>
                  <a:pt x="396863" y="1488352"/>
                </a:lnTo>
                <a:cubicBezTo>
                  <a:pt x="395863" y="1488076"/>
                  <a:pt x="394425" y="1487838"/>
                  <a:pt x="392539" y="1487609"/>
                </a:cubicBezTo>
                <a:cubicBezTo>
                  <a:pt x="390643" y="1487409"/>
                  <a:pt x="388995" y="1487305"/>
                  <a:pt x="387586" y="1487305"/>
                </a:cubicBezTo>
                <a:cubicBezTo>
                  <a:pt x="382242" y="1487305"/>
                  <a:pt x="377118" y="1488248"/>
                  <a:pt x="372212" y="1490153"/>
                </a:cubicBezTo>
                <a:cubicBezTo>
                  <a:pt x="367288" y="1492039"/>
                  <a:pt x="363335" y="1495106"/>
                  <a:pt x="360316" y="1499306"/>
                </a:cubicBezTo>
                <a:cubicBezTo>
                  <a:pt x="357277" y="1503516"/>
                  <a:pt x="355772" y="1509279"/>
                  <a:pt x="355772" y="1516584"/>
                </a:cubicBezTo>
                <a:lnTo>
                  <a:pt x="355772" y="1575135"/>
                </a:lnTo>
                <a:lnTo>
                  <a:pt x="324387" y="1575135"/>
                </a:lnTo>
                <a:lnTo>
                  <a:pt x="324387" y="1460130"/>
                </a:lnTo>
                <a:lnTo>
                  <a:pt x="348200" y="1460130"/>
                </a:lnTo>
                <a:lnTo>
                  <a:pt x="352829" y="1479504"/>
                </a:lnTo>
                <a:lnTo>
                  <a:pt x="354296" y="1479504"/>
                </a:lnTo>
                <a:cubicBezTo>
                  <a:pt x="357677" y="1473608"/>
                  <a:pt x="362306" y="1468550"/>
                  <a:pt x="368202" y="1464349"/>
                </a:cubicBezTo>
                <a:cubicBezTo>
                  <a:pt x="374098" y="1460130"/>
                  <a:pt x="380918" y="1458025"/>
                  <a:pt x="388633" y="1458025"/>
                </a:cubicBezTo>
                <a:close/>
                <a:moveTo>
                  <a:pt x="244355" y="1457816"/>
                </a:moveTo>
                <a:cubicBezTo>
                  <a:pt x="259795" y="1457816"/>
                  <a:pt x="271625" y="1461140"/>
                  <a:pt x="279855" y="1467817"/>
                </a:cubicBezTo>
                <a:cubicBezTo>
                  <a:pt x="288066" y="1474485"/>
                  <a:pt x="292161" y="1484696"/>
                  <a:pt x="292161" y="1498459"/>
                </a:cubicBezTo>
                <a:lnTo>
                  <a:pt x="292161" y="1575136"/>
                </a:lnTo>
                <a:lnTo>
                  <a:pt x="270254" y="1575136"/>
                </a:lnTo>
                <a:lnTo>
                  <a:pt x="264148" y="1559553"/>
                </a:lnTo>
                <a:lnTo>
                  <a:pt x="263310" y="1559553"/>
                </a:lnTo>
                <a:cubicBezTo>
                  <a:pt x="258395" y="1565725"/>
                  <a:pt x="253195" y="1570221"/>
                  <a:pt x="247727" y="1573031"/>
                </a:cubicBezTo>
                <a:cubicBezTo>
                  <a:pt x="242241" y="1575840"/>
                  <a:pt x="234735" y="1577241"/>
                  <a:pt x="225191" y="1577241"/>
                </a:cubicBezTo>
                <a:cubicBezTo>
                  <a:pt x="214933" y="1577241"/>
                  <a:pt x="206436" y="1574259"/>
                  <a:pt x="199702" y="1568297"/>
                </a:cubicBezTo>
                <a:cubicBezTo>
                  <a:pt x="192958" y="1562334"/>
                  <a:pt x="189587" y="1553161"/>
                  <a:pt x="189587" y="1540798"/>
                </a:cubicBezTo>
                <a:cubicBezTo>
                  <a:pt x="189587" y="1528577"/>
                  <a:pt x="193873" y="1519567"/>
                  <a:pt x="202445" y="1513737"/>
                </a:cubicBezTo>
                <a:cubicBezTo>
                  <a:pt x="210999" y="1507908"/>
                  <a:pt x="223848" y="1504717"/>
                  <a:pt x="240974" y="1504155"/>
                </a:cubicBezTo>
                <a:lnTo>
                  <a:pt x="260996" y="1503517"/>
                </a:lnTo>
                <a:lnTo>
                  <a:pt x="260996" y="1498459"/>
                </a:lnTo>
                <a:cubicBezTo>
                  <a:pt x="260996" y="1492430"/>
                  <a:pt x="259424" y="1488001"/>
                  <a:pt x="256252" y="1485191"/>
                </a:cubicBezTo>
                <a:cubicBezTo>
                  <a:pt x="253099" y="1482381"/>
                  <a:pt x="248708" y="1480981"/>
                  <a:pt x="243089" y="1480981"/>
                </a:cubicBezTo>
                <a:cubicBezTo>
                  <a:pt x="237478" y="1480981"/>
                  <a:pt x="231992" y="1481781"/>
                  <a:pt x="226658" y="1483410"/>
                </a:cubicBezTo>
                <a:cubicBezTo>
                  <a:pt x="221314" y="1485020"/>
                  <a:pt x="215980" y="1487029"/>
                  <a:pt x="210656" y="1489411"/>
                </a:cubicBezTo>
                <a:lnTo>
                  <a:pt x="200331" y="1468141"/>
                </a:lnTo>
                <a:cubicBezTo>
                  <a:pt x="206503" y="1464903"/>
                  <a:pt x="213361" y="1462379"/>
                  <a:pt x="220867" y="1460540"/>
                </a:cubicBezTo>
                <a:cubicBezTo>
                  <a:pt x="228372" y="1458731"/>
                  <a:pt x="236211" y="1457816"/>
                  <a:pt x="244355" y="1457816"/>
                </a:cubicBezTo>
                <a:close/>
                <a:moveTo>
                  <a:pt x="1065" y="1424737"/>
                </a:moveTo>
                <a:lnTo>
                  <a:pt x="44442" y="1424737"/>
                </a:lnTo>
                <a:lnTo>
                  <a:pt x="80046" y="1539761"/>
                </a:lnTo>
                <a:lnTo>
                  <a:pt x="80684" y="1539761"/>
                </a:lnTo>
                <a:lnTo>
                  <a:pt x="118375" y="1424737"/>
                </a:lnTo>
                <a:lnTo>
                  <a:pt x="161780" y="1424737"/>
                </a:lnTo>
                <a:lnTo>
                  <a:pt x="161780" y="1575137"/>
                </a:lnTo>
                <a:lnTo>
                  <a:pt x="132072" y="1575137"/>
                </a:lnTo>
                <a:lnTo>
                  <a:pt x="132072" y="1503947"/>
                </a:lnTo>
                <a:cubicBezTo>
                  <a:pt x="132072" y="1499165"/>
                  <a:pt x="132177" y="1493698"/>
                  <a:pt x="132386" y="1487507"/>
                </a:cubicBezTo>
                <a:cubicBezTo>
                  <a:pt x="132605" y="1481334"/>
                  <a:pt x="132815" y="1475477"/>
                  <a:pt x="133015" y="1469923"/>
                </a:cubicBezTo>
                <a:cubicBezTo>
                  <a:pt x="133243" y="1464380"/>
                  <a:pt x="133415" y="1460198"/>
                  <a:pt x="133548" y="1457389"/>
                </a:cubicBezTo>
                <a:lnTo>
                  <a:pt x="132710" y="1457389"/>
                </a:lnTo>
                <a:lnTo>
                  <a:pt x="93953" y="1575137"/>
                </a:lnTo>
                <a:lnTo>
                  <a:pt x="64673" y="1575137"/>
                </a:lnTo>
                <a:lnTo>
                  <a:pt x="28440" y="1457189"/>
                </a:lnTo>
                <a:lnTo>
                  <a:pt x="27592" y="1457189"/>
                </a:lnTo>
                <a:cubicBezTo>
                  <a:pt x="27735" y="1459998"/>
                  <a:pt x="27954" y="1464199"/>
                  <a:pt x="28230" y="1469819"/>
                </a:cubicBezTo>
                <a:cubicBezTo>
                  <a:pt x="28506" y="1475438"/>
                  <a:pt x="28792" y="1481439"/>
                  <a:pt x="29068" y="1487830"/>
                </a:cubicBezTo>
                <a:cubicBezTo>
                  <a:pt x="29364" y="1494212"/>
                  <a:pt x="29497" y="1500003"/>
                  <a:pt x="29497" y="1505194"/>
                </a:cubicBezTo>
                <a:lnTo>
                  <a:pt x="29497" y="1575137"/>
                </a:lnTo>
                <a:lnTo>
                  <a:pt x="1065" y="1575137"/>
                </a:lnTo>
                <a:close/>
                <a:moveTo>
                  <a:pt x="420017" y="1415049"/>
                </a:moveTo>
                <a:lnTo>
                  <a:pt x="451402" y="1415049"/>
                </a:lnTo>
                <a:lnTo>
                  <a:pt x="451402" y="1452330"/>
                </a:lnTo>
                <a:cubicBezTo>
                  <a:pt x="451402" y="1456692"/>
                  <a:pt x="451269" y="1460969"/>
                  <a:pt x="450993" y="1465188"/>
                </a:cubicBezTo>
                <a:cubicBezTo>
                  <a:pt x="450707" y="1469389"/>
                  <a:pt x="450431" y="1472694"/>
                  <a:pt x="450154" y="1475085"/>
                </a:cubicBezTo>
                <a:lnTo>
                  <a:pt x="451402" y="1475085"/>
                </a:lnTo>
                <a:cubicBezTo>
                  <a:pt x="454488" y="1470313"/>
                  <a:pt x="458641" y="1466274"/>
                  <a:pt x="463832" y="1462979"/>
                </a:cubicBezTo>
                <a:cubicBezTo>
                  <a:pt x="469023" y="1459674"/>
                  <a:pt x="475786" y="1458026"/>
                  <a:pt x="484063" y="1458026"/>
                </a:cubicBezTo>
                <a:cubicBezTo>
                  <a:pt x="496989" y="1458026"/>
                  <a:pt x="507447" y="1463045"/>
                  <a:pt x="515448" y="1473075"/>
                </a:cubicBezTo>
                <a:cubicBezTo>
                  <a:pt x="523449" y="1483124"/>
                  <a:pt x="527450" y="1497916"/>
                  <a:pt x="527450" y="1517424"/>
                </a:cubicBezTo>
                <a:cubicBezTo>
                  <a:pt x="527450" y="1537083"/>
                  <a:pt x="523383" y="1551961"/>
                  <a:pt x="515239" y="1562077"/>
                </a:cubicBezTo>
                <a:cubicBezTo>
                  <a:pt x="507085" y="1572192"/>
                  <a:pt x="496417" y="1577241"/>
                  <a:pt x="483225" y="1577241"/>
                </a:cubicBezTo>
                <a:cubicBezTo>
                  <a:pt x="474786" y="1577241"/>
                  <a:pt x="468157" y="1575736"/>
                  <a:pt x="463318" y="1572716"/>
                </a:cubicBezTo>
                <a:cubicBezTo>
                  <a:pt x="458470" y="1569706"/>
                  <a:pt x="454488" y="1566296"/>
                  <a:pt x="451402" y="1562506"/>
                </a:cubicBezTo>
                <a:lnTo>
                  <a:pt x="449297" y="1562506"/>
                </a:lnTo>
                <a:lnTo>
                  <a:pt x="444039" y="1575136"/>
                </a:lnTo>
                <a:lnTo>
                  <a:pt x="420017" y="1575136"/>
                </a:lnTo>
                <a:close/>
                <a:moveTo>
                  <a:pt x="1024557" y="1311207"/>
                </a:moveTo>
                <a:lnTo>
                  <a:pt x="1012336" y="1311636"/>
                </a:lnTo>
                <a:cubicBezTo>
                  <a:pt x="1002220" y="1311912"/>
                  <a:pt x="995191" y="1313741"/>
                  <a:pt x="991267" y="1317103"/>
                </a:cubicBezTo>
                <a:cubicBezTo>
                  <a:pt x="987342" y="1320485"/>
                  <a:pt x="985371" y="1324904"/>
                  <a:pt x="985371" y="1330372"/>
                </a:cubicBezTo>
                <a:cubicBezTo>
                  <a:pt x="985371" y="1335153"/>
                  <a:pt x="986771" y="1338563"/>
                  <a:pt x="989590" y="1340592"/>
                </a:cubicBezTo>
                <a:cubicBezTo>
                  <a:pt x="992400" y="1342630"/>
                  <a:pt x="996048" y="1343640"/>
                  <a:pt x="1000535" y="1343640"/>
                </a:cubicBezTo>
                <a:cubicBezTo>
                  <a:pt x="1007278" y="1343640"/>
                  <a:pt x="1012965" y="1341649"/>
                  <a:pt x="1017594" y="1337639"/>
                </a:cubicBezTo>
                <a:cubicBezTo>
                  <a:pt x="1022242" y="1333648"/>
                  <a:pt x="1024557" y="1327990"/>
                  <a:pt x="1024557" y="1320685"/>
                </a:cubicBezTo>
                <a:close/>
                <a:moveTo>
                  <a:pt x="527876" y="1269707"/>
                </a:moveTo>
                <a:cubicBezTo>
                  <a:pt x="521827" y="1269707"/>
                  <a:pt x="516798" y="1271679"/>
                  <a:pt x="512807" y="1275603"/>
                </a:cubicBezTo>
                <a:cubicBezTo>
                  <a:pt x="508797" y="1279546"/>
                  <a:pt x="506444" y="1285652"/>
                  <a:pt x="505749" y="1293948"/>
                </a:cubicBezTo>
                <a:lnTo>
                  <a:pt x="549783" y="1293948"/>
                </a:lnTo>
                <a:cubicBezTo>
                  <a:pt x="549631" y="1286919"/>
                  <a:pt x="547811" y="1281127"/>
                  <a:pt x="544297" y="1276565"/>
                </a:cubicBezTo>
                <a:cubicBezTo>
                  <a:pt x="540782" y="1272002"/>
                  <a:pt x="535315" y="1269707"/>
                  <a:pt x="527876" y="1269707"/>
                </a:cubicBezTo>
                <a:close/>
                <a:moveTo>
                  <a:pt x="805057" y="1249496"/>
                </a:moveTo>
                <a:lnTo>
                  <a:pt x="836442" y="1249496"/>
                </a:lnTo>
                <a:lnTo>
                  <a:pt x="836442" y="1364501"/>
                </a:lnTo>
                <a:lnTo>
                  <a:pt x="805057" y="1364501"/>
                </a:lnTo>
                <a:close/>
                <a:moveTo>
                  <a:pt x="296155" y="1249496"/>
                </a:moveTo>
                <a:lnTo>
                  <a:pt x="327540" y="1249496"/>
                </a:lnTo>
                <a:lnTo>
                  <a:pt x="327540" y="1364501"/>
                </a:lnTo>
                <a:lnTo>
                  <a:pt x="296155" y="1364501"/>
                </a:lnTo>
                <a:close/>
                <a:moveTo>
                  <a:pt x="343978" y="1249495"/>
                </a:moveTo>
                <a:lnTo>
                  <a:pt x="376839" y="1249495"/>
                </a:lnTo>
                <a:lnTo>
                  <a:pt x="398957" y="1314998"/>
                </a:lnTo>
                <a:cubicBezTo>
                  <a:pt x="400223" y="1318942"/>
                  <a:pt x="401233" y="1322999"/>
                  <a:pt x="402005" y="1327219"/>
                </a:cubicBezTo>
                <a:cubicBezTo>
                  <a:pt x="402776" y="1331429"/>
                  <a:pt x="403233" y="1335220"/>
                  <a:pt x="403376" y="1338601"/>
                </a:cubicBezTo>
                <a:lnTo>
                  <a:pt x="404214" y="1338601"/>
                </a:lnTo>
                <a:cubicBezTo>
                  <a:pt x="404643" y="1331000"/>
                  <a:pt x="406186" y="1323152"/>
                  <a:pt x="408863" y="1314998"/>
                </a:cubicBezTo>
                <a:lnTo>
                  <a:pt x="430970" y="1249495"/>
                </a:lnTo>
                <a:lnTo>
                  <a:pt x="463831" y="1249495"/>
                </a:lnTo>
                <a:lnTo>
                  <a:pt x="420016" y="1364500"/>
                </a:lnTo>
                <a:lnTo>
                  <a:pt x="387793" y="1364500"/>
                </a:lnTo>
                <a:close/>
                <a:moveTo>
                  <a:pt x="527656" y="1247390"/>
                </a:moveTo>
                <a:cubicBezTo>
                  <a:pt x="543525" y="1247390"/>
                  <a:pt x="556089" y="1251914"/>
                  <a:pt x="565366" y="1260963"/>
                </a:cubicBezTo>
                <a:cubicBezTo>
                  <a:pt x="574624" y="1270031"/>
                  <a:pt x="579263" y="1282928"/>
                  <a:pt x="579263" y="1299615"/>
                </a:cubicBezTo>
                <a:lnTo>
                  <a:pt x="579263" y="1314789"/>
                </a:lnTo>
                <a:lnTo>
                  <a:pt x="505111" y="1314789"/>
                </a:lnTo>
                <a:cubicBezTo>
                  <a:pt x="505406" y="1323638"/>
                  <a:pt x="508025" y="1330591"/>
                  <a:pt x="513017" y="1335648"/>
                </a:cubicBezTo>
                <a:cubicBezTo>
                  <a:pt x="517998" y="1340687"/>
                  <a:pt x="524923" y="1343230"/>
                  <a:pt x="533772" y="1343230"/>
                </a:cubicBezTo>
                <a:cubicBezTo>
                  <a:pt x="541211" y="1343230"/>
                  <a:pt x="547945" y="1342487"/>
                  <a:pt x="553984" y="1341021"/>
                </a:cubicBezTo>
                <a:cubicBezTo>
                  <a:pt x="560013" y="1339544"/>
                  <a:pt x="566271" y="1337258"/>
                  <a:pt x="572738" y="1334172"/>
                </a:cubicBezTo>
                <a:lnTo>
                  <a:pt x="572738" y="1358394"/>
                </a:lnTo>
                <a:cubicBezTo>
                  <a:pt x="567109" y="1361214"/>
                  <a:pt x="561184" y="1363261"/>
                  <a:pt x="554946" y="1364605"/>
                </a:cubicBezTo>
                <a:cubicBezTo>
                  <a:pt x="548688" y="1365938"/>
                  <a:pt x="541144" y="1366605"/>
                  <a:pt x="532295" y="1366605"/>
                </a:cubicBezTo>
                <a:cubicBezTo>
                  <a:pt x="520779" y="1366605"/>
                  <a:pt x="510597" y="1364462"/>
                  <a:pt x="501748" y="1360185"/>
                </a:cubicBezTo>
                <a:cubicBezTo>
                  <a:pt x="492909" y="1355899"/>
                  <a:pt x="485946" y="1349403"/>
                  <a:pt x="480889" y="1340687"/>
                </a:cubicBezTo>
                <a:cubicBezTo>
                  <a:pt x="475831" y="1332000"/>
                  <a:pt x="473316" y="1321047"/>
                  <a:pt x="473316" y="1307845"/>
                </a:cubicBezTo>
                <a:cubicBezTo>
                  <a:pt x="473316" y="1294358"/>
                  <a:pt x="475593" y="1283166"/>
                  <a:pt x="480155" y="1274250"/>
                </a:cubicBezTo>
                <a:cubicBezTo>
                  <a:pt x="484708" y="1265316"/>
                  <a:pt x="491071" y="1258620"/>
                  <a:pt x="499215" y="1254124"/>
                </a:cubicBezTo>
                <a:cubicBezTo>
                  <a:pt x="507359" y="1249638"/>
                  <a:pt x="516836" y="1247390"/>
                  <a:pt x="527656" y="1247390"/>
                </a:cubicBezTo>
                <a:close/>
                <a:moveTo>
                  <a:pt x="738919" y="1247389"/>
                </a:moveTo>
                <a:cubicBezTo>
                  <a:pt x="746091" y="1247389"/>
                  <a:pt x="752892" y="1248094"/>
                  <a:pt x="759360" y="1249494"/>
                </a:cubicBezTo>
                <a:cubicBezTo>
                  <a:pt x="765818" y="1250904"/>
                  <a:pt x="772485" y="1253218"/>
                  <a:pt x="779362" y="1256438"/>
                </a:cubicBezTo>
                <a:lnTo>
                  <a:pt x="769894" y="1278983"/>
                </a:lnTo>
                <a:cubicBezTo>
                  <a:pt x="764275" y="1276593"/>
                  <a:pt x="758941" y="1274592"/>
                  <a:pt x="753892" y="1272983"/>
                </a:cubicBezTo>
                <a:cubicBezTo>
                  <a:pt x="748835" y="1271373"/>
                  <a:pt x="743710" y="1270563"/>
                  <a:pt x="738510" y="1270563"/>
                </a:cubicBezTo>
                <a:cubicBezTo>
                  <a:pt x="729242" y="1270563"/>
                  <a:pt x="724613" y="1273087"/>
                  <a:pt x="724613" y="1278136"/>
                </a:cubicBezTo>
                <a:cubicBezTo>
                  <a:pt x="724613" y="1279955"/>
                  <a:pt x="725194" y="1281622"/>
                  <a:pt x="726394" y="1283098"/>
                </a:cubicBezTo>
                <a:cubicBezTo>
                  <a:pt x="727594" y="1284565"/>
                  <a:pt x="729908" y="1286146"/>
                  <a:pt x="733357" y="1287823"/>
                </a:cubicBezTo>
                <a:cubicBezTo>
                  <a:pt x="736776" y="1289509"/>
                  <a:pt x="741872" y="1291766"/>
                  <a:pt x="748606" y="1294566"/>
                </a:cubicBezTo>
                <a:cubicBezTo>
                  <a:pt x="755207" y="1297233"/>
                  <a:pt x="760903" y="1300015"/>
                  <a:pt x="765684" y="1302891"/>
                </a:cubicBezTo>
                <a:cubicBezTo>
                  <a:pt x="770447" y="1305768"/>
                  <a:pt x="774133" y="1309359"/>
                  <a:pt x="776733" y="1313626"/>
                </a:cubicBezTo>
                <a:cubicBezTo>
                  <a:pt x="779324" y="1317912"/>
                  <a:pt x="780629" y="1323494"/>
                  <a:pt x="780629" y="1330371"/>
                </a:cubicBezTo>
                <a:cubicBezTo>
                  <a:pt x="780629" y="1342029"/>
                  <a:pt x="776533" y="1350992"/>
                  <a:pt x="768304" y="1357231"/>
                </a:cubicBezTo>
                <a:cubicBezTo>
                  <a:pt x="760093" y="1363489"/>
                  <a:pt x="747835" y="1366604"/>
                  <a:pt x="731556" y="1366604"/>
                </a:cubicBezTo>
                <a:cubicBezTo>
                  <a:pt x="723546" y="1366604"/>
                  <a:pt x="716678" y="1366080"/>
                  <a:pt x="710916" y="1365032"/>
                </a:cubicBezTo>
                <a:cubicBezTo>
                  <a:pt x="705153" y="1363965"/>
                  <a:pt x="699390" y="1362251"/>
                  <a:pt x="693637" y="1359870"/>
                </a:cubicBezTo>
                <a:lnTo>
                  <a:pt x="693637" y="1333952"/>
                </a:lnTo>
                <a:cubicBezTo>
                  <a:pt x="699819" y="1336762"/>
                  <a:pt x="706496" y="1339077"/>
                  <a:pt x="713659" y="1340915"/>
                </a:cubicBezTo>
                <a:cubicBezTo>
                  <a:pt x="720803" y="1342734"/>
                  <a:pt x="727127" y="1343639"/>
                  <a:pt x="732614" y="1343639"/>
                </a:cubicBezTo>
                <a:cubicBezTo>
                  <a:pt x="738786" y="1343639"/>
                  <a:pt x="743177" y="1342734"/>
                  <a:pt x="745777" y="1340915"/>
                </a:cubicBezTo>
                <a:cubicBezTo>
                  <a:pt x="748368" y="1339077"/>
                  <a:pt x="749673" y="1336695"/>
                  <a:pt x="749673" y="1333752"/>
                </a:cubicBezTo>
                <a:cubicBezTo>
                  <a:pt x="749673" y="1331781"/>
                  <a:pt x="749139" y="1330028"/>
                  <a:pt x="748092" y="1328485"/>
                </a:cubicBezTo>
                <a:cubicBezTo>
                  <a:pt x="747034" y="1326942"/>
                  <a:pt x="744748" y="1325180"/>
                  <a:pt x="741234" y="1323227"/>
                </a:cubicBezTo>
                <a:cubicBezTo>
                  <a:pt x="737719" y="1321255"/>
                  <a:pt x="732252" y="1318712"/>
                  <a:pt x="724813" y="1315626"/>
                </a:cubicBezTo>
                <a:cubicBezTo>
                  <a:pt x="717650" y="1312540"/>
                  <a:pt x="711754" y="1309492"/>
                  <a:pt x="707125" y="1306472"/>
                </a:cubicBezTo>
                <a:cubicBezTo>
                  <a:pt x="702476" y="1303463"/>
                  <a:pt x="699047" y="1299805"/>
                  <a:pt x="696809" y="1295519"/>
                </a:cubicBezTo>
                <a:cubicBezTo>
                  <a:pt x="694542" y="1291233"/>
                  <a:pt x="693428" y="1285870"/>
                  <a:pt x="693428" y="1279412"/>
                </a:cubicBezTo>
                <a:cubicBezTo>
                  <a:pt x="693428" y="1268725"/>
                  <a:pt x="697562" y="1260724"/>
                  <a:pt x="705858" y="1255390"/>
                </a:cubicBezTo>
                <a:cubicBezTo>
                  <a:pt x="714135" y="1250065"/>
                  <a:pt x="725156" y="1247389"/>
                  <a:pt x="738919" y="1247389"/>
                </a:cubicBezTo>
                <a:close/>
                <a:moveTo>
                  <a:pt x="668986" y="1247388"/>
                </a:moveTo>
                <a:cubicBezTo>
                  <a:pt x="670529" y="1247388"/>
                  <a:pt x="672367" y="1247455"/>
                  <a:pt x="674472" y="1247598"/>
                </a:cubicBezTo>
                <a:cubicBezTo>
                  <a:pt x="676577" y="1247731"/>
                  <a:pt x="678263" y="1247950"/>
                  <a:pt x="679530" y="1248226"/>
                </a:cubicBezTo>
                <a:lnTo>
                  <a:pt x="677215" y="1277715"/>
                </a:lnTo>
                <a:cubicBezTo>
                  <a:pt x="676215" y="1277439"/>
                  <a:pt x="674777" y="1277201"/>
                  <a:pt x="672891" y="1276973"/>
                </a:cubicBezTo>
                <a:cubicBezTo>
                  <a:pt x="670995" y="1276773"/>
                  <a:pt x="669348" y="1276668"/>
                  <a:pt x="667938" y="1276668"/>
                </a:cubicBezTo>
                <a:cubicBezTo>
                  <a:pt x="662594" y="1276668"/>
                  <a:pt x="657470" y="1277611"/>
                  <a:pt x="652565" y="1279516"/>
                </a:cubicBezTo>
                <a:cubicBezTo>
                  <a:pt x="647640" y="1281402"/>
                  <a:pt x="643687" y="1284469"/>
                  <a:pt x="640668" y="1288669"/>
                </a:cubicBezTo>
                <a:cubicBezTo>
                  <a:pt x="637629" y="1292879"/>
                  <a:pt x="636124" y="1298642"/>
                  <a:pt x="636124" y="1305948"/>
                </a:cubicBezTo>
                <a:lnTo>
                  <a:pt x="636124" y="1364498"/>
                </a:lnTo>
                <a:lnTo>
                  <a:pt x="604739" y="1364498"/>
                </a:lnTo>
                <a:lnTo>
                  <a:pt x="604739" y="1249493"/>
                </a:lnTo>
                <a:lnTo>
                  <a:pt x="628552" y="1249493"/>
                </a:lnTo>
                <a:lnTo>
                  <a:pt x="633181" y="1268867"/>
                </a:lnTo>
                <a:lnTo>
                  <a:pt x="634648" y="1268867"/>
                </a:lnTo>
                <a:cubicBezTo>
                  <a:pt x="638029" y="1262971"/>
                  <a:pt x="642659" y="1257913"/>
                  <a:pt x="648555" y="1253713"/>
                </a:cubicBezTo>
                <a:cubicBezTo>
                  <a:pt x="654450" y="1249493"/>
                  <a:pt x="661270" y="1247388"/>
                  <a:pt x="668986" y="1247388"/>
                </a:cubicBezTo>
                <a:close/>
                <a:moveTo>
                  <a:pt x="223079" y="1247388"/>
                </a:moveTo>
                <a:cubicBezTo>
                  <a:pt x="235443" y="1247388"/>
                  <a:pt x="245330" y="1250731"/>
                  <a:pt x="252769" y="1257399"/>
                </a:cubicBezTo>
                <a:cubicBezTo>
                  <a:pt x="260208" y="1264066"/>
                  <a:pt x="263942" y="1274763"/>
                  <a:pt x="263942" y="1289508"/>
                </a:cubicBezTo>
                <a:lnTo>
                  <a:pt x="263942" y="1364498"/>
                </a:lnTo>
                <a:lnTo>
                  <a:pt x="232557" y="1364498"/>
                </a:lnTo>
                <a:lnTo>
                  <a:pt x="232557" y="1297308"/>
                </a:lnTo>
                <a:cubicBezTo>
                  <a:pt x="232557" y="1289022"/>
                  <a:pt x="231080" y="1282802"/>
                  <a:pt x="228137" y="1278668"/>
                </a:cubicBezTo>
                <a:cubicBezTo>
                  <a:pt x="225184" y="1274525"/>
                  <a:pt x="220470" y="1272448"/>
                  <a:pt x="214012" y="1272448"/>
                </a:cubicBezTo>
                <a:cubicBezTo>
                  <a:pt x="204468" y="1272448"/>
                  <a:pt x="197933" y="1275725"/>
                  <a:pt x="194438" y="1282250"/>
                </a:cubicBezTo>
                <a:cubicBezTo>
                  <a:pt x="190923" y="1288765"/>
                  <a:pt x="189151" y="1298147"/>
                  <a:pt x="189151" y="1310367"/>
                </a:cubicBezTo>
                <a:lnTo>
                  <a:pt x="189151" y="1364498"/>
                </a:lnTo>
                <a:lnTo>
                  <a:pt x="157766" y="1364498"/>
                </a:lnTo>
                <a:lnTo>
                  <a:pt x="157766" y="1249493"/>
                </a:lnTo>
                <a:lnTo>
                  <a:pt x="181789" y="1249493"/>
                </a:lnTo>
                <a:lnTo>
                  <a:pt x="185999" y="1264238"/>
                </a:lnTo>
                <a:lnTo>
                  <a:pt x="187684" y="1264238"/>
                </a:lnTo>
                <a:cubicBezTo>
                  <a:pt x="191333" y="1258342"/>
                  <a:pt x="196352" y="1254055"/>
                  <a:pt x="202753" y="1251379"/>
                </a:cubicBezTo>
                <a:cubicBezTo>
                  <a:pt x="209144" y="1248721"/>
                  <a:pt x="215917" y="1247388"/>
                  <a:pt x="223079" y="1247388"/>
                </a:cubicBezTo>
                <a:close/>
                <a:moveTo>
                  <a:pt x="1007907" y="1247180"/>
                </a:moveTo>
                <a:cubicBezTo>
                  <a:pt x="1023356" y="1247180"/>
                  <a:pt x="1035187" y="1250505"/>
                  <a:pt x="1043407" y="1257172"/>
                </a:cubicBezTo>
                <a:cubicBezTo>
                  <a:pt x="1051617" y="1263849"/>
                  <a:pt x="1055722" y="1274060"/>
                  <a:pt x="1055722" y="1287824"/>
                </a:cubicBezTo>
                <a:lnTo>
                  <a:pt x="1055722" y="1364500"/>
                </a:lnTo>
                <a:lnTo>
                  <a:pt x="1033815" y="1364500"/>
                </a:lnTo>
                <a:lnTo>
                  <a:pt x="1027709" y="1348917"/>
                </a:lnTo>
                <a:lnTo>
                  <a:pt x="1026871" y="1348917"/>
                </a:lnTo>
                <a:cubicBezTo>
                  <a:pt x="1021947" y="1355089"/>
                  <a:pt x="1016756" y="1359585"/>
                  <a:pt x="1011288" y="1362395"/>
                </a:cubicBezTo>
                <a:cubicBezTo>
                  <a:pt x="1005802" y="1365205"/>
                  <a:pt x="998296" y="1366605"/>
                  <a:pt x="988743" y="1366605"/>
                </a:cubicBezTo>
                <a:cubicBezTo>
                  <a:pt x="978494" y="1366605"/>
                  <a:pt x="969997" y="1363623"/>
                  <a:pt x="963254" y="1357661"/>
                </a:cubicBezTo>
                <a:cubicBezTo>
                  <a:pt x="956520" y="1351698"/>
                  <a:pt x="953138" y="1342526"/>
                  <a:pt x="953138" y="1330162"/>
                </a:cubicBezTo>
                <a:cubicBezTo>
                  <a:pt x="953138" y="1317942"/>
                  <a:pt x="957424" y="1308931"/>
                  <a:pt x="965997" y="1303102"/>
                </a:cubicBezTo>
                <a:cubicBezTo>
                  <a:pt x="974550" y="1297272"/>
                  <a:pt x="987409" y="1294081"/>
                  <a:pt x="1004535" y="1293519"/>
                </a:cubicBezTo>
                <a:lnTo>
                  <a:pt x="1024557" y="1292881"/>
                </a:lnTo>
                <a:lnTo>
                  <a:pt x="1024557" y="1287824"/>
                </a:lnTo>
                <a:cubicBezTo>
                  <a:pt x="1024557" y="1281794"/>
                  <a:pt x="1022975" y="1277365"/>
                  <a:pt x="1019804" y="1274555"/>
                </a:cubicBezTo>
                <a:cubicBezTo>
                  <a:pt x="1016651" y="1271745"/>
                  <a:pt x="1012260" y="1270345"/>
                  <a:pt x="1006640" y="1270345"/>
                </a:cubicBezTo>
                <a:cubicBezTo>
                  <a:pt x="1001039" y="1270345"/>
                  <a:pt x="995553" y="1271145"/>
                  <a:pt x="990219" y="1272774"/>
                </a:cubicBezTo>
                <a:cubicBezTo>
                  <a:pt x="984875" y="1274384"/>
                  <a:pt x="979541" y="1276393"/>
                  <a:pt x="974207" y="1278775"/>
                </a:cubicBezTo>
                <a:lnTo>
                  <a:pt x="963892" y="1257506"/>
                </a:lnTo>
                <a:cubicBezTo>
                  <a:pt x="970064" y="1254267"/>
                  <a:pt x="976922" y="1251743"/>
                  <a:pt x="984428" y="1249905"/>
                </a:cubicBezTo>
                <a:cubicBezTo>
                  <a:pt x="991934" y="1248095"/>
                  <a:pt x="999773" y="1247180"/>
                  <a:pt x="1007907" y="1247180"/>
                </a:cubicBezTo>
                <a:close/>
                <a:moveTo>
                  <a:pt x="1102705" y="1225057"/>
                </a:moveTo>
                <a:lnTo>
                  <a:pt x="1122707" y="1225057"/>
                </a:lnTo>
                <a:lnTo>
                  <a:pt x="1122707" y="1249498"/>
                </a:lnTo>
                <a:lnTo>
                  <a:pt x="1154930" y="1249498"/>
                </a:lnTo>
                <a:lnTo>
                  <a:pt x="1154930" y="1273082"/>
                </a:lnTo>
                <a:lnTo>
                  <a:pt x="1122707" y="1273082"/>
                </a:lnTo>
                <a:lnTo>
                  <a:pt x="1122707" y="1328489"/>
                </a:lnTo>
                <a:cubicBezTo>
                  <a:pt x="1122707" y="1332841"/>
                  <a:pt x="1123974" y="1336099"/>
                  <a:pt x="1126498" y="1338271"/>
                </a:cubicBezTo>
                <a:cubicBezTo>
                  <a:pt x="1129032" y="1340452"/>
                  <a:pt x="1132327" y="1341547"/>
                  <a:pt x="1136404" y="1341547"/>
                </a:cubicBezTo>
                <a:cubicBezTo>
                  <a:pt x="1139900" y="1341547"/>
                  <a:pt x="1143281" y="1341185"/>
                  <a:pt x="1146520" y="1340481"/>
                </a:cubicBezTo>
                <a:cubicBezTo>
                  <a:pt x="1149739" y="1339785"/>
                  <a:pt x="1152959" y="1338937"/>
                  <a:pt x="1156206" y="1337966"/>
                </a:cubicBezTo>
                <a:lnTo>
                  <a:pt x="1156206" y="1361350"/>
                </a:lnTo>
                <a:cubicBezTo>
                  <a:pt x="1152825" y="1362750"/>
                  <a:pt x="1148644" y="1363969"/>
                  <a:pt x="1143672" y="1365036"/>
                </a:cubicBezTo>
                <a:cubicBezTo>
                  <a:pt x="1138680" y="1366074"/>
                  <a:pt x="1133232" y="1366608"/>
                  <a:pt x="1127336" y="1366608"/>
                </a:cubicBezTo>
                <a:cubicBezTo>
                  <a:pt x="1120459" y="1366608"/>
                  <a:pt x="1114306" y="1365474"/>
                  <a:pt x="1108905" y="1363236"/>
                </a:cubicBezTo>
                <a:cubicBezTo>
                  <a:pt x="1103505" y="1360988"/>
                  <a:pt x="1099228" y="1357092"/>
                  <a:pt x="1096066" y="1351539"/>
                </a:cubicBezTo>
                <a:cubicBezTo>
                  <a:pt x="1092894" y="1346005"/>
                  <a:pt x="1091322" y="1338309"/>
                  <a:pt x="1091322" y="1328489"/>
                </a:cubicBezTo>
                <a:lnTo>
                  <a:pt x="1091322" y="1273082"/>
                </a:lnTo>
                <a:lnTo>
                  <a:pt x="1076377" y="1273082"/>
                </a:lnTo>
                <a:lnTo>
                  <a:pt x="1076377" y="1259813"/>
                </a:lnTo>
                <a:lnTo>
                  <a:pt x="1093637" y="1249269"/>
                </a:lnTo>
                <a:close/>
                <a:moveTo>
                  <a:pt x="884063" y="1225057"/>
                </a:moveTo>
                <a:lnTo>
                  <a:pt x="904065" y="1225057"/>
                </a:lnTo>
                <a:lnTo>
                  <a:pt x="904065" y="1249498"/>
                </a:lnTo>
                <a:lnTo>
                  <a:pt x="936289" y="1249498"/>
                </a:lnTo>
                <a:lnTo>
                  <a:pt x="936289" y="1273082"/>
                </a:lnTo>
                <a:lnTo>
                  <a:pt x="904065" y="1273082"/>
                </a:lnTo>
                <a:lnTo>
                  <a:pt x="904065" y="1328489"/>
                </a:lnTo>
                <a:cubicBezTo>
                  <a:pt x="904065" y="1332841"/>
                  <a:pt x="905332" y="1336099"/>
                  <a:pt x="907856" y="1338271"/>
                </a:cubicBezTo>
                <a:cubicBezTo>
                  <a:pt x="910390" y="1340452"/>
                  <a:pt x="913686" y="1341547"/>
                  <a:pt x="917762" y="1341547"/>
                </a:cubicBezTo>
                <a:cubicBezTo>
                  <a:pt x="921258" y="1341547"/>
                  <a:pt x="924639" y="1341185"/>
                  <a:pt x="927878" y="1340481"/>
                </a:cubicBezTo>
                <a:cubicBezTo>
                  <a:pt x="931097" y="1339785"/>
                  <a:pt x="934317" y="1338937"/>
                  <a:pt x="937565" y="1337966"/>
                </a:cubicBezTo>
                <a:lnTo>
                  <a:pt x="937565" y="1361350"/>
                </a:lnTo>
                <a:cubicBezTo>
                  <a:pt x="934183" y="1362750"/>
                  <a:pt x="930002" y="1363969"/>
                  <a:pt x="925030" y="1365036"/>
                </a:cubicBezTo>
                <a:cubicBezTo>
                  <a:pt x="920039" y="1366074"/>
                  <a:pt x="914591" y="1366608"/>
                  <a:pt x="908695" y="1366608"/>
                </a:cubicBezTo>
                <a:cubicBezTo>
                  <a:pt x="901818" y="1366608"/>
                  <a:pt x="895664" y="1365474"/>
                  <a:pt x="890264" y="1363236"/>
                </a:cubicBezTo>
                <a:cubicBezTo>
                  <a:pt x="884863" y="1360988"/>
                  <a:pt x="880586" y="1357092"/>
                  <a:pt x="877424" y="1351539"/>
                </a:cubicBezTo>
                <a:cubicBezTo>
                  <a:pt x="874252" y="1346005"/>
                  <a:pt x="872681" y="1338309"/>
                  <a:pt x="872681" y="1328489"/>
                </a:cubicBezTo>
                <a:lnTo>
                  <a:pt x="872681" y="1273082"/>
                </a:lnTo>
                <a:lnTo>
                  <a:pt x="857736" y="1273082"/>
                </a:lnTo>
                <a:lnTo>
                  <a:pt x="857736" y="1259813"/>
                </a:lnTo>
                <a:lnTo>
                  <a:pt x="874995" y="1249269"/>
                </a:lnTo>
                <a:close/>
                <a:moveTo>
                  <a:pt x="0" y="1214095"/>
                </a:moveTo>
                <a:lnTo>
                  <a:pt x="31814" y="1214095"/>
                </a:lnTo>
                <a:lnTo>
                  <a:pt x="31814" y="1306154"/>
                </a:lnTo>
                <a:cubicBezTo>
                  <a:pt x="31814" y="1318508"/>
                  <a:pt x="34328" y="1327214"/>
                  <a:pt x="39386" y="1332272"/>
                </a:cubicBezTo>
                <a:cubicBezTo>
                  <a:pt x="44444" y="1337330"/>
                  <a:pt x="51949" y="1339854"/>
                  <a:pt x="61932" y="1339854"/>
                </a:cubicBezTo>
                <a:cubicBezTo>
                  <a:pt x="72314" y="1339854"/>
                  <a:pt x="79877" y="1337120"/>
                  <a:pt x="84572" y="1331643"/>
                </a:cubicBezTo>
                <a:cubicBezTo>
                  <a:pt x="89268" y="1326166"/>
                  <a:pt x="91640" y="1317603"/>
                  <a:pt x="91640" y="1305945"/>
                </a:cubicBezTo>
                <a:lnTo>
                  <a:pt x="91640" y="1214095"/>
                </a:lnTo>
                <a:lnTo>
                  <a:pt x="123434" y="1214095"/>
                </a:lnTo>
                <a:lnTo>
                  <a:pt x="123434" y="1311412"/>
                </a:lnTo>
                <a:cubicBezTo>
                  <a:pt x="123434" y="1321814"/>
                  <a:pt x="121158" y="1331196"/>
                  <a:pt x="116596" y="1339539"/>
                </a:cubicBezTo>
                <a:cubicBezTo>
                  <a:pt x="112033" y="1347893"/>
                  <a:pt x="105146" y="1354494"/>
                  <a:pt x="95955" y="1359342"/>
                </a:cubicBezTo>
                <a:cubicBezTo>
                  <a:pt x="86754" y="1364190"/>
                  <a:pt x="75133" y="1366609"/>
                  <a:pt x="61093" y="1366609"/>
                </a:cubicBezTo>
                <a:cubicBezTo>
                  <a:pt x="41158" y="1366609"/>
                  <a:pt x="25984" y="1361514"/>
                  <a:pt x="15592" y="1351331"/>
                </a:cubicBezTo>
                <a:cubicBezTo>
                  <a:pt x="5191" y="1341149"/>
                  <a:pt x="0" y="1327709"/>
                  <a:pt x="0" y="1311003"/>
                </a:cubicBezTo>
                <a:close/>
                <a:moveTo>
                  <a:pt x="1028548" y="1206089"/>
                </a:moveTo>
                <a:cubicBezTo>
                  <a:pt x="1032472" y="1206089"/>
                  <a:pt x="1035882" y="1207194"/>
                  <a:pt x="1038768" y="1209366"/>
                </a:cubicBezTo>
                <a:cubicBezTo>
                  <a:pt x="1041644" y="1211547"/>
                  <a:pt x="1043083" y="1215091"/>
                  <a:pt x="1043083" y="1219996"/>
                </a:cubicBezTo>
                <a:cubicBezTo>
                  <a:pt x="1043083" y="1224644"/>
                  <a:pt x="1041644" y="1228083"/>
                  <a:pt x="1038768" y="1230331"/>
                </a:cubicBezTo>
                <a:cubicBezTo>
                  <a:pt x="1035882" y="1232579"/>
                  <a:pt x="1032472" y="1233693"/>
                  <a:pt x="1028548" y="1233693"/>
                </a:cubicBezTo>
                <a:cubicBezTo>
                  <a:pt x="1024490" y="1233693"/>
                  <a:pt x="1021042" y="1232579"/>
                  <a:pt x="1018232" y="1230331"/>
                </a:cubicBezTo>
                <a:cubicBezTo>
                  <a:pt x="1015422" y="1228083"/>
                  <a:pt x="1014012" y="1224644"/>
                  <a:pt x="1014012" y="1219996"/>
                </a:cubicBezTo>
                <a:cubicBezTo>
                  <a:pt x="1014012" y="1215091"/>
                  <a:pt x="1015422" y="1211547"/>
                  <a:pt x="1018232" y="1209366"/>
                </a:cubicBezTo>
                <a:cubicBezTo>
                  <a:pt x="1021042" y="1207194"/>
                  <a:pt x="1024490" y="1206089"/>
                  <a:pt x="1028548" y="1206089"/>
                </a:cubicBezTo>
                <a:close/>
                <a:moveTo>
                  <a:pt x="986847" y="1206089"/>
                </a:moveTo>
                <a:cubicBezTo>
                  <a:pt x="990771" y="1206089"/>
                  <a:pt x="994181" y="1207194"/>
                  <a:pt x="997058" y="1209366"/>
                </a:cubicBezTo>
                <a:cubicBezTo>
                  <a:pt x="999935" y="1211547"/>
                  <a:pt x="1001382" y="1215091"/>
                  <a:pt x="1001382" y="1219996"/>
                </a:cubicBezTo>
                <a:cubicBezTo>
                  <a:pt x="1001382" y="1224644"/>
                  <a:pt x="999935" y="1228083"/>
                  <a:pt x="997058" y="1230331"/>
                </a:cubicBezTo>
                <a:cubicBezTo>
                  <a:pt x="994181" y="1232579"/>
                  <a:pt x="990771" y="1233693"/>
                  <a:pt x="986847" y="1233693"/>
                </a:cubicBezTo>
                <a:cubicBezTo>
                  <a:pt x="982913" y="1233693"/>
                  <a:pt x="979541" y="1232579"/>
                  <a:pt x="976732" y="1230331"/>
                </a:cubicBezTo>
                <a:cubicBezTo>
                  <a:pt x="973922" y="1228083"/>
                  <a:pt x="972531" y="1224644"/>
                  <a:pt x="972531" y="1219996"/>
                </a:cubicBezTo>
                <a:cubicBezTo>
                  <a:pt x="972531" y="1215091"/>
                  <a:pt x="973922" y="1211547"/>
                  <a:pt x="976732" y="1209366"/>
                </a:cubicBezTo>
                <a:cubicBezTo>
                  <a:pt x="979541" y="1207194"/>
                  <a:pt x="982913" y="1206089"/>
                  <a:pt x="986847" y="1206089"/>
                </a:cubicBezTo>
                <a:close/>
                <a:moveTo>
                  <a:pt x="820859" y="1204414"/>
                </a:moveTo>
                <a:cubicBezTo>
                  <a:pt x="825488" y="1204414"/>
                  <a:pt x="829498" y="1205509"/>
                  <a:pt x="832860" y="1207691"/>
                </a:cubicBezTo>
                <a:cubicBezTo>
                  <a:pt x="836232" y="1209862"/>
                  <a:pt x="837918" y="1213891"/>
                  <a:pt x="837918" y="1219787"/>
                </a:cubicBezTo>
                <a:cubicBezTo>
                  <a:pt x="837918" y="1225550"/>
                  <a:pt x="836232" y="1229560"/>
                  <a:pt x="832860" y="1231808"/>
                </a:cubicBezTo>
                <a:cubicBezTo>
                  <a:pt x="829498" y="1234056"/>
                  <a:pt x="825488" y="1235170"/>
                  <a:pt x="820859" y="1235170"/>
                </a:cubicBezTo>
                <a:cubicBezTo>
                  <a:pt x="816077" y="1235170"/>
                  <a:pt x="812048" y="1234056"/>
                  <a:pt x="808762" y="1231808"/>
                </a:cubicBezTo>
                <a:cubicBezTo>
                  <a:pt x="805447" y="1229560"/>
                  <a:pt x="803809" y="1225550"/>
                  <a:pt x="803809" y="1219787"/>
                </a:cubicBezTo>
                <a:cubicBezTo>
                  <a:pt x="803809" y="1213891"/>
                  <a:pt x="805447" y="1209862"/>
                  <a:pt x="808762" y="1207691"/>
                </a:cubicBezTo>
                <a:cubicBezTo>
                  <a:pt x="812048" y="1205509"/>
                  <a:pt x="816077" y="1204414"/>
                  <a:pt x="820859" y="1204414"/>
                </a:cubicBezTo>
                <a:close/>
                <a:moveTo>
                  <a:pt x="311957" y="1204414"/>
                </a:moveTo>
                <a:cubicBezTo>
                  <a:pt x="316586" y="1204414"/>
                  <a:pt x="320596" y="1205509"/>
                  <a:pt x="323959" y="1207691"/>
                </a:cubicBezTo>
                <a:cubicBezTo>
                  <a:pt x="327331" y="1209862"/>
                  <a:pt x="329016" y="1213891"/>
                  <a:pt x="329016" y="1219787"/>
                </a:cubicBezTo>
                <a:cubicBezTo>
                  <a:pt x="329016" y="1225550"/>
                  <a:pt x="327331" y="1229560"/>
                  <a:pt x="323959" y="1231808"/>
                </a:cubicBezTo>
                <a:cubicBezTo>
                  <a:pt x="320596" y="1234056"/>
                  <a:pt x="316586" y="1235170"/>
                  <a:pt x="311957" y="1235170"/>
                </a:cubicBezTo>
                <a:cubicBezTo>
                  <a:pt x="307176" y="1235170"/>
                  <a:pt x="303147" y="1234056"/>
                  <a:pt x="299860" y="1231808"/>
                </a:cubicBezTo>
                <a:cubicBezTo>
                  <a:pt x="296546" y="1229560"/>
                  <a:pt x="294907" y="1225550"/>
                  <a:pt x="294907" y="1219787"/>
                </a:cubicBezTo>
                <a:cubicBezTo>
                  <a:pt x="294907" y="1213891"/>
                  <a:pt x="296546" y="1209862"/>
                  <a:pt x="299860" y="1207691"/>
                </a:cubicBezTo>
                <a:cubicBezTo>
                  <a:pt x="303147" y="1205509"/>
                  <a:pt x="307176" y="1204414"/>
                  <a:pt x="311957" y="1204414"/>
                </a:cubicBezTo>
                <a:close/>
                <a:moveTo>
                  <a:pt x="498587" y="809418"/>
                </a:moveTo>
                <a:cubicBezTo>
                  <a:pt x="442199" y="806941"/>
                  <a:pt x="396784" y="887589"/>
                  <a:pt x="382239" y="936138"/>
                </a:cubicBezTo>
                <a:cubicBezTo>
                  <a:pt x="378239" y="949511"/>
                  <a:pt x="369714" y="986630"/>
                  <a:pt x="366628" y="998860"/>
                </a:cubicBezTo>
                <a:cubicBezTo>
                  <a:pt x="387992" y="1004061"/>
                  <a:pt x="444628" y="1015444"/>
                  <a:pt x="505455" y="1012757"/>
                </a:cubicBezTo>
                <a:cubicBezTo>
                  <a:pt x="515961" y="943272"/>
                  <a:pt x="531543" y="858519"/>
                  <a:pt x="536887" y="830316"/>
                </a:cubicBezTo>
                <a:lnTo>
                  <a:pt x="536868" y="830306"/>
                </a:lnTo>
                <a:cubicBezTo>
                  <a:pt x="523819" y="817638"/>
                  <a:pt x="510589" y="809894"/>
                  <a:pt x="498587" y="809418"/>
                </a:cubicBezTo>
                <a:close/>
                <a:moveTo>
                  <a:pt x="55989" y="805169"/>
                </a:moveTo>
                <a:lnTo>
                  <a:pt x="33805" y="822648"/>
                </a:lnTo>
                <a:cubicBezTo>
                  <a:pt x="42539" y="836764"/>
                  <a:pt x="58418" y="856881"/>
                  <a:pt x="76496" y="875426"/>
                </a:cubicBezTo>
                <a:cubicBezTo>
                  <a:pt x="82325" y="868863"/>
                  <a:pt x="91698" y="858043"/>
                  <a:pt x="97175" y="852233"/>
                </a:cubicBezTo>
                <a:cubicBezTo>
                  <a:pt x="82992" y="838098"/>
                  <a:pt x="66447" y="818428"/>
                  <a:pt x="55989" y="805169"/>
                </a:cubicBezTo>
                <a:close/>
                <a:moveTo>
                  <a:pt x="280760" y="793873"/>
                </a:moveTo>
                <a:cubicBezTo>
                  <a:pt x="274616" y="816752"/>
                  <a:pt x="267139" y="841650"/>
                  <a:pt x="257366" y="868682"/>
                </a:cubicBezTo>
                <a:cubicBezTo>
                  <a:pt x="264072" y="905887"/>
                  <a:pt x="284646" y="932338"/>
                  <a:pt x="292323" y="938796"/>
                </a:cubicBezTo>
                <a:cubicBezTo>
                  <a:pt x="301534" y="939263"/>
                  <a:pt x="332480" y="932319"/>
                  <a:pt x="367247" y="900086"/>
                </a:cubicBezTo>
                <a:cubicBezTo>
                  <a:pt x="376191" y="872949"/>
                  <a:pt x="386478" y="844870"/>
                  <a:pt x="398660" y="818590"/>
                </a:cubicBezTo>
                <a:lnTo>
                  <a:pt x="398670" y="818571"/>
                </a:lnTo>
                <a:cubicBezTo>
                  <a:pt x="373657" y="816333"/>
                  <a:pt x="330042" y="810246"/>
                  <a:pt x="280760" y="793873"/>
                </a:cubicBezTo>
                <a:close/>
                <a:moveTo>
                  <a:pt x="212037" y="791444"/>
                </a:moveTo>
                <a:cubicBezTo>
                  <a:pt x="194416" y="794178"/>
                  <a:pt x="156744" y="823143"/>
                  <a:pt x="116349" y="868501"/>
                </a:cubicBezTo>
                <a:cubicBezTo>
                  <a:pt x="130884" y="882684"/>
                  <a:pt x="165764" y="914926"/>
                  <a:pt x="201312" y="934405"/>
                </a:cubicBezTo>
                <a:cubicBezTo>
                  <a:pt x="211608" y="912173"/>
                  <a:pt x="221219" y="888485"/>
                  <a:pt x="227991" y="866920"/>
                </a:cubicBezTo>
                <a:lnTo>
                  <a:pt x="227953" y="866673"/>
                </a:lnTo>
                <a:lnTo>
                  <a:pt x="228077" y="866653"/>
                </a:lnTo>
                <a:cubicBezTo>
                  <a:pt x="236383" y="840145"/>
                  <a:pt x="240355" y="816885"/>
                  <a:pt x="235849" y="803655"/>
                </a:cubicBezTo>
                <a:cubicBezTo>
                  <a:pt x="231535" y="790996"/>
                  <a:pt x="221781" y="789930"/>
                  <a:pt x="212037" y="791444"/>
                </a:cubicBezTo>
                <a:close/>
                <a:moveTo>
                  <a:pt x="885797" y="776071"/>
                </a:moveTo>
                <a:lnTo>
                  <a:pt x="885769" y="776109"/>
                </a:lnTo>
                <a:cubicBezTo>
                  <a:pt x="791614" y="926394"/>
                  <a:pt x="623545" y="977658"/>
                  <a:pt x="623545" y="977658"/>
                </a:cubicBezTo>
                <a:cubicBezTo>
                  <a:pt x="623545" y="977658"/>
                  <a:pt x="591056" y="893362"/>
                  <a:pt x="559166" y="856414"/>
                </a:cubicBezTo>
                <a:cubicBezTo>
                  <a:pt x="551270" y="899391"/>
                  <a:pt x="536925" y="979582"/>
                  <a:pt x="528486" y="1039313"/>
                </a:cubicBezTo>
                <a:cubicBezTo>
                  <a:pt x="588322" y="1032817"/>
                  <a:pt x="783423" y="990736"/>
                  <a:pt x="911724" y="797264"/>
                </a:cubicBezTo>
                <a:close/>
                <a:moveTo>
                  <a:pt x="347035" y="617898"/>
                </a:moveTo>
                <a:cubicBezTo>
                  <a:pt x="257528" y="643073"/>
                  <a:pt x="108262" y="737428"/>
                  <a:pt x="65009" y="772394"/>
                </a:cubicBezTo>
                <a:cubicBezTo>
                  <a:pt x="75096" y="786177"/>
                  <a:pt x="94413" y="812780"/>
                  <a:pt x="114768" y="833125"/>
                </a:cubicBezTo>
                <a:cubicBezTo>
                  <a:pt x="199931" y="752439"/>
                  <a:pt x="227610" y="761497"/>
                  <a:pt x="238145" y="764784"/>
                </a:cubicBezTo>
                <a:cubicBezTo>
                  <a:pt x="246937" y="767517"/>
                  <a:pt x="253090" y="775471"/>
                  <a:pt x="256785" y="785386"/>
                </a:cubicBezTo>
                <a:lnTo>
                  <a:pt x="257814" y="785481"/>
                </a:lnTo>
                <a:cubicBezTo>
                  <a:pt x="266434" y="751210"/>
                  <a:pt x="292304" y="662542"/>
                  <a:pt x="347501" y="618651"/>
                </a:cubicBezTo>
                <a:close/>
                <a:moveTo>
                  <a:pt x="620097" y="588666"/>
                </a:moveTo>
                <a:cubicBezTo>
                  <a:pt x="591913" y="617975"/>
                  <a:pt x="527629" y="656951"/>
                  <a:pt x="448952" y="658189"/>
                </a:cubicBezTo>
                <a:cubicBezTo>
                  <a:pt x="410852" y="659047"/>
                  <a:pt x="391707" y="644854"/>
                  <a:pt x="391707" y="644854"/>
                </a:cubicBezTo>
                <a:lnTo>
                  <a:pt x="392278" y="611298"/>
                </a:lnTo>
                <a:cubicBezTo>
                  <a:pt x="332157" y="650360"/>
                  <a:pt x="306611" y="704147"/>
                  <a:pt x="287713" y="768079"/>
                </a:cubicBezTo>
                <a:cubicBezTo>
                  <a:pt x="343149" y="786720"/>
                  <a:pt x="391688" y="791549"/>
                  <a:pt x="411424" y="792787"/>
                </a:cubicBezTo>
                <a:lnTo>
                  <a:pt x="411424" y="792777"/>
                </a:lnTo>
                <a:cubicBezTo>
                  <a:pt x="434665" y="749439"/>
                  <a:pt x="463392" y="712682"/>
                  <a:pt x="500959" y="699147"/>
                </a:cubicBezTo>
                <a:cubicBezTo>
                  <a:pt x="577568" y="671534"/>
                  <a:pt x="621107" y="589514"/>
                  <a:pt x="621107" y="589514"/>
                </a:cubicBezTo>
                <a:close/>
                <a:moveTo>
                  <a:pt x="658693" y="560177"/>
                </a:moveTo>
                <a:cubicBezTo>
                  <a:pt x="643929" y="600944"/>
                  <a:pt x="609306" y="682811"/>
                  <a:pt x="511674" y="721959"/>
                </a:cubicBezTo>
                <a:cubicBezTo>
                  <a:pt x="481956" y="733865"/>
                  <a:pt x="450010" y="768879"/>
                  <a:pt x="430998" y="812732"/>
                </a:cubicBezTo>
                <a:lnTo>
                  <a:pt x="432512" y="813237"/>
                </a:lnTo>
                <a:cubicBezTo>
                  <a:pt x="446371" y="797188"/>
                  <a:pt x="469717" y="778680"/>
                  <a:pt x="495539" y="778871"/>
                </a:cubicBezTo>
                <a:cubicBezTo>
                  <a:pt x="559538" y="779443"/>
                  <a:pt x="620307" y="901458"/>
                  <a:pt x="638785" y="943844"/>
                </a:cubicBezTo>
                <a:cubicBezTo>
                  <a:pt x="757762" y="891056"/>
                  <a:pt x="841125" y="813399"/>
                  <a:pt x="879292" y="732389"/>
                </a:cubicBezTo>
                <a:cubicBezTo>
                  <a:pt x="809759" y="656094"/>
                  <a:pt x="703936" y="588371"/>
                  <a:pt x="658693" y="560177"/>
                </a:cubicBezTo>
                <a:close/>
                <a:moveTo>
                  <a:pt x="359520" y="295985"/>
                </a:moveTo>
                <a:cubicBezTo>
                  <a:pt x="376432" y="295487"/>
                  <a:pt x="398103" y="299224"/>
                  <a:pt x="417767" y="315864"/>
                </a:cubicBezTo>
                <a:lnTo>
                  <a:pt x="411262" y="329637"/>
                </a:lnTo>
                <a:cubicBezTo>
                  <a:pt x="411262" y="329637"/>
                  <a:pt x="387154" y="319740"/>
                  <a:pt x="378991" y="320750"/>
                </a:cubicBezTo>
                <a:lnTo>
                  <a:pt x="378610" y="322331"/>
                </a:lnTo>
                <a:cubicBezTo>
                  <a:pt x="383820" y="328913"/>
                  <a:pt x="381067" y="338219"/>
                  <a:pt x="375867" y="342086"/>
                </a:cubicBezTo>
                <a:lnTo>
                  <a:pt x="357884" y="344353"/>
                </a:lnTo>
                <a:lnTo>
                  <a:pt x="352073" y="328218"/>
                </a:lnTo>
                <a:lnTo>
                  <a:pt x="350216" y="323103"/>
                </a:lnTo>
                <a:cubicBezTo>
                  <a:pt x="345111" y="324750"/>
                  <a:pt x="342177" y="326589"/>
                  <a:pt x="341634" y="327008"/>
                </a:cubicBezTo>
                <a:lnTo>
                  <a:pt x="329833" y="301509"/>
                </a:lnTo>
                <a:cubicBezTo>
                  <a:pt x="330457" y="301214"/>
                  <a:pt x="342608" y="296483"/>
                  <a:pt x="359520" y="295985"/>
                </a:cubicBezTo>
                <a:close/>
                <a:moveTo>
                  <a:pt x="333281" y="229802"/>
                </a:moveTo>
                <a:cubicBezTo>
                  <a:pt x="327585" y="242328"/>
                  <a:pt x="319260" y="258644"/>
                  <a:pt x="316021" y="268579"/>
                </a:cubicBezTo>
                <a:cubicBezTo>
                  <a:pt x="309744" y="287848"/>
                  <a:pt x="315602" y="311670"/>
                  <a:pt x="315602" y="311670"/>
                </a:cubicBezTo>
                <a:cubicBezTo>
                  <a:pt x="315602" y="311670"/>
                  <a:pt x="293599" y="359676"/>
                  <a:pt x="272073" y="402348"/>
                </a:cubicBezTo>
                <a:cubicBezTo>
                  <a:pt x="265596" y="415206"/>
                  <a:pt x="265224" y="423674"/>
                  <a:pt x="266939" y="426913"/>
                </a:cubicBezTo>
                <a:cubicBezTo>
                  <a:pt x="267891" y="428722"/>
                  <a:pt x="269444" y="430189"/>
                  <a:pt x="272768" y="430951"/>
                </a:cubicBezTo>
                <a:cubicBezTo>
                  <a:pt x="276083" y="431704"/>
                  <a:pt x="301124" y="426351"/>
                  <a:pt x="301124" y="426351"/>
                </a:cubicBezTo>
                <a:cubicBezTo>
                  <a:pt x="301124" y="426351"/>
                  <a:pt x="309840" y="431799"/>
                  <a:pt x="307325" y="460364"/>
                </a:cubicBezTo>
                <a:cubicBezTo>
                  <a:pt x="328861" y="464889"/>
                  <a:pt x="346730" y="463975"/>
                  <a:pt x="367294" y="460069"/>
                </a:cubicBezTo>
                <a:lnTo>
                  <a:pt x="370476" y="476071"/>
                </a:lnTo>
                <a:cubicBezTo>
                  <a:pt x="348635" y="484625"/>
                  <a:pt x="328823" y="487616"/>
                  <a:pt x="317507" y="488349"/>
                </a:cubicBezTo>
                <a:cubicBezTo>
                  <a:pt x="320936" y="492845"/>
                  <a:pt x="326785" y="499579"/>
                  <a:pt x="326785" y="499579"/>
                </a:cubicBezTo>
                <a:cubicBezTo>
                  <a:pt x="326785" y="499579"/>
                  <a:pt x="325603" y="512361"/>
                  <a:pt x="325508" y="517505"/>
                </a:cubicBezTo>
                <a:cubicBezTo>
                  <a:pt x="325137" y="538793"/>
                  <a:pt x="340101" y="546632"/>
                  <a:pt x="352835" y="545137"/>
                </a:cubicBezTo>
                <a:cubicBezTo>
                  <a:pt x="388640" y="540936"/>
                  <a:pt x="453810" y="520839"/>
                  <a:pt x="483442" y="465975"/>
                </a:cubicBezTo>
                <a:lnTo>
                  <a:pt x="497920" y="474833"/>
                </a:lnTo>
                <a:cubicBezTo>
                  <a:pt x="477241" y="513028"/>
                  <a:pt x="446666" y="537698"/>
                  <a:pt x="416281" y="552843"/>
                </a:cubicBezTo>
                <a:lnTo>
                  <a:pt x="417329" y="627805"/>
                </a:lnTo>
                <a:cubicBezTo>
                  <a:pt x="480766" y="648855"/>
                  <a:pt x="581826" y="603897"/>
                  <a:pt x="633842" y="546175"/>
                </a:cubicBezTo>
                <a:cubicBezTo>
                  <a:pt x="599419" y="527154"/>
                  <a:pt x="591599" y="489435"/>
                  <a:pt x="592361" y="461431"/>
                </a:cubicBezTo>
                <a:cubicBezTo>
                  <a:pt x="582531" y="458650"/>
                  <a:pt x="554261" y="441591"/>
                  <a:pt x="537535" y="414940"/>
                </a:cubicBezTo>
                <a:cubicBezTo>
                  <a:pt x="531363" y="420798"/>
                  <a:pt x="517389" y="431170"/>
                  <a:pt x="502264" y="429265"/>
                </a:cubicBezTo>
                <a:cubicBezTo>
                  <a:pt x="493062" y="428103"/>
                  <a:pt x="485719" y="423017"/>
                  <a:pt x="480004" y="414635"/>
                </a:cubicBezTo>
                <a:lnTo>
                  <a:pt x="487624" y="402062"/>
                </a:lnTo>
                <a:cubicBezTo>
                  <a:pt x="493910" y="407967"/>
                  <a:pt x="500644" y="407282"/>
                  <a:pt x="503435" y="407110"/>
                </a:cubicBezTo>
                <a:cubicBezTo>
                  <a:pt x="512894" y="406520"/>
                  <a:pt x="522219" y="398109"/>
                  <a:pt x="527010" y="390442"/>
                </a:cubicBezTo>
                <a:cubicBezTo>
                  <a:pt x="534849" y="377907"/>
                  <a:pt x="556042" y="335396"/>
                  <a:pt x="528200" y="324338"/>
                </a:cubicBezTo>
                <a:cubicBezTo>
                  <a:pt x="508522" y="316518"/>
                  <a:pt x="487433" y="343102"/>
                  <a:pt x="487433" y="343102"/>
                </a:cubicBezTo>
                <a:lnTo>
                  <a:pt x="460763" y="335768"/>
                </a:lnTo>
                <a:cubicBezTo>
                  <a:pt x="462144" y="307126"/>
                  <a:pt x="454896" y="260816"/>
                  <a:pt x="424044" y="247728"/>
                </a:cubicBezTo>
                <a:cubicBezTo>
                  <a:pt x="388183" y="232526"/>
                  <a:pt x="333690" y="229859"/>
                  <a:pt x="333281" y="229802"/>
                </a:cubicBezTo>
                <a:close/>
                <a:moveTo>
                  <a:pt x="434203" y="166755"/>
                </a:moveTo>
                <a:cubicBezTo>
                  <a:pt x="414841" y="166562"/>
                  <a:pt x="394407" y="167878"/>
                  <a:pt x="372952" y="171081"/>
                </a:cubicBezTo>
                <a:cubicBezTo>
                  <a:pt x="366666" y="175367"/>
                  <a:pt x="355388" y="186768"/>
                  <a:pt x="346054" y="205152"/>
                </a:cubicBezTo>
                <a:cubicBezTo>
                  <a:pt x="377391" y="209438"/>
                  <a:pt x="414386" y="214134"/>
                  <a:pt x="433712" y="223087"/>
                </a:cubicBezTo>
                <a:cubicBezTo>
                  <a:pt x="473174" y="241413"/>
                  <a:pt x="483776" y="293344"/>
                  <a:pt x="481842" y="316709"/>
                </a:cubicBezTo>
                <a:lnTo>
                  <a:pt x="483271" y="317128"/>
                </a:lnTo>
                <a:cubicBezTo>
                  <a:pt x="496377" y="301830"/>
                  <a:pt x="516503" y="291582"/>
                  <a:pt x="539802" y="301964"/>
                </a:cubicBezTo>
                <a:cubicBezTo>
                  <a:pt x="554661" y="308536"/>
                  <a:pt x="561995" y="317442"/>
                  <a:pt x="565805" y="331158"/>
                </a:cubicBezTo>
                <a:cubicBezTo>
                  <a:pt x="570472" y="347827"/>
                  <a:pt x="566557" y="369734"/>
                  <a:pt x="553699" y="393070"/>
                </a:cubicBezTo>
                <a:cubicBezTo>
                  <a:pt x="560271" y="404786"/>
                  <a:pt x="577235" y="431504"/>
                  <a:pt x="608829" y="441591"/>
                </a:cubicBezTo>
                <a:cubicBezTo>
                  <a:pt x="628451" y="433304"/>
                  <a:pt x="697269" y="369620"/>
                  <a:pt x="665646" y="263416"/>
                </a:cubicBezTo>
                <a:cubicBezTo>
                  <a:pt x="652728" y="243414"/>
                  <a:pt x="569735" y="168105"/>
                  <a:pt x="434203" y="166755"/>
                </a:cubicBezTo>
                <a:close/>
                <a:moveTo>
                  <a:pt x="515050" y="25991"/>
                </a:moveTo>
                <a:cubicBezTo>
                  <a:pt x="488319" y="24434"/>
                  <a:pt x="459568" y="25315"/>
                  <a:pt x="428978" y="29101"/>
                </a:cubicBezTo>
                <a:cubicBezTo>
                  <a:pt x="427083" y="42979"/>
                  <a:pt x="424883" y="60172"/>
                  <a:pt x="439056" y="93976"/>
                </a:cubicBezTo>
                <a:lnTo>
                  <a:pt x="420196" y="97681"/>
                </a:lnTo>
                <a:cubicBezTo>
                  <a:pt x="401718" y="64706"/>
                  <a:pt x="399813" y="47780"/>
                  <a:pt x="400546" y="31635"/>
                </a:cubicBezTo>
                <a:cubicBezTo>
                  <a:pt x="359836" y="33454"/>
                  <a:pt x="321689" y="38321"/>
                  <a:pt x="287342" y="49637"/>
                </a:cubicBezTo>
                <a:cubicBezTo>
                  <a:pt x="242393" y="64448"/>
                  <a:pt x="204093" y="90175"/>
                  <a:pt x="169784" y="122560"/>
                </a:cubicBezTo>
                <a:cubicBezTo>
                  <a:pt x="181643" y="136334"/>
                  <a:pt x="201521" y="155498"/>
                  <a:pt x="240050" y="169966"/>
                </a:cubicBezTo>
                <a:lnTo>
                  <a:pt x="231115" y="187064"/>
                </a:lnTo>
                <a:cubicBezTo>
                  <a:pt x="193730" y="173033"/>
                  <a:pt x="165602" y="156822"/>
                  <a:pt x="147257" y="138801"/>
                </a:cubicBezTo>
                <a:cubicBezTo>
                  <a:pt x="96613" y="171062"/>
                  <a:pt x="69857" y="218582"/>
                  <a:pt x="67028" y="260501"/>
                </a:cubicBezTo>
                <a:cubicBezTo>
                  <a:pt x="64790" y="293677"/>
                  <a:pt x="75506" y="322071"/>
                  <a:pt x="93698" y="334244"/>
                </a:cubicBezTo>
                <a:cubicBezTo>
                  <a:pt x="119663" y="351608"/>
                  <a:pt x="168108" y="329310"/>
                  <a:pt x="211361" y="296811"/>
                </a:cubicBezTo>
                <a:lnTo>
                  <a:pt x="222562" y="311155"/>
                </a:lnTo>
                <a:cubicBezTo>
                  <a:pt x="186729" y="339407"/>
                  <a:pt x="159316" y="354332"/>
                  <a:pt x="137780" y="360752"/>
                </a:cubicBezTo>
                <a:cubicBezTo>
                  <a:pt x="172984" y="404700"/>
                  <a:pt x="232049" y="388746"/>
                  <a:pt x="250108" y="383888"/>
                </a:cubicBezTo>
                <a:cubicBezTo>
                  <a:pt x="267615" y="350379"/>
                  <a:pt x="281960" y="322814"/>
                  <a:pt x="288456" y="308917"/>
                </a:cubicBezTo>
                <a:cubicBezTo>
                  <a:pt x="287027" y="299583"/>
                  <a:pt x="284855" y="275970"/>
                  <a:pt x="291142" y="257873"/>
                </a:cubicBezTo>
                <a:cubicBezTo>
                  <a:pt x="295905" y="244252"/>
                  <a:pt x="314850" y="202066"/>
                  <a:pt x="335386" y="176643"/>
                </a:cubicBezTo>
                <a:lnTo>
                  <a:pt x="335081" y="176081"/>
                </a:lnTo>
                <a:cubicBezTo>
                  <a:pt x="335081" y="176081"/>
                  <a:pt x="308296" y="181368"/>
                  <a:pt x="293885" y="185463"/>
                </a:cubicBezTo>
                <a:lnTo>
                  <a:pt x="288170" y="170033"/>
                </a:lnTo>
                <a:cubicBezTo>
                  <a:pt x="314793" y="159651"/>
                  <a:pt x="413519" y="125418"/>
                  <a:pt x="536582" y="157651"/>
                </a:cubicBezTo>
                <a:cubicBezTo>
                  <a:pt x="647596" y="186721"/>
                  <a:pt x="685839" y="250614"/>
                  <a:pt x="685839" y="250614"/>
                </a:cubicBezTo>
                <a:cubicBezTo>
                  <a:pt x="686106" y="251224"/>
                  <a:pt x="713433" y="321261"/>
                  <a:pt x="683467" y="389822"/>
                </a:cubicBezTo>
                <a:cubicBezTo>
                  <a:pt x="726444" y="392413"/>
                  <a:pt x="787233" y="379850"/>
                  <a:pt x="797805" y="331558"/>
                </a:cubicBezTo>
                <a:lnTo>
                  <a:pt x="797758" y="331577"/>
                </a:lnTo>
                <a:lnTo>
                  <a:pt x="797472" y="331672"/>
                </a:lnTo>
                <a:lnTo>
                  <a:pt x="797472" y="331577"/>
                </a:lnTo>
                <a:lnTo>
                  <a:pt x="796329" y="330720"/>
                </a:lnTo>
                <a:cubicBezTo>
                  <a:pt x="773221" y="343874"/>
                  <a:pt x="743370" y="338626"/>
                  <a:pt x="735750" y="337101"/>
                </a:cubicBezTo>
                <a:lnTo>
                  <a:pt x="739179" y="319671"/>
                </a:lnTo>
                <a:cubicBezTo>
                  <a:pt x="768287" y="325376"/>
                  <a:pt x="793519" y="310031"/>
                  <a:pt x="805273" y="297706"/>
                </a:cubicBezTo>
                <a:cubicBezTo>
                  <a:pt x="819951" y="282314"/>
                  <a:pt x="824228" y="261501"/>
                  <a:pt x="823199" y="241004"/>
                </a:cubicBezTo>
                <a:cubicBezTo>
                  <a:pt x="820141" y="179949"/>
                  <a:pt x="764096" y="137467"/>
                  <a:pt x="736598" y="120132"/>
                </a:cubicBezTo>
                <a:cubicBezTo>
                  <a:pt x="728540" y="133505"/>
                  <a:pt x="712061" y="151383"/>
                  <a:pt x="678257" y="165070"/>
                </a:cubicBezTo>
                <a:lnTo>
                  <a:pt x="664303" y="153831"/>
                </a:lnTo>
                <a:cubicBezTo>
                  <a:pt x="694335" y="135105"/>
                  <a:pt x="707451" y="115312"/>
                  <a:pt x="713138" y="103253"/>
                </a:cubicBezTo>
                <a:cubicBezTo>
                  <a:pt x="685201" y="77564"/>
                  <a:pt x="643481" y="51951"/>
                  <a:pt x="588998" y="37512"/>
                </a:cubicBezTo>
                <a:cubicBezTo>
                  <a:pt x="566491" y="31545"/>
                  <a:pt x="541781" y="27549"/>
                  <a:pt x="515050" y="25991"/>
                </a:cubicBezTo>
                <a:close/>
                <a:moveTo>
                  <a:pt x="504384" y="146"/>
                </a:moveTo>
                <a:cubicBezTo>
                  <a:pt x="595551" y="2521"/>
                  <a:pt x="683124" y="33702"/>
                  <a:pt x="738931" y="90852"/>
                </a:cubicBezTo>
                <a:cubicBezTo>
                  <a:pt x="799891" y="130742"/>
                  <a:pt x="841430" y="163861"/>
                  <a:pt x="850545" y="236527"/>
                </a:cubicBezTo>
                <a:cubicBezTo>
                  <a:pt x="853736" y="262006"/>
                  <a:pt x="845754" y="290429"/>
                  <a:pt x="828019" y="312498"/>
                </a:cubicBezTo>
                <a:cubicBezTo>
                  <a:pt x="824656" y="400243"/>
                  <a:pt x="737588" y="419074"/>
                  <a:pt x="671866" y="411511"/>
                </a:cubicBezTo>
                <a:cubicBezTo>
                  <a:pt x="659255" y="438905"/>
                  <a:pt x="626213" y="460069"/>
                  <a:pt x="617640" y="464832"/>
                </a:cubicBezTo>
                <a:cubicBezTo>
                  <a:pt x="616897" y="490511"/>
                  <a:pt x="620659" y="504913"/>
                  <a:pt x="636738" y="518410"/>
                </a:cubicBezTo>
                <a:cubicBezTo>
                  <a:pt x="646148" y="526306"/>
                  <a:pt x="680438" y="546480"/>
                  <a:pt x="680438" y="546480"/>
                </a:cubicBezTo>
                <a:cubicBezTo>
                  <a:pt x="817598" y="625480"/>
                  <a:pt x="911391" y="729027"/>
                  <a:pt x="911391" y="729027"/>
                </a:cubicBezTo>
                <a:cubicBezTo>
                  <a:pt x="910915" y="730170"/>
                  <a:pt x="905009" y="741533"/>
                  <a:pt x="899961" y="751344"/>
                </a:cubicBezTo>
                <a:lnTo>
                  <a:pt x="899951" y="751363"/>
                </a:lnTo>
                <a:lnTo>
                  <a:pt x="943347" y="791482"/>
                </a:lnTo>
                <a:cubicBezTo>
                  <a:pt x="943347" y="791482"/>
                  <a:pt x="832057" y="1037294"/>
                  <a:pt x="497587" y="1068231"/>
                </a:cubicBezTo>
                <a:cubicBezTo>
                  <a:pt x="497587" y="1068231"/>
                  <a:pt x="501025" y="1041752"/>
                  <a:pt x="501730" y="1036694"/>
                </a:cubicBezTo>
                <a:cubicBezTo>
                  <a:pt x="452515" y="1040323"/>
                  <a:pt x="386621" y="1030569"/>
                  <a:pt x="360389" y="1024978"/>
                </a:cubicBezTo>
                <a:cubicBezTo>
                  <a:pt x="358179" y="1034770"/>
                  <a:pt x="356283" y="1043676"/>
                  <a:pt x="354750" y="1051191"/>
                </a:cubicBezTo>
                <a:lnTo>
                  <a:pt x="328747" y="1046047"/>
                </a:lnTo>
                <a:cubicBezTo>
                  <a:pt x="335576" y="1006757"/>
                  <a:pt x="351988" y="949273"/>
                  <a:pt x="353131" y="945559"/>
                </a:cubicBezTo>
                <a:lnTo>
                  <a:pt x="353150" y="945511"/>
                </a:lnTo>
                <a:cubicBezTo>
                  <a:pt x="335176" y="955398"/>
                  <a:pt x="319174" y="959408"/>
                  <a:pt x="307211" y="960856"/>
                </a:cubicBezTo>
                <a:cubicBezTo>
                  <a:pt x="311430" y="976181"/>
                  <a:pt x="313050" y="990878"/>
                  <a:pt x="307058" y="1003661"/>
                </a:cubicBezTo>
                <a:cubicBezTo>
                  <a:pt x="296847" y="1025454"/>
                  <a:pt x="276559" y="1028607"/>
                  <a:pt x="261967" y="1023825"/>
                </a:cubicBezTo>
                <a:cubicBezTo>
                  <a:pt x="243984" y="1017948"/>
                  <a:pt x="233706" y="1000356"/>
                  <a:pt x="239707" y="979810"/>
                </a:cubicBezTo>
                <a:cubicBezTo>
                  <a:pt x="243555" y="966618"/>
                  <a:pt x="253756" y="953026"/>
                  <a:pt x="266472" y="946768"/>
                </a:cubicBezTo>
                <a:cubicBezTo>
                  <a:pt x="258728" y="938767"/>
                  <a:pt x="249003" y="926623"/>
                  <a:pt x="241050" y="910221"/>
                </a:cubicBezTo>
                <a:cubicBezTo>
                  <a:pt x="230858" y="934338"/>
                  <a:pt x="219038" y="958465"/>
                  <a:pt x="201083" y="992631"/>
                </a:cubicBezTo>
                <a:lnTo>
                  <a:pt x="178861" y="980144"/>
                </a:lnTo>
                <a:cubicBezTo>
                  <a:pt x="180633" y="977239"/>
                  <a:pt x="187405" y="963742"/>
                  <a:pt x="190567" y="956636"/>
                </a:cubicBezTo>
                <a:cubicBezTo>
                  <a:pt x="152344" y="935815"/>
                  <a:pt x="114558" y="904258"/>
                  <a:pt x="98146" y="889856"/>
                </a:cubicBezTo>
                <a:cubicBezTo>
                  <a:pt x="95356" y="893276"/>
                  <a:pt x="80058" y="911583"/>
                  <a:pt x="80058" y="911583"/>
                </a:cubicBezTo>
                <a:cubicBezTo>
                  <a:pt x="80058" y="911583"/>
                  <a:pt x="27804" y="866291"/>
                  <a:pt x="1020" y="815799"/>
                </a:cubicBezTo>
                <a:lnTo>
                  <a:pt x="41530" y="786005"/>
                </a:lnTo>
                <a:cubicBezTo>
                  <a:pt x="38291" y="781471"/>
                  <a:pt x="28423" y="767517"/>
                  <a:pt x="28423" y="767517"/>
                </a:cubicBezTo>
                <a:cubicBezTo>
                  <a:pt x="28423" y="767517"/>
                  <a:pt x="173222" y="658437"/>
                  <a:pt x="305039" y="608564"/>
                </a:cubicBezTo>
                <a:cubicBezTo>
                  <a:pt x="335290" y="597115"/>
                  <a:pt x="365932" y="589962"/>
                  <a:pt x="392755" y="586628"/>
                </a:cubicBezTo>
                <a:lnTo>
                  <a:pt x="393145" y="561701"/>
                </a:lnTo>
                <a:lnTo>
                  <a:pt x="393145" y="561663"/>
                </a:lnTo>
                <a:cubicBezTo>
                  <a:pt x="378667" y="565997"/>
                  <a:pt x="333281" y="580541"/>
                  <a:pt x="313554" y="556338"/>
                </a:cubicBezTo>
                <a:cubicBezTo>
                  <a:pt x="299715" y="539346"/>
                  <a:pt x="300572" y="520886"/>
                  <a:pt x="303248" y="508380"/>
                </a:cubicBezTo>
                <a:cubicBezTo>
                  <a:pt x="295514" y="499246"/>
                  <a:pt x="285094" y="484063"/>
                  <a:pt x="285094" y="454926"/>
                </a:cubicBezTo>
                <a:cubicBezTo>
                  <a:pt x="285094" y="454926"/>
                  <a:pt x="274749" y="457212"/>
                  <a:pt x="269406" y="456945"/>
                </a:cubicBezTo>
                <a:cubicBezTo>
                  <a:pt x="264062" y="456669"/>
                  <a:pt x="251813" y="455459"/>
                  <a:pt x="243241" y="439743"/>
                </a:cubicBezTo>
                <a:cubicBezTo>
                  <a:pt x="238840" y="431704"/>
                  <a:pt x="237735" y="421779"/>
                  <a:pt x="239945" y="410530"/>
                </a:cubicBezTo>
                <a:cubicBezTo>
                  <a:pt x="230887" y="412463"/>
                  <a:pt x="218990" y="414235"/>
                  <a:pt x="204188" y="414473"/>
                </a:cubicBezTo>
                <a:cubicBezTo>
                  <a:pt x="163212" y="415140"/>
                  <a:pt x="137399" y="404281"/>
                  <a:pt x="107481" y="364276"/>
                </a:cubicBezTo>
                <a:cubicBezTo>
                  <a:pt x="63552" y="358895"/>
                  <a:pt x="35567" y="315766"/>
                  <a:pt x="40130" y="254901"/>
                </a:cubicBezTo>
                <a:cubicBezTo>
                  <a:pt x="46292" y="172748"/>
                  <a:pt x="126760" y="123237"/>
                  <a:pt x="142895" y="113483"/>
                </a:cubicBezTo>
                <a:cubicBezTo>
                  <a:pt x="182062" y="74116"/>
                  <a:pt x="221867" y="44122"/>
                  <a:pt x="276016" y="26415"/>
                </a:cubicBezTo>
                <a:cubicBezTo>
                  <a:pt x="313421" y="14185"/>
                  <a:pt x="357769" y="8213"/>
                  <a:pt x="413062" y="7479"/>
                </a:cubicBezTo>
                <a:cubicBezTo>
                  <a:pt x="443207" y="1764"/>
                  <a:pt x="473995" y="-645"/>
                  <a:pt x="504384" y="146"/>
                </a:cubicBezTo>
                <a:close/>
              </a:path>
            </a:pathLst>
          </a:custGeom>
          <a:solidFill>
            <a:srgbClr val="ffffff"/>
          </a:solidFill>
          <a:ln w="9525">
            <a:noFill/>
          </a:ln>
        </p:spPr>
        <p:style>
          <a:lnRef idx="0"/>
          <a:fillRef idx="0"/>
          <a:effectRef idx="0"/>
          <a:fontRef idx="minor"/>
        </p:style>
        <p:txBody>
          <a:bodyPr lIns="90000" rIns="90000" tIns="45000" bIns="45000" anchor="ctr">
            <a:noAutofit/>
          </a:bodyPr>
          <a:p>
            <a:pPr defTabSz="914400">
              <a:lnSpc>
                <a:spcPct val="100000"/>
              </a:lnSpc>
            </a:pPr>
            <a:endParaRPr b="0" lang="de-DE" sz="18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 name="PlaceHolder 1"/>
          <p:cNvSpPr>
            <a:spLocks noGrp="1"/>
          </p:cNvSpPr>
          <p:nvPr>
            <p:ph type="title"/>
          </p:nvPr>
        </p:nvSpPr>
        <p:spPr>
          <a:xfrm>
            <a:off x="766800" y="333360"/>
            <a:ext cx="5113080" cy="899640"/>
          </a:xfrm>
          <a:prstGeom prst="rect">
            <a:avLst/>
          </a:prstGeom>
          <a:noFill/>
          <a:ln w="0">
            <a:noFill/>
          </a:ln>
        </p:spPr>
        <p:txBody>
          <a:bodyPr lIns="0" rIns="0" tIns="0" bIns="0" anchor="t">
            <a:noAutofit/>
          </a:bodyPr>
          <a:p>
            <a:pPr indent="0" defTabSz="914400">
              <a:lnSpc>
                <a:spcPct val="110000"/>
              </a:lnSpc>
              <a:buNone/>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4" name="PlaceHolder 2"/>
          <p:cNvSpPr>
            <a:spLocks noGrp="1"/>
          </p:cNvSpPr>
          <p:nvPr>
            <p:ph type="body"/>
          </p:nvPr>
        </p:nvSpPr>
        <p:spPr>
          <a:xfrm>
            <a:off x="7551360" y="333360"/>
            <a:ext cx="4305240" cy="5832000"/>
          </a:xfrm>
          <a:prstGeom prst="rect">
            <a:avLst/>
          </a:prstGeom>
          <a:solidFill>
            <a:schemeClr val="lt1">
              <a:lumMod val="85000"/>
            </a:schemeClr>
          </a:solidFill>
          <a:ln w="0">
            <a:noFill/>
          </a:ln>
        </p:spPr>
        <p:txBody>
          <a:bodyPr lIns="90000" rIns="90000" tIns="45000" bIns="45000" anchor="ctr">
            <a:noAutofit/>
          </a:bodyPr>
          <a:p>
            <a:pPr marL="432000" indent="-324000">
              <a:lnSpc>
                <a:spcPct val="120000"/>
              </a:lnSpc>
              <a:spcBef>
                <a:spcPts val="1417"/>
              </a:spcBef>
              <a:buClr>
                <a:srgbClr val="000000"/>
              </a:buClr>
              <a:buSzPct val="45000"/>
              <a:buFont typeface="Wingdings" charset="2"/>
              <a:buChar char=""/>
            </a:pPr>
            <a:r>
              <a:rPr b="0" lang="de-DE" sz="1800" spc="-1" strike="noStrike">
                <a:solidFill>
                  <a:schemeClr val="dk1"/>
                </a:solidFill>
                <a:latin typeface="Noto Sans"/>
              </a:rPr>
              <a:t>Click to edit the outline text format</a:t>
            </a:r>
            <a:endParaRPr b="0" lang="de-DE" sz="1800" spc="-1" strike="noStrike">
              <a:solidFill>
                <a:schemeClr val="dk1"/>
              </a:solidFill>
              <a:latin typeface="Noto Sans"/>
            </a:endParaRPr>
          </a:p>
          <a:p>
            <a:pPr lvl="1" marL="864000" indent="-324000">
              <a:lnSpc>
                <a:spcPct val="120000"/>
              </a:lnSpc>
              <a:spcBef>
                <a:spcPts val="1134"/>
              </a:spcBef>
              <a:buClr>
                <a:srgbClr val="000000"/>
              </a:buClr>
              <a:buSzPct val="75000"/>
              <a:buFont typeface="Symbol" charset="2"/>
              <a:buChar char=""/>
            </a:pPr>
            <a:r>
              <a:rPr b="0" lang="de-DE" sz="1800" spc="-1" strike="noStrike">
                <a:solidFill>
                  <a:schemeClr val="dk1"/>
                </a:solidFill>
                <a:latin typeface="Noto Sans"/>
              </a:rPr>
              <a:t>Second Outline Level</a:t>
            </a:r>
            <a:endParaRPr b="0" lang="de-DE" sz="1800" spc="-1" strike="noStrike">
              <a:solidFill>
                <a:schemeClr val="dk1"/>
              </a:solidFill>
              <a:latin typeface="Noto Sans"/>
            </a:endParaRPr>
          </a:p>
          <a:p>
            <a:pPr lvl="2" marL="1296000" indent="-288000">
              <a:lnSpc>
                <a:spcPct val="120000"/>
              </a:lnSpc>
              <a:spcBef>
                <a:spcPts val="850"/>
              </a:spcBef>
              <a:buClr>
                <a:srgbClr val="000000"/>
              </a:buClr>
              <a:buSzPct val="45000"/>
              <a:buFont typeface="Wingdings" charset="2"/>
              <a:buChar char=""/>
            </a:pPr>
            <a:r>
              <a:rPr b="0" lang="de-DE" sz="1800" spc="-1" strike="noStrike">
                <a:solidFill>
                  <a:schemeClr val="dk1"/>
                </a:solidFill>
                <a:latin typeface="Noto Sans"/>
              </a:rPr>
              <a:t>Third Outline Level</a:t>
            </a:r>
            <a:endParaRPr b="0" lang="de-DE" sz="1800" spc="-1" strike="noStrike">
              <a:solidFill>
                <a:schemeClr val="dk1"/>
              </a:solidFill>
              <a:latin typeface="Noto Sans"/>
            </a:endParaRPr>
          </a:p>
          <a:p>
            <a:pPr lvl="3" marL="1728000" indent="-216000">
              <a:lnSpc>
                <a:spcPct val="120000"/>
              </a:lnSpc>
              <a:spcBef>
                <a:spcPts val="567"/>
              </a:spcBef>
              <a:buClr>
                <a:srgbClr val="000000"/>
              </a:buClr>
              <a:buSzPct val="75000"/>
              <a:buFont typeface="Symbol" charset="2"/>
              <a:buChar char=""/>
            </a:pPr>
            <a:r>
              <a:rPr b="0" lang="de-DE" sz="1800" spc="-1" strike="noStrike">
                <a:solidFill>
                  <a:schemeClr val="dk1"/>
                </a:solidFill>
                <a:latin typeface="Noto Sans"/>
              </a:rPr>
              <a:t>Fourth Outline Level</a:t>
            </a:r>
            <a:endParaRPr b="0" lang="de-DE" sz="1800" spc="-1" strike="noStrike">
              <a:solidFill>
                <a:schemeClr val="dk1"/>
              </a:solidFill>
              <a:latin typeface="Noto Sans"/>
            </a:endParaRPr>
          </a:p>
          <a:p>
            <a:pPr lvl="4" marL="2160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Fifth Outline Level</a:t>
            </a:r>
            <a:endParaRPr b="0" lang="de-DE" sz="1800" spc="-1" strike="noStrike">
              <a:solidFill>
                <a:schemeClr val="dk1"/>
              </a:solidFill>
              <a:latin typeface="Noto Sans"/>
            </a:endParaRPr>
          </a:p>
          <a:p>
            <a:pPr lvl="5" marL="2592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Sixth Outline Level</a:t>
            </a:r>
            <a:endParaRPr b="0" lang="de-DE" sz="1800" spc="-1" strike="noStrike">
              <a:solidFill>
                <a:schemeClr val="dk1"/>
              </a:solidFill>
              <a:latin typeface="Noto Sans"/>
            </a:endParaRPr>
          </a:p>
          <a:p>
            <a:pPr lvl="6" marL="3024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Seventh Outline Level</a:t>
            </a:r>
            <a:endParaRPr b="0" lang="de-DE" sz="1800" spc="-1" strike="noStrike">
              <a:solidFill>
                <a:schemeClr val="dk1"/>
              </a:solidFill>
              <a:latin typeface="Noto Sans"/>
            </a:endParaRPr>
          </a:p>
        </p:txBody>
      </p:sp>
      <p:sp>
        <p:nvSpPr>
          <p:cNvPr id="5" name="PlaceHolder 3"/>
          <p:cNvSpPr>
            <a:spLocks noGrp="1"/>
          </p:cNvSpPr>
          <p:nvPr>
            <p:ph type="body"/>
          </p:nvPr>
        </p:nvSpPr>
        <p:spPr>
          <a:xfrm>
            <a:off x="766800" y="1665360"/>
            <a:ext cx="6228000" cy="4500360"/>
          </a:xfrm>
          <a:prstGeom prst="rect">
            <a:avLst/>
          </a:prstGeom>
          <a:solidFill>
            <a:schemeClr val="lt1">
              <a:lumMod val="85000"/>
            </a:schemeClr>
          </a:solidFill>
          <a:ln w="0">
            <a:noFill/>
          </a:ln>
        </p:spPr>
        <p:txBody>
          <a:bodyPr lIns="90000" rIns="90000" tIns="45000" bIns="45000" anchor="ctr">
            <a:noAutofit/>
          </a:bodyPr>
          <a:p>
            <a:pPr marL="432000" indent="-324000">
              <a:lnSpc>
                <a:spcPct val="120000"/>
              </a:lnSpc>
              <a:spcBef>
                <a:spcPts val="1417"/>
              </a:spcBef>
              <a:buClr>
                <a:srgbClr val="000000"/>
              </a:buClr>
              <a:buSzPct val="45000"/>
              <a:buFont typeface="Wingdings" charset="2"/>
              <a:buChar char=""/>
            </a:pPr>
            <a:r>
              <a:rPr b="0" lang="de-DE" sz="1800" spc="-1" strike="noStrike">
                <a:solidFill>
                  <a:schemeClr val="dk1"/>
                </a:solidFill>
                <a:latin typeface="Noto Sans"/>
              </a:rPr>
              <a:t>Click to edit the outline text format</a:t>
            </a:r>
            <a:endParaRPr b="0" lang="de-DE" sz="1800" spc="-1" strike="noStrike">
              <a:solidFill>
                <a:schemeClr val="dk1"/>
              </a:solidFill>
              <a:latin typeface="Noto Sans"/>
            </a:endParaRPr>
          </a:p>
          <a:p>
            <a:pPr lvl="1" marL="864000" indent="-324000">
              <a:lnSpc>
                <a:spcPct val="120000"/>
              </a:lnSpc>
              <a:spcBef>
                <a:spcPts val="1134"/>
              </a:spcBef>
              <a:buClr>
                <a:srgbClr val="000000"/>
              </a:buClr>
              <a:buSzPct val="75000"/>
              <a:buFont typeface="Symbol" charset="2"/>
              <a:buChar char=""/>
            </a:pPr>
            <a:r>
              <a:rPr b="0" lang="de-DE" sz="1800" spc="-1" strike="noStrike">
                <a:solidFill>
                  <a:schemeClr val="dk1"/>
                </a:solidFill>
                <a:latin typeface="Noto Sans"/>
              </a:rPr>
              <a:t>Second Outline Level</a:t>
            </a:r>
            <a:endParaRPr b="0" lang="de-DE" sz="1800" spc="-1" strike="noStrike">
              <a:solidFill>
                <a:schemeClr val="dk1"/>
              </a:solidFill>
              <a:latin typeface="Noto Sans"/>
            </a:endParaRPr>
          </a:p>
          <a:p>
            <a:pPr lvl="2" marL="1296000" indent="-288000">
              <a:lnSpc>
                <a:spcPct val="120000"/>
              </a:lnSpc>
              <a:spcBef>
                <a:spcPts val="850"/>
              </a:spcBef>
              <a:buClr>
                <a:srgbClr val="000000"/>
              </a:buClr>
              <a:buSzPct val="45000"/>
              <a:buFont typeface="Wingdings" charset="2"/>
              <a:buChar char=""/>
            </a:pPr>
            <a:r>
              <a:rPr b="0" lang="de-DE" sz="1800" spc="-1" strike="noStrike">
                <a:solidFill>
                  <a:schemeClr val="dk1"/>
                </a:solidFill>
                <a:latin typeface="Noto Sans"/>
              </a:rPr>
              <a:t>Third Outline Level</a:t>
            </a:r>
            <a:endParaRPr b="0" lang="de-DE" sz="1800" spc="-1" strike="noStrike">
              <a:solidFill>
                <a:schemeClr val="dk1"/>
              </a:solidFill>
              <a:latin typeface="Noto Sans"/>
            </a:endParaRPr>
          </a:p>
          <a:p>
            <a:pPr lvl="3" marL="1728000" indent="-216000">
              <a:lnSpc>
                <a:spcPct val="120000"/>
              </a:lnSpc>
              <a:spcBef>
                <a:spcPts val="567"/>
              </a:spcBef>
              <a:buClr>
                <a:srgbClr val="000000"/>
              </a:buClr>
              <a:buSzPct val="75000"/>
              <a:buFont typeface="Symbol" charset="2"/>
              <a:buChar char=""/>
            </a:pPr>
            <a:r>
              <a:rPr b="0" lang="de-DE" sz="1800" spc="-1" strike="noStrike">
                <a:solidFill>
                  <a:schemeClr val="dk1"/>
                </a:solidFill>
                <a:latin typeface="Noto Sans"/>
              </a:rPr>
              <a:t>Fourth Outline Level</a:t>
            </a:r>
            <a:endParaRPr b="0" lang="de-DE" sz="1800" spc="-1" strike="noStrike">
              <a:solidFill>
                <a:schemeClr val="dk1"/>
              </a:solidFill>
              <a:latin typeface="Noto Sans"/>
            </a:endParaRPr>
          </a:p>
          <a:p>
            <a:pPr lvl="4" marL="2160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Fifth Outline Level</a:t>
            </a:r>
            <a:endParaRPr b="0" lang="de-DE" sz="1800" spc="-1" strike="noStrike">
              <a:solidFill>
                <a:schemeClr val="dk1"/>
              </a:solidFill>
              <a:latin typeface="Noto Sans"/>
            </a:endParaRPr>
          </a:p>
          <a:p>
            <a:pPr lvl="5" marL="2592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Sixth Outline Level</a:t>
            </a:r>
            <a:endParaRPr b="0" lang="de-DE" sz="1800" spc="-1" strike="noStrike">
              <a:solidFill>
                <a:schemeClr val="dk1"/>
              </a:solidFill>
              <a:latin typeface="Noto Sans"/>
            </a:endParaRPr>
          </a:p>
          <a:p>
            <a:pPr lvl="6" marL="3024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Seventh Outline Level</a:t>
            </a:r>
            <a:endParaRPr b="0" lang="de-DE" sz="1800" spc="-1" strike="noStrike">
              <a:solidFill>
                <a:schemeClr val="dk1"/>
              </a:solidFill>
              <a:latin typeface="Noto Sans"/>
            </a:endParaRPr>
          </a:p>
        </p:txBody>
      </p:sp>
      <p:sp>
        <p:nvSpPr>
          <p:cNvPr id="6" name="PlaceHolder 4"/>
          <p:cNvSpPr>
            <a:spLocks noGrp="1"/>
          </p:cNvSpPr>
          <p:nvPr>
            <p:ph type="ftr" idx="1"/>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7" name="PlaceHolder 5">
            <a:extLst>
              <a:ext uri="{C183D7F6-B498-43B3-948B-1728B52AA6E4}">
                <adec:decorative xmlns:adec="http://schemas.microsoft.com/office/drawing/2017/decorative" val="1"/>
              </a:ext>
            </a:extLst>
          </p:cNvPr>
          <p:cNvSpPr>
            <a:spLocks noGrp="1"/>
          </p:cNvSpPr>
          <p:nvPr>
            <p:ph type="sldNum" idx="2"/>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E3C98D8C-CFF0-40B5-A7A6-FCC7DBAC7123}"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
        <p:nvSpPr>
          <p:cNvPr id="8" name="PlaceHolder 6"/>
          <p:cNvSpPr>
            <a:spLocks noGrp="1"/>
          </p:cNvSpPr>
          <p:nvPr>
            <p:ph type="body"/>
          </p:nvPr>
        </p:nvSpPr>
        <p:spPr>
          <a:xfrm rot="16200000">
            <a:off x="8774640" y="3083760"/>
            <a:ext cx="5829480" cy="334440"/>
          </a:xfrm>
          <a:prstGeom prst="rect">
            <a:avLst/>
          </a:prstGeom>
          <a:noFill/>
          <a:ln w="0">
            <a:noFill/>
          </a:ln>
        </p:spPr>
        <p:txBody>
          <a:bodyPr lIns="108000" rIns="108000" tIns="36000" bIns="36000" anchor="ctr">
            <a:noAutofit/>
          </a:bodyPr>
          <a:p>
            <a:pPr indent="0" defTabSz="914400">
              <a:lnSpc>
                <a:spcPct val="100000"/>
              </a:lnSpc>
              <a:buNone/>
              <a:tabLst>
                <a:tab algn="l" pos="0"/>
              </a:tabLst>
            </a:pPr>
            <a:r>
              <a:rPr b="0" lang="de-DE" sz="800" spc="-1" strike="noStrike">
                <a:solidFill>
                  <a:schemeClr val="lt1"/>
                </a:solidFill>
                <a:latin typeface="Noto Sans"/>
              </a:rPr>
              <a:t>Bildnachweis</a:t>
            </a:r>
            <a:endParaRPr b="0" lang="de-DE" sz="800" spc="-1" strike="noStrike">
              <a:solidFill>
                <a:schemeClr val="dk1"/>
              </a:solidFill>
              <a:latin typeface="Noto Sans"/>
            </a:endParaRPr>
          </a:p>
        </p:txBody>
      </p:sp>
      <p:sp>
        <p:nvSpPr>
          <p:cNvPr id="9" name="PlaceHolder 7"/>
          <p:cNvSpPr>
            <a:spLocks noGrp="1"/>
          </p:cNvSpPr>
          <p:nvPr>
            <p:ph type="body"/>
          </p:nvPr>
        </p:nvSpPr>
        <p:spPr>
          <a:xfrm rot="16200000">
            <a:off x="4577400" y="3748320"/>
            <a:ext cx="4500360" cy="334440"/>
          </a:xfrm>
          <a:prstGeom prst="rect">
            <a:avLst/>
          </a:prstGeom>
          <a:noFill/>
          <a:ln w="0">
            <a:noFill/>
          </a:ln>
        </p:spPr>
        <p:txBody>
          <a:bodyPr lIns="108000" rIns="108000" tIns="36000" bIns="36000" anchor="ctr">
            <a:noAutofit/>
          </a:bodyPr>
          <a:p>
            <a:pPr indent="0" defTabSz="914400">
              <a:lnSpc>
                <a:spcPct val="100000"/>
              </a:lnSpc>
              <a:buNone/>
              <a:tabLst>
                <a:tab algn="l" pos="0"/>
              </a:tabLst>
            </a:pPr>
            <a:r>
              <a:rPr b="0" lang="de-DE" sz="800" spc="-1" strike="noStrike">
                <a:solidFill>
                  <a:schemeClr val="lt1"/>
                </a:solidFill>
                <a:latin typeface="Noto Sans"/>
              </a:rPr>
              <a:t>Bildnachweis</a:t>
            </a:r>
            <a:endParaRPr b="0" lang="de-DE" sz="8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 name="PlaceHolder 1"/>
          <p:cNvSpPr>
            <a:spLocks noGrp="1"/>
          </p:cNvSpPr>
          <p:nvPr>
            <p:ph type="title"/>
          </p:nvPr>
        </p:nvSpPr>
        <p:spPr>
          <a:xfrm>
            <a:off x="766800" y="333360"/>
            <a:ext cx="3461760" cy="899640"/>
          </a:xfrm>
          <a:prstGeom prst="rect">
            <a:avLst/>
          </a:prstGeom>
          <a:noFill/>
          <a:ln w="0">
            <a:noFill/>
          </a:ln>
        </p:spPr>
        <p:txBody>
          <a:bodyPr lIns="0" rIns="0" tIns="0" bIns="0" anchor="t">
            <a:noAutofit/>
          </a:bodyPr>
          <a:p>
            <a:pPr indent="0" defTabSz="914400">
              <a:lnSpc>
                <a:spcPct val="110000"/>
              </a:lnSpc>
              <a:buNone/>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11" name="PlaceHolder 2"/>
          <p:cNvSpPr>
            <a:spLocks noGrp="1"/>
          </p:cNvSpPr>
          <p:nvPr>
            <p:ph type="body"/>
          </p:nvPr>
        </p:nvSpPr>
        <p:spPr>
          <a:xfrm>
            <a:off x="766800" y="1665360"/>
            <a:ext cx="3461760" cy="4500360"/>
          </a:xfrm>
          <a:prstGeom prst="rect">
            <a:avLst/>
          </a:prstGeom>
          <a:noFill/>
          <a:ln w="0">
            <a:noFill/>
          </a:ln>
        </p:spPr>
        <p:txBody>
          <a:bodyPr lIns="0" rIns="0" tIns="0" bIns="0" anchor="t">
            <a:noAutofit/>
          </a:bodyPr>
          <a:p>
            <a:pPr marL="181080" indent="-181080" defTabSz="914400">
              <a:lnSpc>
                <a:spcPct val="120000"/>
              </a:lnSpc>
              <a:buClr>
                <a:srgbClr val="000000"/>
              </a:buClr>
              <a:buFont typeface="Noto Sans"/>
              <a:buChar char="‒"/>
            </a:pPr>
            <a:r>
              <a:rPr b="0" lang="de-DE" sz="1400" spc="-1" strike="noStrike">
                <a:solidFill>
                  <a:schemeClr val="dk1"/>
                </a:solidFill>
                <a:latin typeface="Noto Sans"/>
              </a:rPr>
              <a:t>Mastertextformat bearbeiten</a:t>
            </a:r>
            <a:endParaRPr b="0" lang="de-DE" sz="1400" spc="-1" strike="noStrike">
              <a:solidFill>
                <a:schemeClr val="dk1"/>
              </a:solidFill>
              <a:latin typeface="Noto Sans"/>
            </a:endParaRPr>
          </a:p>
          <a:p>
            <a:pPr lvl="1" marL="355680" indent="-174600" defTabSz="914400">
              <a:lnSpc>
                <a:spcPct val="120000"/>
              </a:lnSpc>
              <a:buClr>
                <a:srgbClr val="000000"/>
              </a:buClr>
              <a:buFont typeface="Noto Sans"/>
              <a:buChar char="‒"/>
            </a:pPr>
            <a:r>
              <a:rPr b="0" lang="de-DE" sz="1400" spc="-1" strike="noStrike">
                <a:solidFill>
                  <a:schemeClr val="dk1"/>
                </a:solidFill>
                <a:latin typeface="Noto Sans"/>
              </a:rPr>
              <a:t>Zweite Ebene</a:t>
            </a:r>
            <a:endParaRPr b="0" lang="de-DE" sz="1400" spc="-1" strike="noStrike">
              <a:solidFill>
                <a:schemeClr val="dk1"/>
              </a:solidFill>
              <a:latin typeface="Noto Sans"/>
            </a:endParaRPr>
          </a:p>
          <a:p>
            <a:pPr lvl="2" marL="538200" indent="-182520" defTabSz="914400">
              <a:lnSpc>
                <a:spcPct val="120000"/>
              </a:lnSpc>
              <a:buClr>
                <a:srgbClr val="000000"/>
              </a:buClr>
              <a:buFont typeface="Noto Sans"/>
              <a:buChar char="‒"/>
            </a:pPr>
            <a:r>
              <a:rPr b="0" lang="de-DE" sz="1400" spc="-1" strike="noStrike">
                <a:solidFill>
                  <a:schemeClr val="dk1"/>
                </a:solidFill>
                <a:latin typeface="Noto Sans"/>
              </a:rPr>
              <a:t>Dritte Ebene</a:t>
            </a:r>
            <a:endParaRPr b="0" lang="de-DE" sz="1400" spc="-1" strike="noStrike">
              <a:solidFill>
                <a:schemeClr val="dk1"/>
              </a:solidFill>
              <a:latin typeface="Noto Sans"/>
            </a:endParaRPr>
          </a:p>
          <a:p>
            <a:pPr lvl="3" marL="719280" indent="-181080" defTabSz="914400">
              <a:lnSpc>
                <a:spcPct val="120000"/>
              </a:lnSpc>
              <a:buClr>
                <a:srgbClr val="000000"/>
              </a:buClr>
              <a:buFont typeface="Noto Sans"/>
              <a:buChar char="‒"/>
            </a:pPr>
            <a:r>
              <a:rPr b="0" lang="de-DE" sz="1400" spc="-1" strike="noStrike">
                <a:solidFill>
                  <a:schemeClr val="dk1"/>
                </a:solidFill>
                <a:latin typeface="Noto Sans"/>
              </a:rPr>
              <a:t>Vierte Ebene</a:t>
            </a:r>
            <a:endParaRPr b="0" lang="de-DE" sz="1400" spc="-1" strike="noStrike">
              <a:solidFill>
                <a:schemeClr val="dk1"/>
              </a:solidFill>
              <a:latin typeface="Noto Sans"/>
            </a:endParaRPr>
          </a:p>
          <a:p>
            <a:pPr lvl="4" marL="893880" indent="-174600" defTabSz="914400">
              <a:lnSpc>
                <a:spcPct val="120000"/>
              </a:lnSpc>
              <a:buClr>
                <a:srgbClr val="000000"/>
              </a:buClr>
              <a:buFont typeface="Noto Sans"/>
              <a:buChar char="‒"/>
            </a:pPr>
            <a:r>
              <a:rPr b="0" lang="de-DE" sz="1400" spc="-1" strike="noStrike">
                <a:solidFill>
                  <a:schemeClr val="dk1"/>
                </a:solidFill>
                <a:latin typeface="Noto Sans"/>
              </a:rPr>
              <a:t>Fünfte Ebene</a:t>
            </a:r>
            <a:endParaRPr b="0" lang="de-DE" sz="1400" spc="-1" strike="noStrike">
              <a:solidFill>
                <a:schemeClr val="dk1"/>
              </a:solidFill>
              <a:latin typeface="Noto Sans"/>
            </a:endParaRPr>
          </a:p>
        </p:txBody>
      </p:sp>
      <p:sp>
        <p:nvSpPr>
          <p:cNvPr id="12" name="PlaceHolder 3"/>
          <p:cNvSpPr>
            <a:spLocks noGrp="1"/>
          </p:cNvSpPr>
          <p:nvPr>
            <p:ph type="body"/>
          </p:nvPr>
        </p:nvSpPr>
        <p:spPr>
          <a:xfrm>
            <a:off x="4660560" y="333360"/>
            <a:ext cx="6764400" cy="899640"/>
          </a:xfrm>
          <a:prstGeom prst="rect">
            <a:avLst/>
          </a:prstGeom>
          <a:noFill/>
          <a:ln w="0">
            <a:noFill/>
          </a:ln>
        </p:spPr>
        <p:txBody>
          <a:bodyPr lIns="0" rIns="0" tIns="0" bIns="0" anchor="t">
            <a:noAutofit/>
          </a:bodyPr>
          <a:p>
            <a:pPr indent="0" defTabSz="914400">
              <a:lnSpc>
                <a:spcPct val="110000"/>
              </a:lnSpc>
              <a:buNone/>
              <a:tabLst>
                <a:tab algn="l" pos="0"/>
              </a:tabLst>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13" name="PlaceHolder 4"/>
          <p:cNvSpPr>
            <a:spLocks noGrp="1"/>
          </p:cNvSpPr>
          <p:nvPr>
            <p:ph type="body"/>
          </p:nvPr>
        </p:nvSpPr>
        <p:spPr>
          <a:xfrm>
            <a:off x="4660560" y="1665360"/>
            <a:ext cx="6764400" cy="4500360"/>
          </a:xfrm>
          <a:prstGeom prst="rect">
            <a:avLst/>
          </a:prstGeom>
          <a:noFill/>
          <a:ln w="0">
            <a:noFill/>
          </a:ln>
        </p:spPr>
        <p:txBody>
          <a:bodyPr lIns="0" rIns="0" tIns="0" bIns="0" anchor="t">
            <a:noAutofit/>
          </a:bodyPr>
          <a:p>
            <a:pPr marL="181080" indent="-181080" defTabSz="914400">
              <a:lnSpc>
                <a:spcPct val="120000"/>
              </a:lnSpc>
              <a:buClr>
                <a:srgbClr val="000000"/>
              </a:buClr>
              <a:buFont typeface="Noto Sans"/>
              <a:buChar char="‒"/>
            </a:pPr>
            <a:r>
              <a:rPr b="0" lang="de-DE" sz="1400" spc="-1" strike="noStrike">
                <a:solidFill>
                  <a:schemeClr val="dk1"/>
                </a:solidFill>
                <a:latin typeface="Noto Sans"/>
              </a:rPr>
              <a:t>Mastertextformat bearbeiten</a:t>
            </a:r>
            <a:endParaRPr b="0" lang="de-DE" sz="1400" spc="-1" strike="noStrike">
              <a:solidFill>
                <a:schemeClr val="dk1"/>
              </a:solidFill>
              <a:latin typeface="Noto Sans"/>
            </a:endParaRPr>
          </a:p>
          <a:p>
            <a:pPr lvl="1" marL="355680" indent="-174600" defTabSz="914400">
              <a:lnSpc>
                <a:spcPct val="120000"/>
              </a:lnSpc>
              <a:buClr>
                <a:srgbClr val="000000"/>
              </a:buClr>
              <a:buFont typeface="Noto Sans"/>
              <a:buChar char="‒"/>
            </a:pPr>
            <a:r>
              <a:rPr b="0" lang="de-DE" sz="1400" spc="-1" strike="noStrike">
                <a:solidFill>
                  <a:schemeClr val="dk1"/>
                </a:solidFill>
                <a:latin typeface="Noto Sans"/>
              </a:rPr>
              <a:t>Zweite Ebene</a:t>
            </a:r>
            <a:endParaRPr b="0" lang="de-DE" sz="1400" spc="-1" strike="noStrike">
              <a:solidFill>
                <a:schemeClr val="dk1"/>
              </a:solidFill>
              <a:latin typeface="Noto Sans"/>
            </a:endParaRPr>
          </a:p>
          <a:p>
            <a:pPr lvl="2" marL="538200" indent="-182520" defTabSz="914400">
              <a:lnSpc>
                <a:spcPct val="120000"/>
              </a:lnSpc>
              <a:buClr>
                <a:srgbClr val="000000"/>
              </a:buClr>
              <a:buFont typeface="Noto Sans"/>
              <a:buChar char="‒"/>
            </a:pPr>
            <a:r>
              <a:rPr b="0" lang="de-DE" sz="1400" spc="-1" strike="noStrike">
                <a:solidFill>
                  <a:schemeClr val="dk1"/>
                </a:solidFill>
                <a:latin typeface="Noto Sans"/>
              </a:rPr>
              <a:t>Dritte Ebene</a:t>
            </a:r>
            <a:endParaRPr b="0" lang="de-DE" sz="1400" spc="-1" strike="noStrike">
              <a:solidFill>
                <a:schemeClr val="dk1"/>
              </a:solidFill>
              <a:latin typeface="Noto Sans"/>
            </a:endParaRPr>
          </a:p>
          <a:p>
            <a:pPr lvl="3" marL="719280" indent="-181080" defTabSz="914400">
              <a:lnSpc>
                <a:spcPct val="120000"/>
              </a:lnSpc>
              <a:buClr>
                <a:srgbClr val="000000"/>
              </a:buClr>
              <a:buFont typeface="Noto Sans"/>
              <a:buChar char="‒"/>
            </a:pPr>
            <a:r>
              <a:rPr b="0" lang="de-DE" sz="1400" spc="-1" strike="noStrike">
                <a:solidFill>
                  <a:schemeClr val="dk1"/>
                </a:solidFill>
                <a:latin typeface="Noto Sans"/>
              </a:rPr>
              <a:t>Vierte Ebene</a:t>
            </a:r>
            <a:endParaRPr b="0" lang="de-DE" sz="1400" spc="-1" strike="noStrike">
              <a:solidFill>
                <a:schemeClr val="dk1"/>
              </a:solidFill>
              <a:latin typeface="Noto Sans"/>
            </a:endParaRPr>
          </a:p>
          <a:p>
            <a:pPr lvl="4" marL="893880" indent="-174600" defTabSz="914400">
              <a:lnSpc>
                <a:spcPct val="120000"/>
              </a:lnSpc>
              <a:buClr>
                <a:srgbClr val="000000"/>
              </a:buClr>
              <a:buFont typeface="Noto Sans"/>
              <a:buChar char="‒"/>
            </a:pPr>
            <a:r>
              <a:rPr b="0" lang="de-DE" sz="1400" spc="-1" strike="noStrike">
                <a:solidFill>
                  <a:schemeClr val="dk1"/>
                </a:solidFill>
                <a:latin typeface="Noto Sans"/>
              </a:rPr>
              <a:t>Fünfte Ebene</a:t>
            </a:r>
            <a:endParaRPr b="0" lang="de-DE" sz="1400" spc="-1" strike="noStrike">
              <a:solidFill>
                <a:schemeClr val="dk1"/>
              </a:solidFill>
              <a:latin typeface="Noto Sans"/>
            </a:endParaRPr>
          </a:p>
        </p:txBody>
      </p:sp>
      <p:sp>
        <p:nvSpPr>
          <p:cNvPr id="14" name="PlaceHolder 5"/>
          <p:cNvSpPr>
            <a:spLocks noGrp="1"/>
          </p:cNvSpPr>
          <p:nvPr>
            <p:ph type="ftr" idx="3"/>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15" name="PlaceHolder 6">
            <a:extLst>
              <a:ext uri="{C183D7F6-B498-43B3-948B-1728B52AA6E4}">
                <adec:decorative xmlns:adec="http://schemas.microsoft.com/office/drawing/2017/decorative" val="1"/>
              </a:ext>
            </a:extLst>
          </p:cNvPr>
          <p:cNvSpPr>
            <a:spLocks noGrp="1"/>
          </p:cNvSpPr>
          <p:nvPr>
            <p:ph type="sldNum" idx="4"/>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BBCEF2AE-E9F5-474E-A02E-5D64D47DD875}"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766800" y="1665360"/>
            <a:ext cx="3461760" cy="1230120"/>
          </a:xfrm>
          <a:prstGeom prst="rect">
            <a:avLst/>
          </a:prstGeom>
          <a:noFill/>
          <a:ln w="0">
            <a:noFill/>
          </a:ln>
        </p:spPr>
        <p:txBody>
          <a:bodyPr lIns="0" rIns="0" tIns="0" bIns="0" anchor="t">
            <a:noAutofit/>
          </a:bodyPr>
          <a:p>
            <a:pPr indent="0" defTabSz="914400">
              <a:lnSpc>
                <a:spcPct val="110000"/>
              </a:lnSpc>
              <a:buNone/>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17" name="PlaceHolder 2"/>
          <p:cNvSpPr>
            <a:spLocks noGrp="1"/>
          </p:cNvSpPr>
          <p:nvPr>
            <p:ph type="body"/>
          </p:nvPr>
        </p:nvSpPr>
        <p:spPr>
          <a:xfrm>
            <a:off x="766800" y="2968560"/>
            <a:ext cx="3461760" cy="3196800"/>
          </a:xfrm>
          <a:prstGeom prst="rect">
            <a:avLst/>
          </a:prstGeom>
          <a:noFill/>
          <a:ln w="0">
            <a:noFill/>
          </a:ln>
        </p:spPr>
        <p:txBody>
          <a:bodyPr lIns="0" rIns="0" tIns="0" bIns="0" anchor="t">
            <a:noAutofit/>
          </a:bodyPr>
          <a:p>
            <a:pPr marL="181080" indent="-181080" defTabSz="914400">
              <a:lnSpc>
                <a:spcPct val="120000"/>
              </a:lnSpc>
              <a:buClr>
                <a:srgbClr val="000000"/>
              </a:buClr>
              <a:buFont typeface="Noto Sans"/>
              <a:buChar char="‒"/>
            </a:pPr>
            <a:r>
              <a:rPr b="0" lang="de-DE" sz="1100" spc="-1" strike="noStrike">
                <a:solidFill>
                  <a:schemeClr val="dk1"/>
                </a:solidFill>
                <a:latin typeface="Noto Sans"/>
              </a:rPr>
              <a:t>Mastertextformat bearbeiten</a:t>
            </a:r>
            <a:endParaRPr b="0" lang="de-DE" sz="1100" spc="-1" strike="noStrike">
              <a:solidFill>
                <a:schemeClr val="dk1"/>
              </a:solidFill>
              <a:latin typeface="Noto Sans"/>
            </a:endParaRPr>
          </a:p>
          <a:p>
            <a:pPr lvl="1" marL="355680" indent="-174600" defTabSz="914400">
              <a:lnSpc>
                <a:spcPct val="120000"/>
              </a:lnSpc>
              <a:buClr>
                <a:srgbClr val="000000"/>
              </a:buClr>
              <a:buFont typeface="Noto Sans"/>
              <a:buChar char="‒"/>
            </a:pPr>
            <a:r>
              <a:rPr b="0" lang="de-DE" sz="1100" spc="-1" strike="noStrike">
                <a:solidFill>
                  <a:schemeClr val="dk1"/>
                </a:solidFill>
                <a:latin typeface="Noto Sans"/>
              </a:rPr>
              <a:t>Zweite Ebene</a:t>
            </a:r>
            <a:endParaRPr b="0" lang="de-DE" sz="1100" spc="-1" strike="noStrike">
              <a:solidFill>
                <a:schemeClr val="dk1"/>
              </a:solidFill>
              <a:latin typeface="Noto Sans"/>
            </a:endParaRPr>
          </a:p>
          <a:p>
            <a:pPr lvl="2" marL="538200" indent="-182520" defTabSz="914400">
              <a:lnSpc>
                <a:spcPct val="120000"/>
              </a:lnSpc>
              <a:buClr>
                <a:srgbClr val="000000"/>
              </a:buClr>
              <a:buFont typeface="Noto Sans"/>
              <a:buChar char="‒"/>
            </a:pPr>
            <a:r>
              <a:rPr b="0" lang="de-DE" sz="1100" spc="-1" strike="noStrike">
                <a:solidFill>
                  <a:schemeClr val="dk1"/>
                </a:solidFill>
                <a:latin typeface="Noto Sans"/>
              </a:rPr>
              <a:t>Dritte Ebene</a:t>
            </a:r>
            <a:endParaRPr b="0" lang="de-DE" sz="1100" spc="-1" strike="noStrike">
              <a:solidFill>
                <a:schemeClr val="dk1"/>
              </a:solidFill>
              <a:latin typeface="Noto Sans"/>
            </a:endParaRPr>
          </a:p>
          <a:p>
            <a:pPr lvl="3" marL="719280" indent="-181080" defTabSz="914400">
              <a:lnSpc>
                <a:spcPct val="120000"/>
              </a:lnSpc>
              <a:buClr>
                <a:srgbClr val="000000"/>
              </a:buClr>
              <a:buFont typeface="Noto Sans"/>
              <a:buChar char="‒"/>
            </a:pPr>
            <a:r>
              <a:rPr b="0" lang="de-DE" sz="1100" spc="-1" strike="noStrike">
                <a:solidFill>
                  <a:schemeClr val="dk1"/>
                </a:solidFill>
                <a:latin typeface="Noto Sans"/>
              </a:rPr>
              <a:t>Vierte Ebene</a:t>
            </a:r>
            <a:endParaRPr b="0" lang="de-DE" sz="1100" spc="-1" strike="noStrike">
              <a:solidFill>
                <a:schemeClr val="dk1"/>
              </a:solidFill>
              <a:latin typeface="Noto Sans"/>
            </a:endParaRPr>
          </a:p>
          <a:p>
            <a:pPr lvl="4" marL="893880" indent="-174600" defTabSz="914400">
              <a:lnSpc>
                <a:spcPct val="120000"/>
              </a:lnSpc>
              <a:buClr>
                <a:srgbClr val="000000"/>
              </a:buClr>
              <a:buFont typeface="Noto Sans"/>
              <a:buChar char="‒"/>
            </a:pPr>
            <a:r>
              <a:rPr b="0" lang="de-DE" sz="1100" spc="-1" strike="noStrike">
                <a:solidFill>
                  <a:schemeClr val="dk1"/>
                </a:solidFill>
                <a:latin typeface="Noto Sans"/>
              </a:rPr>
              <a:t>Fünfte Ebene</a:t>
            </a:r>
            <a:endParaRPr b="0" lang="de-DE" sz="1100" spc="-1" strike="noStrike">
              <a:solidFill>
                <a:schemeClr val="dk1"/>
              </a:solidFill>
              <a:latin typeface="Noto Sans"/>
            </a:endParaRPr>
          </a:p>
        </p:txBody>
      </p:sp>
      <p:sp>
        <p:nvSpPr>
          <p:cNvPr id="18" name="PlaceHolder 3"/>
          <p:cNvSpPr>
            <a:spLocks noGrp="1"/>
          </p:cNvSpPr>
          <p:nvPr>
            <p:ph type="body"/>
          </p:nvPr>
        </p:nvSpPr>
        <p:spPr>
          <a:xfrm>
            <a:off x="4660560" y="1665360"/>
            <a:ext cx="6764400" cy="4500360"/>
          </a:xfrm>
          <a:prstGeom prst="rect">
            <a:avLst/>
          </a:prstGeom>
          <a:noFill/>
          <a:ln w="0">
            <a:noFill/>
          </a:ln>
        </p:spPr>
        <p:txBody>
          <a:bodyPr lIns="0" rIns="0" tIns="0" bIns="0" anchor="t">
            <a:noAutofit/>
          </a:bodyPr>
          <a:p>
            <a:pPr marL="181080" indent="-181080" defTabSz="914400">
              <a:lnSpc>
                <a:spcPct val="120000"/>
              </a:lnSpc>
              <a:buClr>
                <a:srgbClr val="000000"/>
              </a:buClr>
              <a:buFont typeface="Noto Sans"/>
              <a:buChar char="‒"/>
            </a:pPr>
            <a:r>
              <a:rPr b="0" lang="de-DE" sz="1400" spc="-1" strike="noStrike">
                <a:solidFill>
                  <a:schemeClr val="dk1"/>
                </a:solidFill>
                <a:latin typeface="Noto Sans"/>
              </a:rPr>
              <a:t>Mastertextformat bearbeiten</a:t>
            </a:r>
            <a:endParaRPr b="0" lang="de-DE" sz="1400" spc="-1" strike="noStrike">
              <a:solidFill>
                <a:schemeClr val="dk1"/>
              </a:solidFill>
              <a:latin typeface="Noto Sans"/>
            </a:endParaRPr>
          </a:p>
          <a:p>
            <a:pPr lvl="1" marL="355680" indent="-174600" defTabSz="914400">
              <a:lnSpc>
                <a:spcPct val="120000"/>
              </a:lnSpc>
              <a:buClr>
                <a:srgbClr val="000000"/>
              </a:buClr>
              <a:buFont typeface="Noto Sans"/>
              <a:buChar char="‒"/>
            </a:pPr>
            <a:r>
              <a:rPr b="0" lang="de-DE" sz="1400" spc="-1" strike="noStrike">
                <a:solidFill>
                  <a:schemeClr val="dk1"/>
                </a:solidFill>
                <a:latin typeface="Noto Sans"/>
              </a:rPr>
              <a:t>Zweite Ebene</a:t>
            </a:r>
            <a:endParaRPr b="0" lang="de-DE" sz="1400" spc="-1" strike="noStrike">
              <a:solidFill>
                <a:schemeClr val="dk1"/>
              </a:solidFill>
              <a:latin typeface="Noto Sans"/>
            </a:endParaRPr>
          </a:p>
          <a:p>
            <a:pPr lvl="2" marL="538200" indent="-182520" defTabSz="914400">
              <a:lnSpc>
                <a:spcPct val="120000"/>
              </a:lnSpc>
              <a:buClr>
                <a:srgbClr val="000000"/>
              </a:buClr>
              <a:buFont typeface="Noto Sans"/>
              <a:buChar char="‒"/>
            </a:pPr>
            <a:r>
              <a:rPr b="0" lang="de-DE" sz="1400" spc="-1" strike="noStrike">
                <a:solidFill>
                  <a:schemeClr val="dk1"/>
                </a:solidFill>
                <a:latin typeface="Noto Sans"/>
              </a:rPr>
              <a:t>Dritte Ebene</a:t>
            </a:r>
            <a:endParaRPr b="0" lang="de-DE" sz="1400" spc="-1" strike="noStrike">
              <a:solidFill>
                <a:schemeClr val="dk1"/>
              </a:solidFill>
              <a:latin typeface="Noto Sans"/>
            </a:endParaRPr>
          </a:p>
          <a:p>
            <a:pPr lvl="3" marL="719280" indent="-181080" defTabSz="914400">
              <a:lnSpc>
                <a:spcPct val="120000"/>
              </a:lnSpc>
              <a:buClr>
                <a:srgbClr val="000000"/>
              </a:buClr>
              <a:buFont typeface="Noto Sans"/>
              <a:buChar char="‒"/>
            </a:pPr>
            <a:r>
              <a:rPr b="0" lang="de-DE" sz="1400" spc="-1" strike="noStrike">
                <a:solidFill>
                  <a:schemeClr val="dk1"/>
                </a:solidFill>
                <a:latin typeface="Noto Sans"/>
              </a:rPr>
              <a:t>Vierte Ebene</a:t>
            </a:r>
            <a:endParaRPr b="0" lang="de-DE" sz="1400" spc="-1" strike="noStrike">
              <a:solidFill>
                <a:schemeClr val="dk1"/>
              </a:solidFill>
              <a:latin typeface="Noto Sans"/>
            </a:endParaRPr>
          </a:p>
          <a:p>
            <a:pPr lvl="4" marL="893880" indent="-174600" defTabSz="914400">
              <a:lnSpc>
                <a:spcPct val="120000"/>
              </a:lnSpc>
              <a:buClr>
                <a:srgbClr val="000000"/>
              </a:buClr>
              <a:buFont typeface="Noto Sans"/>
              <a:buChar char="‒"/>
            </a:pPr>
            <a:r>
              <a:rPr b="0" lang="de-DE" sz="1400" spc="-1" strike="noStrike">
                <a:solidFill>
                  <a:schemeClr val="dk1"/>
                </a:solidFill>
                <a:latin typeface="Noto Sans"/>
              </a:rPr>
              <a:t>Fünfte Ebene</a:t>
            </a:r>
            <a:endParaRPr b="0" lang="de-DE" sz="1400" spc="-1" strike="noStrike">
              <a:solidFill>
                <a:schemeClr val="dk1"/>
              </a:solidFill>
              <a:latin typeface="Noto Sans"/>
            </a:endParaRPr>
          </a:p>
        </p:txBody>
      </p:sp>
      <p:sp>
        <p:nvSpPr>
          <p:cNvPr id="19" name="PlaceHolder 4"/>
          <p:cNvSpPr>
            <a:spLocks noGrp="1"/>
          </p:cNvSpPr>
          <p:nvPr>
            <p:ph type="ftr" idx="5"/>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20" name="PlaceHolder 5">
            <a:extLst>
              <a:ext uri="{C183D7F6-B498-43B3-948B-1728B52AA6E4}">
                <adec:decorative xmlns:adec="http://schemas.microsoft.com/office/drawing/2017/decorative" val="1"/>
              </a:ext>
            </a:extLst>
          </p:cNvPr>
          <p:cNvSpPr>
            <a:spLocks noGrp="1"/>
          </p:cNvSpPr>
          <p:nvPr>
            <p:ph type="sldNum" idx="6"/>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DAAC617B-C672-435F-9940-93EC6EC533F6}"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66800" y="333360"/>
            <a:ext cx="10658160" cy="899640"/>
          </a:xfrm>
          <a:prstGeom prst="rect">
            <a:avLst/>
          </a:prstGeom>
          <a:noFill/>
          <a:ln w="0">
            <a:noFill/>
          </a:ln>
        </p:spPr>
        <p:txBody>
          <a:bodyPr lIns="0" rIns="0" tIns="0" bIns="0" anchor="t">
            <a:noAutofit/>
          </a:bodyPr>
          <a:p>
            <a:pPr indent="0" defTabSz="914400">
              <a:lnSpc>
                <a:spcPct val="110000"/>
              </a:lnSpc>
              <a:buNone/>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22" name="PlaceHolder 2"/>
          <p:cNvSpPr>
            <a:spLocks noGrp="1"/>
          </p:cNvSpPr>
          <p:nvPr>
            <p:ph type="ftr" idx="7"/>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23" name="PlaceHolder 3">
            <a:extLst>
              <a:ext uri="{C183D7F6-B498-43B3-948B-1728B52AA6E4}">
                <adec:decorative xmlns:adec="http://schemas.microsoft.com/office/drawing/2017/decorative" val="1"/>
              </a:ext>
            </a:extLst>
          </p:cNvPr>
          <p:cNvSpPr>
            <a:spLocks noGrp="1"/>
          </p:cNvSpPr>
          <p:nvPr>
            <p:ph type="sldNum" idx="8"/>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32A8F5C3-F683-4391-BF9F-D9DCAC6D5C9F}"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
        <p:nvSpPr>
          <p:cNvPr id="24" name="PlaceHolder 4"/>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120000"/>
              </a:lnSpc>
              <a:spcBef>
                <a:spcPts val="1417"/>
              </a:spcBef>
              <a:buClr>
                <a:srgbClr val="000000"/>
              </a:buClr>
              <a:buSzPct val="45000"/>
              <a:buFont typeface="Wingdings" charset="2"/>
              <a:buChar char=""/>
            </a:pPr>
            <a:r>
              <a:rPr b="0" lang="de-DE" sz="1400" spc="-1" strike="noStrike">
                <a:solidFill>
                  <a:schemeClr val="dk1"/>
                </a:solidFill>
                <a:latin typeface="Noto Sans"/>
              </a:rPr>
              <a:t>Click to edit the outline text format</a:t>
            </a:r>
            <a:endParaRPr b="0" lang="de-DE" sz="1400" spc="-1" strike="noStrike">
              <a:solidFill>
                <a:schemeClr val="dk1"/>
              </a:solidFill>
              <a:latin typeface="Noto Sans"/>
            </a:endParaRPr>
          </a:p>
          <a:p>
            <a:pPr lvl="1" marL="864000" indent="-324000">
              <a:lnSpc>
                <a:spcPct val="120000"/>
              </a:lnSpc>
              <a:spcBef>
                <a:spcPts val="1134"/>
              </a:spcBef>
              <a:buClr>
                <a:srgbClr val="000000"/>
              </a:buClr>
              <a:buSzPct val="75000"/>
              <a:buFont typeface="Symbol" charset="2"/>
              <a:buChar char=""/>
            </a:pPr>
            <a:r>
              <a:rPr b="0" lang="de-DE" sz="1400" spc="-1" strike="noStrike">
                <a:solidFill>
                  <a:schemeClr val="dk1"/>
                </a:solidFill>
                <a:latin typeface="Noto Sans"/>
              </a:rPr>
              <a:t>Second Outline Level</a:t>
            </a:r>
            <a:endParaRPr b="0" lang="de-DE" sz="1400" spc="-1" strike="noStrike">
              <a:solidFill>
                <a:schemeClr val="dk1"/>
              </a:solidFill>
              <a:latin typeface="Noto Sans"/>
            </a:endParaRPr>
          </a:p>
          <a:p>
            <a:pPr lvl="2" marL="1296000" indent="-288000">
              <a:lnSpc>
                <a:spcPct val="120000"/>
              </a:lnSpc>
              <a:spcBef>
                <a:spcPts val="850"/>
              </a:spcBef>
              <a:buClr>
                <a:srgbClr val="000000"/>
              </a:buClr>
              <a:buSzPct val="45000"/>
              <a:buFont typeface="Wingdings" charset="2"/>
              <a:buChar char=""/>
            </a:pPr>
            <a:r>
              <a:rPr b="0" lang="de-DE" sz="1400" spc="-1" strike="noStrike">
                <a:solidFill>
                  <a:schemeClr val="dk1"/>
                </a:solidFill>
                <a:latin typeface="Noto Sans"/>
              </a:rPr>
              <a:t>Third Outline Level</a:t>
            </a:r>
            <a:endParaRPr b="0" lang="de-DE" sz="1400" spc="-1" strike="noStrike">
              <a:solidFill>
                <a:schemeClr val="dk1"/>
              </a:solidFill>
              <a:latin typeface="Noto Sans"/>
            </a:endParaRPr>
          </a:p>
          <a:p>
            <a:pPr lvl="3" marL="1728000" indent="-216000">
              <a:lnSpc>
                <a:spcPct val="120000"/>
              </a:lnSpc>
              <a:spcBef>
                <a:spcPts val="567"/>
              </a:spcBef>
              <a:buClr>
                <a:srgbClr val="000000"/>
              </a:buClr>
              <a:buSzPct val="75000"/>
              <a:buFont typeface="Symbol" charset="2"/>
              <a:buChar char=""/>
            </a:pPr>
            <a:r>
              <a:rPr b="0" lang="de-DE" sz="1400" spc="-1" strike="noStrike">
                <a:solidFill>
                  <a:schemeClr val="dk1"/>
                </a:solidFill>
                <a:latin typeface="Noto Sans"/>
              </a:rPr>
              <a:t>Fourth Outline Level</a:t>
            </a:r>
            <a:endParaRPr b="0" lang="de-DE" sz="1400" spc="-1" strike="noStrike">
              <a:solidFill>
                <a:schemeClr val="dk1"/>
              </a:solidFill>
              <a:latin typeface="Noto Sans"/>
            </a:endParaRPr>
          </a:p>
          <a:p>
            <a:pPr lvl="4" marL="2160000" indent="-216000">
              <a:lnSpc>
                <a:spcPct val="120000"/>
              </a:lnSpc>
              <a:spcBef>
                <a:spcPts val="283"/>
              </a:spcBef>
              <a:buClr>
                <a:srgbClr val="000000"/>
              </a:buClr>
              <a:buSzPct val="45000"/>
              <a:buFont typeface="Wingdings" charset="2"/>
              <a:buChar char=""/>
            </a:pPr>
            <a:r>
              <a:rPr b="0" lang="de-DE" sz="2000" spc="-1" strike="noStrike">
                <a:solidFill>
                  <a:schemeClr val="dk1"/>
                </a:solidFill>
                <a:latin typeface="Noto Sans"/>
              </a:rPr>
              <a:t>Fifth Outline Level</a:t>
            </a:r>
            <a:endParaRPr b="0" lang="de-DE" sz="2000" spc="-1" strike="noStrike">
              <a:solidFill>
                <a:schemeClr val="dk1"/>
              </a:solidFill>
              <a:latin typeface="Noto Sans"/>
            </a:endParaRPr>
          </a:p>
          <a:p>
            <a:pPr lvl="5" marL="2592000" indent="-216000">
              <a:lnSpc>
                <a:spcPct val="120000"/>
              </a:lnSpc>
              <a:spcBef>
                <a:spcPts val="283"/>
              </a:spcBef>
              <a:buClr>
                <a:srgbClr val="000000"/>
              </a:buClr>
              <a:buSzPct val="45000"/>
              <a:buFont typeface="Wingdings" charset="2"/>
              <a:buChar char=""/>
            </a:pPr>
            <a:r>
              <a:rPr b="0" lang="de-DE" sz="2000" spc="-1" strike="noStrike">
                <a:solidFill>
                  <a:schemeClr val="dk1"/>
                </a:solidFill>
                <a:latin typeface="Noto Sans"/>
              </a:rPr>
              <a:t>Sixth Outline Level</a:t>
            </a:r>
            <a:endParaRPr b="0" lang="de-DE" sz="2000" spc="-1" strike="noStrike">
              <a:solidFill>
                <a:schemeClr val="dk1"/>
              </a:solidFill>
              <a:latin typeface="Noto Sans"/>
            </a:endParaRPr>
          </a:p>
          <a:p>
            <a:pPr lvl="6" marL="3024000" indent="-216000">
              <a:lnSpc>
                <a:spcPct val="120000"/>
              </a:lnSpc>
              <a:spcBef>
                <a:spcPts val="283"/>
              </a:spcBef>
              <a:buClr>
                <a:srgbClr val="000000"/>
              </a:buClr>
              <a:buSzPct val="45000"/>
              <a:buFont typeface="Wingdings" charset="2"/>
              <a:buChar char=""/>
            </a:pPr>
            <a:r>
              <a:rPr b="0" lang="de-DE" sz="2000" spc="-1" strike="noStrike">
                <a:solidFill>
                  <a:schemeClr val="dk1"/>
                </a:solidFill>
                <a:latin typeface="Noto Sans"/>
              </a:rPr>
              <a:t>Seventh Outline Level</a:t>
            </a:r>
            <a:endParaRPr b="0" lang="de-DE" sz="20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body"/>
          </p:nvPr>
        </p:nvSpPr>
        <p:spPr>
          <a:xfrm>
            <a:off x="0" y="0"/>
            <a:ext cx="12191760" cy="6857640"/>
          </a:xfrm>
          <a:prstGeom prst="rect">
            <a:avLst/>
          </a:prstGeom>
          <a:solidFill>
            <a:schemeClr val="lt1">
              <a:lumMod val="85000"/>
            </a:schemeClr>
          </a:solidFill>
          <a:ln w="0">
            <a:noFill/>
          </a:ln>
        </p:spPr>
        <p:txBody>
          <a:bodyPr lIns="90000" rIns="90000" tIns="45000" bIns="45000" anchor="ctr">
            <a:noAutofit/>
          </a:bodyPr>
          <a:p>
            <a:pPr marL="432000" indent="-324000">
              <a:lnSpc>
                <a:spcPct val="120000"/>
              </a:lnSpc>
              <a:spcBef>
                <a:spcPts val="1417"/>
              </a:spcBef>
              <a:buClr>
                <a:srgbClr val="000000"/>
              </a:buClr>
              <a:buSzPct val="45000"/>
              <a:buFont typeface="Wingdings" charset="2"/>
              <a:buChar char=""/>
            </a:pPr>
            <a:r>
              <a:rPr b="0" lang="de-DE" sz="1800" spc="-1" strike="noStrike">
                <a:solidFill>
                  <a:schemeClr val="dk1"/>
                </a:solidFill>
                <a:latin typeface="Noto Sans"/>
              </a:rPr>
              <a:t>Click to edit the outline text format</a:t>
            </a:r>
            <a:endParaRPr b="0" lang="de-DE" sz="1800" spc="-1" strike="noStrike">
              <a:solidFill>
                <a:schemeClr val="dk1"/>
              </a:solidFill>
              <a:latin typeface="Noto Sans"/>
            </a:endParaRPr>
          </a:p>
          <a:p>
            <a:pPr lvl="1" marL="864000" indent="-324000">
              <a:lnSpc>
                <a:spcPct val="120000"/>
              </a:lnSpc>
              <a:spcBef>
                <a:spcPts val="1134"/>
              </a:spcBef>
              <a:buClr>
                <a:srgbClr val="000000"/>
              </a:buClr>
              <a:buSzPct val="75000"/>
              <a:buFont typeface="Symbol" charset="2"/>
              <a:buChar char=""/>
            </a:pPr>
            <a:r>
              <a:rPr b="0" lang="de-DE" sz="1800" spc="-1" strike="noStrike">
                <a:solidFill>
                  <a:schemeClr val="dk1"/>
                </a:solidFill>
                <a:latin typeface="Noto Sans"/>
              </a:rPr>
              <a:t>Second Outline Level</a:t>
            </a:r>
            <a:endParaRPr b="0" lang="de-DE" sz="1800" spc="-1" strike="noStrike">
              <a:solidFill>
                <a:schemeClr val="dk1"/>
              </a:solidFill>
              <a:latin typeface="Noto Sans"/>
            </a:endParaRPr>
          </a:p>
          <a:p>
            <a:pPr lvl="2" marL="1296000" indent="-288000">
              <a:lnSpc>
                <a:spcPct val="120000"/>
              </a:lnSpc>
              <a:spcBef>
                <a:spcPts val="850"/>
              </a:spcBef>
              <a:buClr>
                <a:srgbClr val="000000"/>
              </a:buClr>
              <a:buSzPct val="45000"/>
              <a:buFont typeface="Wingdings" charset="2"/>
              <a:buChar char=""/>
            </a:pPr>
            <a:r>
              <a:rPr b="0" lang="de-DE" sz="1800" spc="-1" strike="noStrike">
                <a:solidFill>
                  <a:schemeClr val="dk1"/>
                </a:solidFill>
                <a:latin typeface="Noto Sans"/>
              </a:rPr>
              <a:t>Third Outline Level</a:t>
            </a:r>
            <a:endParaRPr b="0" lang="de-DE" sz="1800" spc="-1" strike="noStrike">
              <a:solidFill>
                <a:schemeClr val="dk1"/>
              </a:solidFill>
              <a:latin typeface="Noto Sans"/>
            </a:endParaRPr>
          </a:p>
          <a:p>
            <a:pPr lvl="3" marL="1728000" indent="-216000">
              <a:lnSpc>
                <a:spcPct val="120000"/>
              </a:lnSpc>
              <a:spcBef>
                <a:spcPts val="567"/>
              </a:spcBef>
              <a:buClr>
                <a:srgbClr val="000000"/>
              </a:buClr>
              <a:buSzPct val="75000"/>
              <a:buFont typeface="Symbol" charset="2"/>
              <a:buChar char=""/>
            </a:pPr>
            <a:r>
              <a:rPr b="0" lang="de-DE" sz="1800" spc="-1" strike="noStrike">
                <a:solidFill>
                  <a:schemeClr val="dk1"/>
                </a:solidFill>
                <a:latin typeface="Noto Sans"/>
              </a:rPr>
              <a:t>Fourth Outline Level</a:t>
            </a:r>
            <a:endParaRPr b="0" lang="de-DE" sz="1800" spc="-1" strike="noStrike">
              <a:solidFill>
                <a:schemeClr val="dk1"/>
              </a:solidFill>
              <a:latin typeface="Noto Sans"/>
            </a:endParaRPr>
          </a:p>
          <a:p>
            <a:pPr lvl="4" marL="2160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Fifth Outline Level</a:t>
            </a:r>
            <a:endParaRPr b="0" lang="de-DE" sz="1800" spc="-1" strike="noStrike">
              <a:solidFill>
                <a:schemeClr val="dk1"/>
              </a:solidFill>
              <a:latin typeface="Noto Sans"/>
            </a:endParaRPr>
          </a:p>
          <a:p>
            <a:pPr lvl="5" marL="2592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Sixth Outline Level</a:t>
            </a:r>
            <a:endParaRPr b="0" lang="de-DE" sz="1800" spc="-1" strike="noStrike">
              <a:solidFill>
                <a:schemeClr val="dk1"/>
              </a:solidFill>
              <a:latin typeface="Noto Sans"/>
            </a:endParaRPr>
          </a:p>
          <a:p>
            <a:pPr lvl="6" marL="3024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Seventh Outline Level</a:t>
            </a:r>
            <a:endParaRPr b="0" lang="de-DE" sz="1800" spc="-1" strike="noStrike">
              <a:solidFill>
                <a:schemeClr val="dk1"/>
              </a:solidFill>
              <a:latin typeface="Noto Sans"/>
            </a:endParaRPr>
          </a:p>
        </p:txBody>
      </p:sp>
      <p:sp>
        <p:nvSpPr>
          <p:cNvPr id="27" name="PlaceHolder 2"/>
          <p:cNvSpPr>
            <a:spLocks noGrp="1"/>
          </p:cNvSpPr>
          <p:nvPr>
            <p:ph type="ftr" idx="9"/>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28" name="PlaceHolder 3">
            <a:extLst>
              <a:ext uri="{C183D7F6-B498-43B3-948B-1728B52AA6E4}">
                <adec:decorative xmlns:adec="http://schemas.microsoft.com/office/drawing/2017/decorative" val="1"/>
              </a:ext>
            </a:extLst>
          </p:cNvPr>
          <p:cNvSpPr>
            <a:spLocks noGrp="1"/>
          </p:cNvSpPr>
          <p:nvPr>
            <p:ph type="sldNum" idx="10"/>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50D36EEE-10F3-40DB-8D02-B0A9FD9AD4CE}"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
        <p:nvSpPr>
          <p:cNvPr id="29" name="PlaceHolder 4"/>
          <p:cNvSpPr>
            <a:spLocks noGrp="1"/>
          </p:cNvSpPr>
          <p:nvPr>
            <p:ph type="body"/>
          </p:nvPr>
        </p:nvSpPr>
        <p:spPr>
          <a:xfrm rot="16200000">
            <a:off x="9109440" y="3083760"/>
            <a:ext cx="5829480" cy="334440"/>
          </a:xfrm>
          <a:prstGeom prst="rect">
            <a:avLst/>
          </a:prstGeom>
          <a:noFill/>
          <a:ln w="0">
            <a:noFill/>
          </a:ln>
        </p:spPr>
        <p:txBody>
          <a:bodyPr lIns="108000" rIns="108000" tIns="36000" bIns="36000" anchor="ctr">
            <a:noAutofit/>
          </a:bodyPr>
          <a:p>
            <a:pPr indent="0" defTabSz="914400">
              <a:lnSpc>
                <a:spcPct val="100000"/>
              </a:lnSpc>
              <a:buNone/>
              <a:tabLst>
                <a:tab algn="l" pos="0"/>
              </a:tabLst>
            </a:pPr>
            <a:r>
              <a:rPr b="0" lang="de-DE" sz="800" spc="-1" strike="noStrike">
                <a:solidFill>
                  <a:schemeClr val="lt1"/>
                </a:solidFill>
                <a:latin typeface="Noto Sans"/>
              </a:rPr>
              <a:t>Bildnachweis</a:t>
            </a:r>
            <a:endParaRPr b="0" lang="de-DE" sz="800" spc="-1" strike="noStrike">
              <a:solidFill>
                <a:schemeClr val="dk1"/>
              </a:solidFill>
              <a:latin typeface="Noto Sans"/>
            </a:endParaRPr>
          </a:p>
        </p:txBody>
      </p:sp>
      <p:sp>
        <p:nvSpPr>
          <p:cNvPr id="30" name="PlaceHolder 5"/>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de-DE" sz="1800" spc="-1" strike="noStrike">
                <a:solidFill>
                  <a:schemeClr val="dk1"/>
                </a:solidFill>
                <a:latin typeface="Noto Sans"/>
              </a:rPr>
              <a:t>Click to edit the title text format</a:t>
            </a:r>
            <a:endParaRPr b="0" lang="de-DE" sz="18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 name="PlaceHolder 1"/>
          <p:cNvSpPr>
            <a:spLocks noGrp="1"/>
          </p:cNvSpPr>
          <p:nvPr>
            <p:ph type="ftr" idx="11"/>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32" name="PlaceHolder 2">
            <a:extLst>
              <a:ext uri="{C183D7F6-B498-43B3-948B-1728B52AA6E4}">
                <adec:decorative xmlns:adec="http://schemas.microsoft.com/office/drawing/2017/decorative" val="1"/>
              </a:ext>
            </a:extLst>
          </p:cNvPr>
          <p:cNvSpPr>
            <a:spLocks noGrp="1"/>
          </p:cNvSpPr>
          <p:nvPr>
            <p:ph type="sldNum" idx="12"/>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5E302D82-33FF-4702-8721-D92ED608F4E3}"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1"/>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334800" y="339120"/>
            <a:ext cx="6164640" cy="6150240"/>
          </a:xfrm>
          <a:prstGeom prst="rect">
            <a:avLst/>
          </a:prstGeom>
          <a:solidFill>
            <a:schemeClr val="accent4"/>
          </a:solidFill>
          <a:ln w="0">
            <a:noFill/>
          </a:ln>
        </p:spPr>
        <p:txBody>
          <a:bodyPr lIns="432000" rIns="432000" tIns="2772000" bIns="0" anchor="t">
            <a:noAutofit/>
          </a:bodyPr>
          <a:p>
            <a:pPr indent="0" defTabSz="914400">
              <a:lnSpc>
                <a:spcPct val="100000"/>
              </a:lnSpc>
              <a:buNone/>
            </a:pPr>
            <a:r>
              <a:rPr b="0" lang="de-DE" sz="3000" spc="-1" strike="noStrike">
                <a:solidFill>
                  <a:schemeClr val="dk1"/>
                </a:solidFill>
                <a:latin typeface="Noto Sans"/>
              </a:rPr>
              <a:t>Mastertitelformat bearbeiten</a:t>
            </a:r>
            <a:endParaRPr b="0" lang="de-DE" sz="3000" spc="-1" strike="noStrike">
              <a:solidFill>
                <a:schemeClr val="dk1"/>
              </a:solidFill>
              <a:latin typeface="Noto Sans"/>
            </a:endParaRPr>
          </a:p>
        </p:txBody>
      </p:sp>
      <p:sp>
        <p:nvSpPr>
          <p:cNvPr id="34" name="Freihandform: Form 3"/>
          <p:cNvSpPr/>
          <p:nvPr/>
        </p:nvSpPr>
        <p:spPr>
          <a:xfrm>
            <a:off x="10878120" y="335880"/>
            <a:ext cx="982800" cy="1382040"/>
          </a:xfrm>
          <a:custGeom>
            <a:avLst/>
            <a:gdLst>
              <a:gd name="textAreaLeft" fmla="*/ 0 w 982800"/>
              <a:gd name="textAreaRight" fmla="*/ 983160 w 982800"/>
              <a:gd name="textAreaTop" fmla="*/ 0 h 1382040"/>
              <a:gd name="textAreaBottom" fmla="*/ 1382400 h 1382040"/>
            </a:gdLst>
            <a:ahLst/>
            <a:rect l="textAreaLeft" t="textAreaTop" r="textAreaRight" b="textAreaBottom"/>
            <a:pathLst>
              <a:path w="1156206" h="1625685">
                <a:moveTo>
                  <a:pt x="260996" y="1521843"/>
                </a:moveTo>
                <a:lnTo>
                  <a:pt x="248775" y="1522272"/>
                </a:lnTo>
                <a:cubicBezTo>
                  <a:pt x="238659" y="1522548"/>
                  <a:pt x="231630" y="1524377"/>
                  <a:pt x="227706" y="1527739"/>
                </a:cubicBezTo>
                <a:cubicBezTo>
                  <a:pt x="223781" y="1531121"/>
                  <a:pt x="221810" y="1535540"/>
                  <a:pt x="221810" y="1541008"/>
                </a:cubicBezTo>
                <a:cubicBezTo>
                  <a:pt x="221810" y="1545789"/>
                  <a:pt x="223219" y="1549199"/>
                  <a:pt x="226029" y="1551228"/>
                </a:cubicBezTo>
                <a:cubicBezTo>
                  <a:pt x="228839" y="1553266"/>
                  <a:pt x="232487" y="1554276"/>
                  <a:pt x="236983" y="1554276"/>
                </a:cubicBezTo>
                <a:cubicBezTo>
                  <a:pt x="243717" y="1554276"/>
                  <a:pt x="249413" y="1552285"/>
                  <a:pt x="254033" y="1548275"/>
                </a:cubicBezTo>
                <a:cubicBezTo>
                  <a:pt x="258681" y="1544284"/>
                  <a:pt x="260996" y="1538626"/>
                  <a:pt x="260996" y="1531321"/>
                </a:cubicBezTo>
                <a:close/>
                <a:moveTo>
                  <a:pt x="832448" y="1483515"/>
                </a:moveTo>
                <a:cubicBezTo>
                  <a:pt x="817703" y="1483515"/>
                  <a:pt x="810331" y="1495107"/>
                  <a:pt x="810331" y="1518262"/>
                </a:cubicBezTo>
                <a:cubicBezTo>
                  <a:pt x="810331" y="1541160"/>
                  <a:pt x="817846" y="1552599"/>
                  <a:pt x="832876" y="1552599"/>
                </a:cubicBezTo>
                <a:cubicBezTo>
                  <a:pt x="840868" y="1552599"/>
                  <a:pt x="846792" y="1550313"/>
                  <a:pt x="850669" y="1545760"/>
                </a:cubicBezTo>
                <a:cubicBezTo>
                  <a:pt x="854527" y="1541198"/>
                  <a:pt x="856460" y="1533226"/>
                  <a:pt x="856460" y="1521843"/>
                </a:cubicBezTo>
                <a:lnTo>
                  <a:pt x="856460" y="1518052"/>
                </a:lnTo>
                <a:cubicBezTo>
                  <a:pt x="856460" y="1505698"/>
                  <a:pt x="854565" y="1496850"/>
                  <a:pt x="850774" y="1491516"/>
                </a:cubicBezTo>
                <a:cubicBezTo>
                  <a:pt x="846983" y="1486172"/>
                  <a:pt x="840868" y="1483515"/>
                  <a:pt x="832448" y="1483515"/>
                </a:cubicBezTo>
                <a:close/>
                <a:moveTo>
                  <a:pt x="473948" y="1483086"/>
                </a:moveTo>
                <a:cubicBezTo>
                  <a:pt x="465804" y="1483086"/>
                  <a:pt x="460079" y="1485620"/>
                  <a:pt x="456793" y="1490678"/>
                </a:cubicBezTo>
                <a:cubicBezTo>
                  <a:pt x="453479" y="1495716"/>
                  <a:pt x="451697" y="1503450"/>
                  <a:pt x="451402" y="1513842"/>
                </a:cubicBezTo>
                <a:lnTo>
                  <a:pt x="451402" y="1517214"/>
                </a:lnTo>
                <a:cubicBezTo>
                  <a:pt x="451402" y="1528301"/>
                  <a:pt x="453069" y="1536845"/>
                  <a:pt x="456365" y="1542808"/>
                </a:cubicBezTo>
                <a:cubicBezTo>
                  <a:pt x="459670" y="1548770"/>
                  <a:pt x="465671" y="1551752"/>
                  <a:pt x="474376" y="1551752"/>
                </a:cubicBezTo>
                <a:cubicBezTo>
                  <a:pt x="480825" y="1551752"/>
                  <a:pt x="485968" y="1548770"/>
                  <a:pt x="489750" y="1542808"/>
                </a:cubicBezTo>
                <a:cubicBezTo>
                  <a:pt x="493541" y="1536845"/>
                  <a:pt x="495446" y="1528235"/>
                  <a:pt x="495446" y="1517014"/>
                </a:cubicBezTo>
                <a:cubicBezTo>
                  <a:pt x="495446" y="1505765"/>
                  <a:pt x="493503" y="1497316"/>
                  <a:pt x="489645" y="1491620"/>
                </a:cubicBezTo>
                <a:cubicBezTo>
                  <a:pt x="485778" y="1485934"/>
                  <a:pt x="480549" y="1483086"/>
                  <a:pt x="473948" y="1483086"/>
                </a:cubicBezTo>
                <a:close/>
                <a:moveTo>
                  <a:pt x="552733" y="1460134"/>
                </a:moveTo>
                <a:lnTo>
                  <a:pt x="584118" y="1460134"/>
                </a:lnTo>
                <a:lnTo>
                  <a:pt x="584118" y="1527333"/>
                </a:lnTo>
                <a:cubicBezTo>
                  <a:pt x="584118" y="1535467"/>
                  <a:pt x="585594" y="1541639"/>
                  <a:pt x="588537" y="1545859"/>
                </a:cubicBezTo>
                <a:cubicBezTo>
                  <a:pt x="591490" y="1550078"/>
                  <a:pt x="596186" y="1552183"/>
                  <a:pt x="602644" y="1552183"/>
                </a:cubicBezTo>
                <a:cubicBezTo>
                  <a:pt x="612198" y="1552183"/>
                  <a:pt x="618722" y="1548907"/>
                  <a:pt x="622237" y="1542382"/>
                </a:cubicBezTo>
                <a:cubicBezTo>
                  <a:pt x="625733" y="1535848"/>
                  <a:pt x="627504" y="1526475"/>
                  <a:pt x="627504" y="1514264"/>
                </a:cubicBezTo>
                <a:lnTo>
                  <a:pt x="627504" y="1460134"/>
                </a:lnTo>
                <a:lnTo>
                  <a:pt x="658889" y="1460134"/>
                </a:lnTo>
                <a:lnTo>
                  <a:pt x="658889" y="1575138"/>
                </a:lnTo>
                <a:lnTo>
                  <a:pt x="634877" y="1575138"/>
                </a:lnTo>
                <a:lnTo>
                  <a:pt x="630657" y="1560394"/>
                </a:lnTo>
                <a:lnTo>
                  <a:pt x="628981" y="1560394"/>
                </a:lnTo>
                <a:cubicBezTo>
                  <a:pt x="625323" y="1566290"/>
                  <a:pt x="620303" y="1570576"/>
                  <a:pt x="613912" y="1573234"/>
                </a:cubicBezTo>
                <a:cubicBezTo>
                  <a:pt x="607511" y="1575910"/>
                  <a:pt x="600749" y="1577243"/>
                  <a:pt x="593576" y="1577243"/>
                </a:cubicBezTo>
                <a:cubicBezTo>
                  <a:pt x="581241" y="1577243"/>
                  <a:pt x="571326" y="1573900"/>
                  <a:pt x="563887" y="1567233"/>
                </a:cubicBezTo>
                <a:cubicBezTo>
                  <a:pt x="556448" y="1560565"/>
                  <a:pt x="552733" y="1549850"/>
                  <a:pt x="552733" y="1535114"/>
                </a:cubicBezTo>
                <a:close/>
                <a:moveTo>
                  <a:pt x="822542" y="1458026"/>
                </a:moveTo>
                <a:cubicBezTo>
                  <a:pt x="836734" y="1458026"/>
                  <a:pt x="847821" y="1463645"/>
                  <a:pt x="855832" y="1474875"/>
                </a:cubicBezTo>
                <a:lnTo>
                  <a:pt x="856670" y="1474875"/>
                </a:lnTo>
                <a:lnTo>
                  <a:pt x="859204" y="1460131"/>
                </a:lnTo>
                <a:lnTo>
                  <a:pt x="885740" y="1460131"/>
                </a:lnTo>
                <a:lnTo>
                  <a:pt x="885740" y="1575345"/>
                </a:lnTo>
                <a:cubicBezTo>
                  <a:pt x="885740" y="1591785"/>
                  <a:pt x="880892" y="1604282"/>
                  <a:pt x="871205" y="1612845"/>
                </a:cubicBezTo>
                <a:cubicBezTo>
                  <a:pt x="861518" y="1621399"/>
                  <a:pt x="847193" y="1625685"/>
                  <a:pt x="828228" y="1625685"/>
                </a:cubicBezTo>
                <a:cubicBezTo>
                  <a:pt x="820084" y="1625685"/>
                  <a:pt x="812550" y="1625189"/>
                  <a:pt x="805587" y="1624218"/>
                </a:cubicBezTo>
                <a:cubicBezTo>
                  <a:pt x="798644" y="1623237"/>
                  <a:pt x="791852" y="1621475"/>
                  <a:pt x="785261" y="1618951"/>
                </a:cubicBezTo>
                <a:lnTo>
                  <a:pt x="785261" y="1593890"/>
                </a:lnTo>
                <a:cubicBezTo>
                  <a:pt x="799453" y="1599786"/>
                  <a:pt x="814398" y="1602739"/>
                  <a:pt x="830133" y="1602739"/>
                </a:cubicBezTo>
                <a:cubicBezTo>
                  <a:pt x="846278" y="1602739"/>
                  <a:pt x="854355" y="1594024"/>
                  <a:pt x="854355" y="1576612"/>
                </a:cubicBezTo>
                <a:lnTo>
                  <a:pt x="854355" y="1574297"/>
                </a:lnTo>
                <a:cubicBezTo>
                  <a:pt x="854355" y="1571916"/>
                  <a:pt x="854460" y="1569449"/>
                  <a:pt x="854660" y="1566925"/>
                </a:cubicBezTo>
                <a:cubicBezTo>
                  <a:pt x="854889" y="1564391"/>
                  <a:pt x="855060" y="1562143"/>
                  <a:pt x="855194" y="1560191"/>
                </a:cubicBezTo>
                <a:lnTo>
                  <a:pt x="854355" y="1560191"/>
                </a:lnTo>
                <a:cubicBezTo>
                  <a:pt x="850412" y="1566220"/>
                  <a:pt x="845716" y="1570573"/>
                  <a:pt x="840249" y="1573231"/>
                </a:cubicBezTo>
                <a:cubicBezTo>
                  <a:pt x="834762" y="1575907"/>
                  <a:pt x="828590" y="1577241"/>
                  <a:pt x="821704" y="1577241"/>
                </a:cubicBezTo>
                <a:cubicBezTo>
                  <a:pt x="808092" y="1577241"/>
                  <a:pt x="797443" y="1572021"/>
                  <a:pt x="789795" y="1561543"/>
                </a:cubicBezTo>
                <a:cubicBezTo>
                  <a:pt x="782137" y="1551085"/>
                  <a:pt x="778317" y="1536521"/>
                  <a:pt x="778317" y="1517852"/>
                </a:cubicBezTo>
                <a:cubicBezTo>
                  <a:pt x="778317" y="1499031"/>
                  <a:pt x="782242" y="1484353"/>
                  <a:pt x="790109" y="1473809"/>
                </a:cubicBezTo>
                <a:cubicBezTo>
                  <a:pt x="797977" y="1463284"/>
                  <a:pt x="808778" y="1458026"/>
                  <a:pt x="822542" y="1458026"/>
                </a:cubicBezTo>
                <a:close/>
                <a:moveTo>
                  <a:pt x="755979" y="1458025"/>
                </a:moveTo>
                <a:cubicBezTo>
                  <a:pt x="757522" y="1458025"/>
                  <a:pt x="759361" y="1458091"/>
                  <a:pt x="761466" y="1458234"/>
                </a:cubicBezTo>
                <a:cubicBezTo>
                  <a:pt x="763571" y="1458368"/>
                  <a:pt x="765257" y="1458587"/>
                  <a:pt x="766523" y="1458863"/>
                </a:cubicBezTo>
                <a:lnTo>
                  <a:pt x="764209" y="1488352"/>
                </a:lnTo>
                <a:cubicBezTo>
                  <a:pt x="763209" y="1488076"/>
                  <a:pt x="761771" y="1487838"/>
                  <a:pt x="759885" y="1487609"/>
                </a:cubicBezTo>
                <a:cubicBezTo>
                  <a:pt x="757989" y="1487409"/>
                  <a:pt x="756341" y="1487305"/>
                  <a:pt x="754932" y="1487305"/>
                </a:cubicBezTo>
                <a:cubicBezTo>
                  <a:pt x="749588" y="1487305"/>
                  <a:pt x="744464" y="1488248"/>
                  <a:pt x="739558" y="1490153"/>
                </a:cubicBezTo>
                <a:cubicBezTo>
                  <a:pt x="734634" y="1492039"/>
                  <a:pt x="730681" y="1495106"/>
                  <a:pt x="727661" y="1499306"/>
                </a:cubicBezTo>
                <a:cubicBezTo>
                  <a:pt x="724623" y="1503516"/>
                  <a:pt x="723118" y="1509279"/>
                  <a:pt x="723118" y="1516584"/>
                </a:cubicBezTo>
                <a:lnTo>
                  <a:pt x="723118" y="1575135"/>
                </a:lnTo>
                <a:lnTo>
                  <a:pt x="691733" y="1575135"/>
                </a:lnTo>
                <a:lnTo>
                  <a:pt x="691733" y="1460130"/>
                </a:lnTo>
                <a:lnTo>
                  <a:pt x="715546" y="1460130"/>
                </a:lnTo>
                <a:lnTo>
                  <a:pt x="720175" y="1479504"/>
                </a:lnTo>
                <a:lnTo>
                  <a:pt x="721642" y="1479504"/>
                </a:lnTo>
                <a:cubicBezTo>
                  <a:pt x="725023" y="1473608"/>
                  <a:pt x="729652" y="1468550"/>
                  <a:pt x="735548" y="1464349"/>
                </a:cubicBezTo>
                <a:cubicBezTo>
                  <a:pt x="741444" y="1460130"/>
                  <a:pt x="748264" y="1458025"/>
                  <a:pt x="755979" y="1458025"/>
                </a:cubicBezTo>
                <a:close/>
                <a:moveTo>
                  <a:pt x="388633" y="1458025"/>
                </a:moveTo>
                <a:cubicBezTo>
                  <a:pt x="390176" y="1458025"/>
                  <a:pt x="392015" y="1458091"/>
                  <a:pt x="394120" y="1458234"/>
                </a:cubicBezTo>
                <a:cubicBezTo>
                  <a:pt x="396225" y="1458368"/>
                  <a:pt x="397911" y="1458587"/>
                  <a:pt x="399178" y="1458863"/>
                </a:cubicBezTo>
                <a:lnTo>
                  <a:pt x="396863" y="1488352"/>
                </a:lnTo>
                <a:cubicBezTo>
                  <a:pt x="395863" y="1488076"/>
                  <a:pt x="394425" y="1487838"/>
                  <a:pt x="392539" y="1487609"/>
                </a:cubicBezTo>
                <a:cubicBezTo>
                  <a:pt x="390643" y="1487409"/>
                  <a:pt x="388995" y="1487305"/>
                  <a:pt x="387586" y="1487305"/>
                </a:cubicBezTo>
                <a:cubicBezTo>
                  <a:pt x="382242" y="1487305"/>
                  <a:pt x="377118" y="1488248"/>
                  <a:pt x="372212" y="1490153"/>
                </a:cubicBezTo>
                <a:cubicBezTo>
                  <a:pt x="367288" y="1492039"/>
                  <a:pt x="363335" y="1495106"/>
                  <a:pt x="360316" y="1499306"/>
                </a:cubicBezTo>
                <a:cubicBezTo>
                  <a:pt x="357277" y="1503516"/>
                  <a:pt x="355772" y="1509279"/>
                  <a:pt x="355772" y="1516584"/>
                </a:cubicBezTo>
                <a:lnTo>
                  <a:pt x="355772" y="1575135"/>
                </a:lnTo>
                <a:lnTo>
                  <a:pt x="324387" y="1575135"/>
                </a:lnTo>
                <a:lnTo>
                  <a:pt x="324387" y="1460130"/>
                </a:lnTo>
                <a:lnTo>
                  <a:pt x="348200" y="1460130"/>
                </a:lnTo>
                <a:lnTo>
                  <a:pt x="352829" y="1479504"/>
                </a:lnTo>
                <a:lnTo>
                  <a:pt x="354296" y="1479504"/>
                </a:lnTo>
                <a:cubicBezTo>
                  <a:pt x="357677" y="1473608"/>
                  <a:pt x="362306" y="1468550"/>
                  <a:pt x="368202" y="1464349"/>
                </a:cubicBezTo>
                <a:cubicBezTo>
                  <a:pt x="374098" y="1460130"/>
                  <a:pt x="380918" y="1458025"/>
                  <a:pt x="388633" y="1458025"/>
                </a:cubicBezTo>
                <a:close/>
                <a:moveTo>
                  <a:pt x="244355" y="1457816"/>
                </a:moveTo>
                <a:cubicBezTo>
                  <a:pt x="259795" y="1457816"/>
                  <a:pt x="271625" y="1461140"/>
                  <a:pt x="279855" y="1467817"/>
                </a:cubicBezTo>
                <a:cubicBezTo>
                  <a:pt x="288066" y="1474485"/>
                  <a:pt x="292161" y="1484696"/>
                  <a:pt x="292161" y="1498459"/>
                </a:cubicBezTo>
                <a:lnTo>
                  <a:pt x="292161" y="1575136"/>
                </a:lnTo>
                <a:lnTo>
                  <a:pt x="270254" y="1575136"/>
                </a:lnTo>
                <a:lnTo>
                  <a:pt x="264148" y="1559553"/>
                </a:lnTo>
                <a:lnTo>
                  <a:pt x="263310" y="1559553"/>
                </a:lnTo>
                <a:cubicBezTo>
                  <a:pt x="258395" y="1565725"/>
                  <a:pt x="253195" y="1570221"/>
                  <a:pt x="247727" y="1573031"/>
                </a:cubicBezTo>
                <a:cubicBezTo>
                  <a:pt x="242241" y="1575840"/>
                  <a:pt x="234735" y="1577241"/>
                  <a:pt x="225191" y="1577241"/>
                </a:cubicBezTo>
                <a:cubicBezTo>
                  <a:pt x="214933" y="1577241"/>
                  <a:pt x="206436" y="1574259"/>
                  <a:pt x="199702" y="1568297"/>
                </a:cubicBezTo>
                <a:cubicBezTo>
                  <a:pt x="192958" y="1562334"/>
                  <a:pt x="189587" y="1553161"/>
                  <a:pt x="189587" y="1540798"/>
                </a:cubicBezTo>
                <a:cubicBezTo>
                  <a:pt x="189587" y="1528577"/>
                  <a:pt x="193873" y="1519567"/>
                  <a:pt x="202445" y="1513737"/>
                </a:cubicBezTo>
                <a:cubicBezTo>
                  <a:pt x="210999" y="1507908"/>
                  <a:pt x="223848" y="1504717"/>
                  <a:pt x="240974" y="1504155"/>
                </a:cubicBezTo>
                <a:lnTo>
                  <a:pt x="260996" y="1503517"/>
                </a:lnTo>
                <a:lnTo>
                  <a:pt x="260996" y="1498459"/>
                </a:lnTo>
                <a:cubicBezTo>
                  <a:pt x="260996" y="1492430"/>
                  <a:pt x="259424" y="1488001"/>
                  <a:pt x="256252" y="1485191"/>
                </a:cubicBezTo>
                <a:cubicBezTo>
                  <a:pt x="253099" y="1482381"/>
                  <a:pt x="248708" y="1480981"/>
                  <a:pt x="243089" y="1480981"/>
                </a:cubicBezTo>
                <a:cubicBezTo>
                  <a:pt x="237478" y="1480981"/>
                  <a:pt x="231992" y="1481781"/>
                  <a:pt x="226658" y="1483410"/>
                </a:cubicBezTo>
                <a:cubicBezTo>
                  <a:pt x="221314" y="1485020"/>
                  <a:pt x="215980" y="1487029"/>
                  <a:pt x="210656" y="1489411"/>
                </a:cubicBezTo>
                <a:lnTo>
                  <a:pt x="200331" y="1468141"/>
                </a:lnTo>
                <a:cubicBezTo>
                  <a:pt x="206503" y="1464903"/>
                  <a:pt x="213361" y="1462379"/>
                  <a:pt x="220867" y="1460540"/>
                </a:cubicBezTo>
                <a:cubicBezTo>
                  <a:pt x="228372" y="1458731"/>
                  <a:pt x="236211" y="1457816"/>
                  <a:pt x="244355" y="1457816"/>
                </a:cubicBezTo>
                <a:close/>
                <a:moveTo>
                  <a:pt x="1065" y="1424737"/>
                </a:moveTo>
                <a:lnTo>
                  <a:pt x="44442" y="1424737"/>
                </a:lnTo>
                <a:lnTo>
                  <a:pt x="80046" y="1539761"/>
                </a:lnTo>
                <a:lnTo>
                  <a:pt x="80684" y="1539761"/>
                </a:lnTo>
                <a:lnTo>
                  <a:pt x="118375" y="1424737"/>
                </a:lnTo>
                <a:lnTo>
                  <a:pt x="161780" y="1424737"/>
                </a:lnTo>
                <a:lnTo>
                  <a:pt x="161780" y="1575137"/>
                </a:lnTo>
                <a:lnTo>
                  <a:pt x="132072" y="1575137"/>
                </a:lnTo>
                <a:lnTo>
                  <a:pt x="132072" y="1503947"/>
                </a:lnTo>
                <a:cubicBezTo>
                  <a:pt x="132072" y="1499165"/>
                  <a:pt x="132177" y="1493698"/>
                  <a:pt x="132386" y="1487507"/>
                </a:cubicBezTo>
                <a:cubicBezTo>
                  <a:pt x="132605" y="1481334"/>
                  <a:pt x="132815" y="1475477"/>
                  <a:pt x="133015" y="1469923"/>
                </a:cubicBezTo>
                <a:cubicBezTo>
                  <a:pt x="133243" y="1464380"/>
                  <a:pt x="133415" y="1460198"/>
                  <a:pt x="133548" y="1457389"/>
                </a:cubicBezTo>
                <a:lnTo>
                  <a:pt x="132710" y="1457389"/>
                </a:lnTo>
                <a:lnTo>
                  <a:pt x="93953" y="1575137"/>
                </a:lnTo>
                <a:lnTo>
                  <a:pt x="64673" y="1575137"/>
                </a:lnTo>
                <a:lnTo>
                  <a:pt x="28440" y="1457189"/>
                </a:lnTo>
                <a:lnTo>
                  <a:pt x="27592" y="1457189"/>
                </a:lnTo>
                <a:cubicBezTo>
                  <a:pt x="27735" y="1459998"/>
                  <a:pt x="27954" y="1464199"/>
                  <a:pt x="28230" y="1469819"/>
                </a:cubicBezTo>
                <a:cubicBezTo>
                  <a:pt x="28506" y="1475438"/>
                  <a:pt x="28792" y="1481439"/>
                  <a:pt x="29068" y="1487830"/>
                </a:cubicBezTo>
                <a:cubicBezTo>
                  <a:pt x="29364" y="1494212"/>
                  <a:pt x="29497" y="1500003"/>
                  <a:pt x="29497" y="1505194"/>
                </a:cubicBezTo>
                <a:lnTo>
                  <a:pt x="29497" y="1575137"/>
                </a:lnTo>
                <a:lnTo>
                  <a:pt x="1065" y="1575137"/>
                </a:lnTo>
                <a:close/>
                <a:moveTo>
                  <a:pt x="420017" y="1415049"/>
                </a:moveTo>
                <a:lnTo>
                  <a:pt x="451402" y="1415049"/>
                </a:lnTo>
                <a:lnTo>
                  <a:pt x="451402" y="1452330"/>
                </a:lnTo>
                <a:cubicBezTo>
                  <a:pt x="451402" y="1456692"/>
                  <a:pt x="451269" y="1460969"/>
                  <a:pt x="450993" y="1465188"/>
                </a:cubicBezTo>
                <a:cubicBezTo>
                  <a:pt x="450707" y="1469389"/>
                  <a:pt x="450431" y="1472694"/>
                  <a:pt x="450154" y="1475085"/>
                </a:cubicBezTo>
                <a:lnTo>
                  <a:pt x="451402" y="1475085"/>
                </a:lnTo>
                <a:cubicBezTo>
                  <a:pt x="454488" y="1470313"/>
                  <a:pt x="458641" y="1466274"/>
                  <a:pt x="463832" y="1462979"/>
                </a:cubicBezTo>
                <a:cubicBezTo>
                  <a:pt x="469023" y="1459674"/>
                  <a:pt x="475786" y="1458026"/>
                  <a:pt x="484063" y="1458026"/>
                </a:cubicBezTo>
                <a:cubicBezTo>
                  <a:pt x="496989" y="1458026"/>
                  <a:pt x="507447" y="1463045"/>
                  <a:pt x="515448" y="1473075"/>
                </a:cubicBezTo>
                <a:cubicBezTo>
                  <a:pt x="523449" y="1483124"/>
                  <a:pt x="527450" y="1497916"/>
                  <a:pt x="527450" y="1517424"/>
                </a:cubicBezTo>
                <a:cubicBezTo>
                  <a:pt x="527450" y="1537083"/>
                  <a:pt x="523383" y="1551961"/>
                  <a:pt x="515239" y="1562077"/>
                </a:cubicBezTo>
                <a:cubicBezTo>
                  <a:pt x="507085" y="1572192"/>
                  <a:pt x="496417" y="1577241"/>
                  <a:pt x="483225" y="1577241"/>
                </a:cubicBezTo>
                <a:cubicBezTo>
                  <a:pt x="474786" y="1577241"/>
                  <a:pt x="468157" y="1575736"/>
                  <a:pt x="463318" y="1572716"/>
                </a:cubicBezTo>
                <a:cubicBezTo>
                  <a:pt x="458470" y="1569706"/>
                  <a:pt x="454488" y="1566296"/>
                  <a:pt x="451402" y="1562506"/>
                </a:cubicBezTo>
                <a:lnTo>
                  <a:pt x="449297" y="1562506"/>
                </a:lnTo>
                <a:lnTo>
                  <a:pt x="444039" y="1575136"/>
                </a:lnTo>
                <a:lnTo>
                  <a:pt x="420017" y="1575136"/>
                </a:lnTo>
                <a:close/>
                <a:moveTo>
                  <a:pt x="1024557" y="1311207"/>
                </a:moveTo>
                <a:lnTo>
                  <a:pt x="1012336" y="1311636"/>
                </a:lnTo>
                <a:cubicBezTo>
                  <a:pt x="1002220" y="1311912"/>
                  <a:pt x="995191" y="1313741"/>
                  <a:pt x="991267" y="1317103"/>
                </a:cubicBezTo>
                <a:cubicBezTo>
                  <a:pt x="987342" y="1320485"/>
                  <a:pt x="985371" y="1324904"/>
                  <a:pt x="985371" y="1330372"/>
                </a:cubicBezTo>
                <a:cubicBezTo>
                  <a:pt x="985371" y="1335153"/>
                  <a:pt x="986771" y="1338563"/>
                  <a:pt x="989590" y="1340592"/>
                </a:cubicBezTo>
                <a:cubicBezTo>
                  <a:pt x="992400" y="1342630"/>
                  <a:pt x="996048" y="1343640"/>
                  <a:pt x="1000535" y="1343640"/>
                </a:cubicBezTo>
                <a:cubicBezTo>
                  <a:pt x="1007278" y="1343640"/>
                  <a:pt x="1012965" y="1341649"/>
                  <a:pt x="1017594" y="1337639"/>
                </a:cubicBezTo>
                <a:cubicBezTo>
                  <a:pt x="1022242" y="1333648"/>
                  <a:pt x="1024557" y="1327990"/>
                  <a:pt x="1024557" y="1320685"/>
                </a:cubicBezTo>
                <a:close/>
                <a:moveTo>
                  <a:pt x="527876" y="1269707"/>
                </a:moveTo>
                <a:cubicBezTo>
                  <a:pt x="521827" y="1269707"/>
                  <a:pt x="516798" y="1271679"/>
                  <a:pt x="512807" y="1275603"/>
                </a:cubicBezTo>
                <a:cubicBezTo>
                  <a:pt x="508797" y="1279546"/>
                  <a:pt x="506444" y="1285652"/>
                  <a:pt x="505749" y="1293948"/>
                </a:cubicBezTo>
                <a:lnTo>
                  <a:pt x="549783" y="1293948"/>
                </a:lnTo>
                <a:cubicBezTo>
                  <a:pt x="549631" y="1286919"/>
                  <a:pt x="547811" y="1281127"/>
                  <a:pt x="544297" y="1276565"/>
                </a:cubicBezTo>
                <a:cubicBezTo>
                  <a:pt x="540782" y="1272002"/>
                  <a:pt x="535315" y="1269707"/>
                  <a:pt x="527876" y="1269707"/>
                </a:cubicBezTo>
                <a:close/>
                <a:moveTo>
                  <a:pt x="805057" y="1249496"/>
                </a:moveTo>
                <a:lnTo>
                  <a:pt x="836442" y="1249496"/>
                </a:lnTo>
                <a:lnTo>
                  <a:pt x="836442" y="1364501"/>
                </a:lnTo>
                <a:lnTo>
                  <a:pt x="805057" y="1364501"/>
                </a:lnTo>
                <a:close/>
                <a:moveTo>
                  <a:pt x="296155" y="1249496"/>
                </a:moveTo>
                <a:lnTo>
                  <a:pt x="327540" y="1249496"/>
                </a:lnTo>
                <a:lnTo>
                  <a:pt x="327540" y="1364501"/>
                </a:lnTo>
                <a:lnTo>
                  <a:pt x="296155" y="1364501"/>
                </a:lnTo>
                <a:close/>
                <a:moveTo>
                  <a:pt x="343978" y="1249495"/>
                </a:moveTo>
                <a:lnTo>
                  <a:pt x="376839" y="1249495"/>
                </a:lnTo>
                <a:lnTo>
                  <a:pt x="398957" y="1314998"/>
                </a:lnTo>
                <a:cubicBezTo>
                  <a:pt x="400223" y="1318942"/>
                  <a:pt x="401233" y="1322999"/>
                  <a:pt x="402005" y="1327219"/>
                </a:cubicBezTo>
                <a:cubicBezTo>
                  <a:pt x="402776" y="1331429"/>
                  <a:pt x="403233" y="1335220"/>
                  <a:pt x="403376" y="1338601"/>
                </a:cubicBezTo>
                <a:lnTo>
                  <a:pt x="404214" y="1338601"/>
                </a:lnTo>
                <a:cubicBezTo>
                  <a:pt x="404643" y="1331000"/>
                  <a:pt x="406186" y="1323152"/>
                  <a:pt x="408863" y="1314998"/>
                </a:cubicBezTo>
                <a:lnTo>
                  <a:pt x="430970" y="1249495"/>
                </a:lnTo>
                <a:lnTo>
                  <a:pt x="463831" y="1249495"/>
                </a:lnTo>
                <a:lnTo>
                  <a:pt x="420016" y="1364500"/>
                </a:lnTo>
                <a:lnTo>
                  <a:pt x="387793" y="1364500"/>
                </a:lnTo>
                <a:close/>
                <a:moveTo>
                  <a:pt x="527656" y="1247390"/>
                </a:moveTo>
                <a:cubicBezTo>
                  <a:pt x="543525" y="1247390"/>
                  <a:pt x="556089" y="1251914"/>
                  <a:pt x="565366" y="1260963"/>
                </a:cubicBezTo>
                <a:cubicBezTo>
                  <a:pt x="574624" y="1270031"/>
                  <a:pt x="579263" y="1282928"/>
                  <a:pt x="579263" y="1299615"/>
                </a:cubicBezTo>
                <a:lnTo>
                  <a:pt x="579263" y="1314789"/>
                </a:lnTo>
                <a:lnTo>
                  <a:pt x="505111" y="1314789"/>
                </a:lnTo>
                <a:cubicBezTo>
                  <a:pt x="505406" y="1323638"/>
                  <a:pt x="508025" y="1330591"/>
                  <a:pt x="513017" y="1335648"/>
                </a:cubicBezTo>
                <a:cubicBezTo>
                  <a:pt x="517998" y="1340687"/>
                  <a:pt x="524923" y="1343230"/>
                  <a:pt x="533772" y="1343230"/>
                </a:cubicBezTo>
                <a:cubicBezTo>
                  <a:pt x="541211" y="1343230"/>
                  <a:pt x="547945" y="1342487"/>
                  <a:pt x="553984" y="1341021"/>
                </a:cubicBezTo>
                <a:cubicBezTo>
                  <a:pt x="560013" y="1339544"/>
                  <a:pt x="566271" y="1337258"/>
                  <a:pt x="572738" y="1334172"/>
                </a:cubicBezTo>
                <a:lnTo>
                  <a:pt x="572738" y="1358394"/>
                </a:lnTo>
                <a:cubicBezTo>
                  <a:pt x="567109" y="1361214"/>
                  <a:pt x="561184" y="1363261"/>
                  <a:pt x="554946" y="1364605"/>
                </a:cubicBezTo>
                <a:cubicBezTo>
                  <a:pt x="548688" y="1365938"/>
                  <a:pt x="541144" y="1366605"/>
                  <a:pt x="532295" y="1366605"/>
                </a:cubicBezTo>
                <a:cubicBezTo>
                  <a:pt x="520779" y="1366605"/>
                  <a:pt x="510597" y="1364462"/>
                  <a:pt x="501748" y="1360185"/>
                </a:cubicBezTo>
                <a:cubicBezTo>
                  <a:pt x="492909" y="1355899"/>
                  <a:pt x="485946" y="1349403"/>
                  <a:pt x="480889" y="1340687"/>
                </a:cubicBezTo>
                <a:cubicBezTo>
                  <a:pt x="475831" y="1332000"/>
                  <a:pt x="473316" y="1321047"/>
                  <a:pt x="473316" y="1307845"/>
                </a:cubicBezTo>
                <a:cubicBezTo>
                  <a:pt x="473316" y="1294358"/>
                  <a:pt x="475593" y="1283166"/>
                  <a:pt x="480155" y="1274250"/>
                </a:cubicBezTo>
                <a:cubicBezTo>
                  <a:pt x="484708" y="1265316"/>
                  <a:pt x="491071" y="1258620"/>
                  <a:pt x="499215" y="1254124"/>
                </a:cubicBezTo>
                <a:cubicBezTo>
                  <a:pt x="507359" y="1249638"/>
                  <a:pt x="516836" y="1247390"/>
                  <a:pt x="527656" y="1247390"/>
                </a:cubicBezTo>
                <a:close/>
                <a:moveTo>
                  <a:pt x="738919" y="1247389"/>
                </a:moveTo>
                <a:cubicBezTo>
                  <a:pt x="746091" y="1247389"/>
                  <a:pt x="752892" y="1248094"/>
                  <a:pt x="759360" y="1249494"/>
                </a:cubicBezTo>
                <a:cubicBezTo>
                  <a:pt x="765818" y="1250904"/>
                  <a:pt x="772485" y="1253218"/>
                  <a:pt x="779362" y="1256438"/>
                </a:cubicBezTo>
                <a:lnTo>
                  <a:pt x="769894" y="1278983"/>
                </a:lnTo>
                <a:cubicBezTo>
                  <a:pt x="764275" y="1276593"/>
                  <a:pt x="758941" y="1274592"/>
                  <a:pt x="753892" y="1272983"/>
                </a:cubicBezTo>
                <a:cubicBezTo>
                  <a:pt x="748835" y="1271373"/>
                  <a:pt x="743710" y="1270563"/>
                  <a:pt x="738510" y="1270563"/>
                </a:cubicBezTo>
                <a:cubicBezTo>
                  <a:pt x="729242" y="1270563"/>
                  <a:pt x="724613" y="1273087"/>
                  <a:pt x="724613" y="1278136"/>
                </a:cubicBezTo>
                <a:cubicBezTo>
                  <a:pt x="724613" y="1279955"/>
                  <a:pt x="725194" y="1281622"/>
                  <a:pt x="726394" y="1283098"/>
                </a:cubicBezTo>
                <a:cubicBezTo>
                  <a:pt x="727594" y="1284565"/>
                  <a:pt x="729908" y="1286146"/>
                  <a:pt x="733357" y="1287823"/>
                </a:cubicBezTo>
                <a:cubicBezTo>
                  <a:pt x="736776" y="1289509"/>
                  <a:pt x="741872" y="1291766"/>
                  <a:pt x="748606" y="1294566"/>
                </a:cubicBezTo>
                <a:cubicBezTo>
                  <a:pt x="755207" y="1297233"/>
                  <a:pt x="760903" y="1300015"/>
                  <a:pt x="765684" y="1302891"/>
                </a:cubicBezTo>
                <a:cubicBezTo>
                  <a:pt x="770447" y="1305768"/>
                  <a:pt x="774133" y="1309359"/>
                  <a:pt x="776733" y="1313626"/>
                </a:cubicBezTo>
                <a:cubicBezTo>
                  <a:pt x="779324" y="1317912"/>
                  <a:pt x="780629" y="1323494"/>
                  <a:pt x="780629" y="1330371"/>
                </a:cubicBezTo>
                <a:cubicBezTo>
                  <a:pt x="780629" y="1342029"/>
                  <a:pt x="776533" y="1350992"/>
                  <a:pt x="768304" y="1357231"/>
                </a:cubicBezTo>
                <a:cubicBezTo>
                  <a:pt x="760093" y="1363489"/>
                  <a:pt x="747835" y="1366604"/>
                  <a:pt x="731556" y="1366604"/>
                </a:cubicBezTo>
                <a:cubicBezTo>
                  <a:pt x="723546" y="1366604"/>
                  <a:pt x="716678" y="1366080"/>
                  <a:pt x="710916" y="1365032"/>
                </a:cubicBezTo>
                <a:cubicBezTo>
                  <a:pt x="705153" y="1363965"/>
                  <a:pt x="699390" y="1362251"/>
                  <a:pt x="693637" y="1359870"/>
                </a:cubicBezTo>
                <a:lnTo>
                  <a:pt x="693637" y="1333952"/>
                </a:lnTo>
                <a:cubicBezTo>
                  <a:pt x="699819" y="1336762"/>
                  <a:pt x="706496" y="1339077"/>
                  <a:pt x="713659" y="1340915"/>
                </a:cubicBezTo>
                <a:cubicBezTo>
                  <a:pt x="720803" y="1342734"/>
                  <a:pt x="727127" y="1343639"/>
                  <a:pt x="732614" y="1343639"/>
                </a:cubicBezTo>
                <a:cubicBezTo>
                  <a:pt x="738786" y="1343639"/>
                  <a:pt x="743177" y="1342734"/>
                  <a:pt x="745777" y="1340915"/>
                </a:cubicBezTo>
                <a:cubicBezTo>
                  <a:pt x="748368" y="1339077"/>
                  <a:pt x="749673" y="1336695"/>
                  <a:pt x="749673" y="1333752"/>
                </a:cubicBezTo>
                <a:cubicBezTo>
                  <a:pt x="749673" y="1331781"/>
                  <a:pt x="749139" y="1330028"/>
                  <a:pt x="748092" y="1328485"/>
                </a:cubicBezTo>
                <a:cubicBezTo>
                  <a:pt x="747034" y="1326942"/>
                  <a:pt x="744748" y="1325180"/>
                  <a:pt x="741234" y="1323227"/>
                </a:cubicBezTo>
                <a:cubicBezTo>
                  <a:pt x="737719" y="1321255"/>
                  <a:pt x="732252" y="1318712"/>
                  <a:pt x="724813" y="1315626"/>
                </a:cubicBezTo>
                <a:cubicBezTo>
                  <a:pt x="717650" y="1312540"/>
                  <a:pt x="711754" y="1309492"/>
                  <a:pt x="707125" y="1306472"/>
                </a:cubicBezTo>
                <a:cubicBezTo>
                  <a:pt x="702476" y="1303463"/>
                  <a:pt x="699047" y="1299805"/>
                  <a:pt x="696809" y="1295519"/>
                </a:cubicBezTo>
                <a:cubicBezTo>
                  <a:pt x="694542" y="1291233"/>
                  <a:pt x="693428" y="1285870"/>
                  <a:pt x="693428" y="1279412"/>
                </a:cubicBezTo>
                <a:cubicBezTo>
                  <a:pt x="693428" y="1268725"/>
                  <a:pt x="697562" y="1260724"/>
                  <a:pt x="705858" y="1255390"/>
                </a:cubicBezTo>
                <a:cubicBezTo>
                  <a:pt x="714135" y="1250065"/>
                  <a:pt x="725156" y="1247389"/>
                  <a:pt x="738919" y="1247389"/>
                </a:cubicBezTo>
                <a:close/>
                <a:moveTo>
                  <a:pt x="668986" y="1247388"/>
                </a:moveTo>
                <a:cubicBezTo>
                  <a:pt x="670529" y="1247388"/>
                  <a:pt x="672367" y="1247455"/>
                  <a:pt x="674472" y="1247598"/>
                </a:cubicBezTo>
                <a:cubicBezTo>
                  <a:pt x="676577" y="1247731"/>
                  <a:pt x="678263" y="1247950"/>
                  <a:pt x="679530" y="1248226"/>
                </a:cubicBezTo>
                <a:lnTo>
                  <a:pt x="677215" y="1277715"/>
                </a:lnTo>
                <a:cubicBezTo>
                  <a:pt x="676215" y="1277439"/>
                  <a:pt x="674777" y="1277201"/>
                  <a:pt x="672891" y="1276973"/>
                </a:cubicBezTo>
                <a:cubicBezTo>
                  <a:pt x="670995" y="1276773"/>
                  <a:pt x="669348" y="1276668"/>
                  <a:pt x="667938" y="1276668"/>
                </a:cubicBezTo>
                <a:cubicBezTo>
                  <a:pt x="662594" y="1276668"/>
                  <a:pt x="657470" y="1277611"/>
                  <a:pt x="652565" y="1279516"/>
                </a:cubicBezTo>
                <a:cubicBezTo>
                  <a:pt x="647640" y="1281402"/>
                  <a:pt x="643687" y="1284469"/>
                  <a:pt x="640668" y="1288669"/>
                </a:cubicBezTo>
                <a:cubicBezTo>
                  <a:pt x="637629" y="1292879"/>
                  <a:pt x="636124" y="1298642"/>
                  <a:pt x="636124" y="1305948"/>
                </a:cubicBezTo>
                <a:lnTo>
                  <a:pt x="636124" y="1364498"/>
                </a:lnTo>
                <a:lnTo>
                  <a:pt x="604739" y="1364498"/>
                </a:lnTo>
                <a:lnTo>
                  <a:pt x="604739" y="1249493"/>
                </a:lnTo>
                <a:lnTo>
                  <a:pt x="628552" y="1249493"/>
                </a:lnTo>
                <a:lnTo>
                  <a:pt x="633181" y="1268867"/>
                </a:lnTo>
                <a:lnTo>
                  <a:pt x="634648" y="1268867"/>
                </a:lnTo>
                <a:cubicBezTo>
                  <a:pt x="638029" y="1262971"/>
                  <a:pt x="642659" y="1257913"/>
                  <a:pt x="648555" y="1253713"/>
                </a:cubicBezTo>
                <a:cubicBezTo>
                  <a:pt x="654450" y="1249493"/>
                  <a:pt x="661270" y="1247388"/>
                  <a:pt x="668986" y="1247388"/>
                </a:cubicBezTo>
                <a:close/>
                <a:moveTo>
                  <a:pt x="223079" y="1247388"/>
                </a:moveTo>
                <a:cubicBezTo>
                  <a:pt x="235443" y="1247388"/>
                  <a:pt x="245330" y="1250731"/>
                  <a:pt x="252769" y="1257399"/>
                </a:cubicBezTo>
                <a:cubicBezTo>
                  <a:pt x="260208" y="1264066"/>
                  <a:pt x="263942" y="1274763"/>
                  <a:pt x="263942" y="1289508"/>
                </a:cubicBezTo>
                <a:lnTo>
                  <a:pt x="263942" y="1364498"/>
                </a:lnTo>
                <a:lnTo>
                  <a:pt x="232557" y="1364498"/>
                </a:lnTo>
                <a:lnTo>
                  <a:pt x="232557" y="1297308"/>
                </a:lnTo>
                <a:cubicBezTo>
                  <a:pt x="232557" y="1289022"/>
                  <a:pt x="231080" y="1282802"/>
                  <a:pt x="228137" y="1278668"/>
                </a:cubicBezTo>
                <a:cubicBezTo>
                  <a:pt x="225184" y="1274525"/>
                  <a:pt x="220470" y="1272448"/>
                  <a:pt x="214012" y="1272448"/>
                </a:cubicBezTo>
                <a:cubicBezTo>
                  <a:pt x="204468" y="1272448"/>
                  <a:pt x="197933" y="1275725"/>
                  <a:pt x="194438" y="1282250"/>
                </a:cubicBezTo>
                <a:cubicBezTo>
                  <a:pt x="190923" y="1288765"/>
                  <a:pt x="189151" y="1298147"/>
                  <a:pt x="189151" y="1310367"/>
                </a:cubicBezTo>
                <a:lnTo>
                  <a:pt x="189151" y="1364498"/>
                </a:lnTo>
                <a:lnTo>
                  <a:pt x="157766" y="1364498"/>
                </a:lnTo>
                <a:lnTo>
                  <a:pt x="157766" y="1249493"/>
                </a:lnTo>
                <a:lnTo>
                  <a:pt x="181789" y="1249493"/>
                </a:lnTo>
                <a:lnTo>
                  <a:pt x="185999" y="1264238"/>
                </a:lnTo>
                <a:lnTo>
                  <a:pt x="187684" y="1264238"/>
                </a:lnTo>
                <a:cubicBezTo>
                  <a:pt x="191333" y="1258342"/>
                  <a:pt x="196352" y="1254055"/>
                  <a:pt x="202753" y="1251379"/>
                </a:cubicBezTo>
                <a:cubicBezTo>
                  <a:pt x="209144" y="1248721"/>
                  <a:pt x="215917" y="1247388"/>
                  <a:pt x="223079" y="1247388"/>
                </a:cubicBezTo>
                <a:close/>
                <a:moveTo>
                  <a:pt x="1007907" y="1247180"/>
                </a:moveTo>
                <a:cubicBezTo>
                  <a:pt x="1023356" y="1247180"/>
                  <a:pt x="1035187" y="1250505"/>
                  <a:pt x="1043407" y="1257172"/>
                </a:cubicBezTo>
                <a:cubicBezTo>
                  <a:pt x="1051617" y="1263849"/>
                  <a:pt x="1055722" y="1274060"/>
                  <a:pt x="1055722" y="1287824"/>
                </a:cubicBezTo>
                <a:lnTo>
                  <a:pt x="1055722" y="1364500"/>
                </a:lnTo>
                <a:lnTo>
                  <a:pt x="1033815" y="1364500"/>
                </a:lnTo>
                <a:lnTo>
                  <a:pt x="1027709" y="1348917"/>
                </a:lnTo>
                <a:lnTo>
                  <a:pt x="1026871" y="1348917"/>
                </a:lnTo>
                <a:cubicBezTo>
                  <a:pt x="1021947" y="1355089"/>
                  <a:pt x="1016756" y="1359585"/>
                  <a:pt x="1011288" y="1362395"/>
                </a:cubicBezTo>
                <a:cubicBezTo>
                  <a:pt x="1005802" y="1365205"/>
                  <a:pt x="998296" y="1366605"/>
                  <a:pt x="988743" y="1366605"/>
                </a:cubicBezTo>
                <a:cubicBezTo>
                  <a:pt x="978494" y="1366605"/>
                  <a:pt x="969997" y="1363623"/>
                  <a:pt x="963254" y="1357661"/>
                </a:cubicBezTo>
                <a:cubicBezTo>
                  <a:pt x="956520" y="1351698"/>
                  <a:pt x="953138" y="1342526"/>
                  <a:pt x="953138" y="1330162"/>
                </a:cubicBezTo>
                <a:cubicBezTo>
                  <a:pt x="953138" y="1317942"/>
                  <a:pt x="957424" y="1308931"/>
                  <a:pt x="965997" y="1303102"/>
                </a:cubicBezTo>
                <a:cubicBezTo>
                  <a:pt x="974550" y="1297272"/>
                  <a:pt x="987409" y="1294081"/>
                  <a:pt x="1004535" y="1293519"/>
                </a:cubicBezTo>
                <a:lnTo>
                  <a:pt x="1024557" y="1292881"/>
                </a:lnTo>
                <a:lnTo>
                  <a:pt x="1024557" y="1287824"/>
                </a:lnTo>
                <a:cubicBezTo>
                  <a:pt x="1024557" y="1281794"/>
                  <a:pt x="1022975" y="1277365"/>
                  <a:pt x="1019804" y="1274555"/>
                </a:cubicBezTo>
                <a:cubicBezTo>
                  <a:pt x="1016651" y="1271745"/>
                  <a:pt x="1012260" y="1270345"/>
                  <a:pt x="1006640" y="1270345"/>
                </a:cubicBezTo>
                <a:cubicBezTo>
                  <a:pt x="1001039" y="1270345"/>
                  <a:pt x="995553" y="1271145"/>
                  <a:pt x="990219" y="1272774"/>
                </a:cubicBezTo>
                <a:cubicBezTo>
                  <a:pt x="984875" y="1274384"/>
                  <a:pt x="979541" y="1276393"/>
                  <a:pt x="974207" y="1278775"/>
                </a:cubicBezTo>
                <a:lnTo>
                  <a:pt x="963892" y="1257506"/>
                </a:lnTo>
                <a:cubicBezTo>
                  <a:pt x="970064" y="1254267"/>
                  <a:pt x="976922" y="1251743"/>
                  <a:pt x="984428" y="1249905"/>
                </a:cubicBezTo>
                <a:cubicBezTo>
                  <a:pt x="991934" y="1248095"/>
                  <a:pt x="999773" y="1247180"/>
                  <a:pt x="1007907" y="1247180"/>
                </a:cubicBezTo>
                <a:close/>
                <a:moveTo>
                  <a:pt x="1102705" y="1225057"/>
                </a:moveTo>
                <a:lnTo>
                  <a:pt x="1122707" y="1225057"/>
                </a:lnTo>
                <a:lnTo>
                  <a:pt x="1122707" y="1249498"/>
                </a:lnTo>
                <a:lnTo>
                  <a:pt x="1154930" y="1249498"/>
                </a:lnTo>
                <a:lnTo>
                  <a:pt x="1154930" y="1273082"/>
                </a:lnTo>
                <a:lnTo>
                  <a:pt x="1122707" y="1273082"/>
                </a:lnTo>
                <a:lnTo>
                  <a:pt x="1122707" y="1328489"/>
                </a:lnTo>
                <a:cubicBezTo>
                  <a:pt x="1122707" y="1332841"/>
                  <a:pt x="1123974" y="1336099"/>
                  <a:pt x="1126498" y="1338271"/>
                </a:cubicBezTo>
                <a:cubicBezTo>
                  <a:pt x="1129032" y="1340452"/>
                  <a:pt x="1132327" y="1341547"/>
                  <a:pt x="1136404" y="1341547"/>
                </a:cubicBezTo>
                <a:cubicBezTo>
                  <a:pt x="1139900" y="1341547"/>
                  <a:pt x="1143281" y="1341185"/>
                  <a:pt x="1146520" y="1340481"/>
                </a:cubicBezTo>
                <a:cubicBezTo>
                  <a:pt x="1149739" y="1339785"/>
                  <a:pt x="1152959" y="1338937"/>
                  <a:pt x="1156206" y="1337966"/>
                </a:cubicBezTo>
                <a:lnTo>
                  <a:pt x="1156206" y="1361350"/>
                </a:lnTo>
                <a:cubicBezTo>
                  <a:pt x="1152825" y="1362750"/>
                  <a:pt x="1148644" y="1363969"/>
                  <a:pt x="1143672" y="1365036"/>
                </a:cubicBezTo>
                <a:cubicBezTo>
                  <a:pt x="1138680" y="1366074"/>
                  <a:pt x="1133232" y="1366608"/>
                  <a:pt x="1127336" y="1366608"/>
                </a:cubicBezTo>
                <a:cubicBezTo>
                  <a:pt x="1120459" y="1366608"/>
                  <a:pt x="1114306" y="1365474"/>
                  <a:pt x="1108905" y="1363236"/>
                </a:cubicBezTo>
                <a:cubicBezTo>
                  <a:pt x="1103505" y="1360988"/>
                  <a:pt x="1099228" y="1357092"/>
                  <a:pt x="1096066" y="1351539"/>
                </a:cubicBezTo>
                <a:cubicBezTo>
                  <a:pt x="1092894" y="1346005"/>
                  <a:pt x="1091322" y="1338309"/>
                  <a:pt x="1091322" y="1328489"/>
                </a:cubicBezTo>
                <a:lnTo>
                  <a:pt x="1091322" y="1273082"/>
                </a:lnTo>
                <a:lnTo>
                  <a:pt x="1076377" y="1273082"/>
                </a:lnTo>
                <a:lnTo>
                  <a:pt x="1076377" y="1259813"/>
                </a:lnTo>
                <a:lnTo>
                  <a:pt x="1093637" y="1249269"/>
                </a:lnTo>
                <a:close/>
                <a:moveTo>
                  <a:pt x="884063" y="1225057"/>
                </a:moveTo>
                <a:lnTo>
                  <a:pt x="904065" y="1225057"/>
                </a:lnTo>
                <a:lnTo>
                  <a:pt x="904065" y="1249498"/>
                </a:lnTo>
                <a:lnTo>
                  <a:pt x="936289" y="1249498"/>
                </a:lnTo>
                <a:lnTo>
                  <a:pt x="936289" y="1273082"/>
                </a:lnTo>
                <a:lnTo>
                  <a:pt x="904065" y="1273082"/>
                </a:lnTo>
                <a:lnTo>
                  <a:pt x="904065" y="1328489"/>
                </a:lnTo>
                <a:cubicBezTo>
                  <a:pt x="904065" y="1332841"/>
                  <a:pt x="905332" y="1336099"/>
                  <a:pt x="907856" y="1338271"/>
                </a:cubicBezTo>
                <a:cubicBezTo>
                  <a:pt x="910390" y="1340452"/>
                  <a:pt x="913686" y="1341547"/>
                  <a:pt x="917762" y="1341547"/>
                </a:cubicBezTo>
                <a:cubicBezTo>
                  <a:pt x="921258" y="1341547"/>
                  <a:pt x="924639" y="1341185"/>
                  <a:pt x="927878" y="1340481"/>
                </a:cubicBezTo>
                <a:cubicBezTo>
                  <a:pt x="931097" y="1339785"/>
                  <a:pt x="934317" y="1338937"/>
                  <a:pt x="937565" y="1337966"/>
                </a:cubicBezTo>
                <a:lnTo>
                  <a:pt x="937565" y="1361350"/>
                </a:lnTo>
                <a:cubicBezTo>
                  <a:pt x="934183" y="1362750"/>
                  <a:pt x="930002" y="1363969"/>
                  <a:pt x="925030" y="1365036"/>
                </a:cubicBezTo>
                <a:cubicBezTo>
                  <a:pt x="920039" y="1366074"/>
                  <a:pt x="914591" y="1366608"/>
                  <a:pt x="908695" y="1366608"/>
                </a:cubicBezTo>
                <a:cubicBezTo>
                  <a:pt x="901818" y="1366608"/>
                  <a:pt x="895664" y="1365474"/>
                  <a:pt x="890264" y="1363236"/>
                </a:cubicBezTo>
                <a:cubicBezTo>
                  <a:pt x="884863" y="1360988"/>
                  <a:pt x="880586" y="1357092"/>
                  <a:pt x="877424" y="1351539"/>
                </a:cubicBezTo>
                <a:cubicBezTo>
                  <a:pt x="874252" y="1346005"/>
                  <a:pt x="872681" y="1338309"/>
                  <a:pt x="872681" y="1328489"/>
                </a:cubicBezTo>
                <a:lnTo>
                  <a:pt x="872681" y="1273082"/>
                </a:lnTo>
                <a:lnTo>
                  <a:pt x="857736" y="1273082"/>
                </a:lnTo>
                <a:lnTo>
                  <a:pt x="857736" y="1259813"/>
                </a:lnTo>
                <a:lnTo>
                  <a:pt x="874995" y="1249269"/>
                </a:lnTo>
                <a:close/>
                <a:moveTo>
                  <a:pt x="0" y="1214095"/>
                </a:moveTo>
                <a:lnTo>
                  <a:pt x="31814" y="1214095"/>
                </a:lnTo>
                <a:lnTo>
                  <a:pt x="31814" y="1306154"/>
                </a:lnTo>
                <a:cubicBezTo>
                  <a:pt x="31814" y="1318508"/>
                  <a:pt x="34328" y="1327214"/>
                  <a:pt x="39386" y="1332272"/>
                </a:cubicBezTo>
                <a:cubicBezTo>
                  <a:pt x="44444" y="1337330"/>
                  <a:pt x="51949" y="1339854"/>
                  <a:pt x="61932" y="1339854"/>
                </a:cubicBezTo>
                <a:cubicBezTo>
                  <a:pt x="72314" y="1339854"/>
                  <a:pt x="79877" y="1337120"/>
                  <a:pt x="84572" y="1331643"/>
                </a:cubicBezTo>
                <a:cubicBezTo>
                  <a:pt x="89268" y="1326166"/>
                  <a:pt x="91640" y="1317603"/>
                  <a:pt x="91640" y="1305945"/>
                </a:cubicBezTo>
                <a:lnTo>
                  <a:pt x="91640" y="1214095"/>
                </a:lnTo>
                <a:lnTo>
                  <a:pt x="123434" y="1214095"/>
                </a:lnTo>
                <a:lnTo>
                  <a:pt x="123434" y="1311412"/>
                </a:lnTo>
                <a:cubicBezTo>
                  <a:pt x="123434" y="1321814"/>
                  <a:pt x="121158" y="1331196"/>
                  <a:pt x="116596" y="1339539"/>
                </a:cubicBezTo>
                <a:cubicBezTo>
                  <a:pt x="112033" y="1347893"/>
                  <a:pt x="105146" y="1354494"/>
                  <a:pt x="95955" y="1359342"/>
                </a:cubicBezTo>
                <a:cubicBezTo>
                  <a:pt x="86754" y="1364190"/>
                  <a:pt x="75133" y="1366609"/>
                  <a:pt x="61093" y="1366609"/>
                </a:cubicBezTo>
                <a:cubicBezTo>
                  <a:pt x="41158" y="1366609"/>
                  <a:pt x="25984" y="1361514"/>
                  <a:pt x="15592" y="1351331"/>
                </a:cubicBezTo>
                <a:cubicBezTo>
                  <a:pt x="5191" y="1341149"/>
                  <a:pt x="0" y="1327709"/>
                  <a:pt x="0" y="1311003"/>
                </a:cubicBezTo>
                <a:close/>
                <a:moveTo>
                  <a:pt x="1028548" y="1206089"/>
                </a:moveTo>
                <a:cubicBezTo>
                  <a:pt x="1032472" y="1206089"/>
                  <a:pt x="1035882" y="1207194"/>
                  <a:pt x="1038768" y="1209366"/>
                </a:cubicBezTo>
                <a:cubicBezTo>
                  <a:pt x="1041644" y="1211547"/>
                  <a:pt x="1043083" y="1215091"/>
                  <a:pt x="1043083" y="1219996"/>
                </a:cubicBezTo>
                <a:cubicBezTo>
                  <a:pt x="1043083" y="1224644"/>
                  <a:pt x="1041644" y="1228083"/>
                  <a:pt x="1038768" y="1230331"/>
                </a:cubicBezTo>
                <a:cubicBezTo>
                  <a:pt x="1035882" y="1232579"/>
                  <a:pt x="1032472" y="1233693"/>
                  <a:pt x="1028548" y="1233693"/>
                </a:cubicBezTo>
                <a:cubicBezTo>
                  <a:pt x="1024490" y="1233693"/>
                  <a:pt x="1021042" y="1232579"/>
                  <a:pt x="1018232" y="1230331"/>
                </a:cubicBezTo>
                <a:cubicBezTo>
                  <a:pt x="1015422" y="1228083"/>
                  <a:pt x="1014012" y="1224644"/>
                  <a:pt x="1014012" y="1219996"/>
                </a:cubicBezTo>
                <a:cubicBezTo>
                  <a:pt x="1014012" y="1215091"/>
                  <a:pt x="1015422" y="1211547"/>
                  <a:pt x="1018232" y="1209366"/>
                </a:cubicBezTo>
                <a:cubicBezTo>
                  <a:pt x="1021042" y="1207194"/>
                  <a:pt x="1024490" y="1206089"/>
                  <a:pt x="1028548" y="1206089"/>
                </a:cubicBezTo>
                <a:close/>
                <a:moveTo>
                  <a:pt x="986847" y="1206089"/>
                </a:moveTo>
                <a:cubicBezTo>
                  <a:pt x="990771" y="1206089"/>
                  <a:pt x="994181" y="1207194"/>
                  <a:pt x="997058" y="1209366"/>
                </a:cubicBezTo>
                <a:cubicBezTo>
                  <a:pt x="999935" y="1211547"/>
                  <a:pt x="1001382" y="1215091"/>
                  <a:pt x="1001382" y="1219996"/>
                </a:cubicBezTo>
                <a:cubicBezTo>
                  <a:pt x="1001382" y="1224644"/>
                  <a:pt x="999935" y="1228083"/>
                  <a:pt x="997058" y="1230331"/>
                </a:cubicBezTo>
                <a:cubicBezTo>
                  <a:pt x="994181" y="1232579"/>
                  <a:pt x="990771" y="1233693"/>
                  <a:pt x="986847" y="1233693"/>
                </a:cubicBezTo>
                <a:cubicBezTo>
                  <a:pt x="982913" y="1233693"/>
                  <a:pt x="979541" y="1232579"/>
                  <a:pt x="976732" y="1230331"/>
                </a:cubicBezTo>
                <a:cubicBezTo>
                  <a:pt x="973922" y="1228083"/>
                  <a:pt x="972531" y="1224644"/>
                  <a:pt x="972531" y="1219996"/>
                </a:cubicBezTo>
                <a:cubicBezTo>
                  <a:pt x="972531" y="1215091"/>
                  <a:pt x="973922" y="1211547"/>
                  <a:pt x="976732" y="1209366"/>
                </a:cubicBezTo>
                <a:cubicBezTo>
                  <a:pt x="979541" y="1207194"/>
                  <a:pt x="982913" y="1206089"/>
                  <a:pt x="986847" y="1206089"/>
                </a:cubicBezTo>
                <a:close/>
                <a:moveTo>
                  <a:pt x="820859" y="1204414"/>
                </a:moveTo>
                <a:cubicBezTo>
                  <a:pt x="825488" y="1204414"/>
                  <a:pt x="829498" y="1205509"/>
                  <a:pt x="832860" y="1207691"/>
                </a:cubicBezTo>
                <a:cubicBezTo>
                  <a:pt x="836232" y="1209862"/>
                  <a:pt x="837918" y="1213891"/>
                  <a:pt x="837918" y="1219787"/>
                </a:cubicBezTo>
                <a:cubicBezTo>
                  <a:pt x="837918" y="1225550"/>
                  <a:pt x="836232" y="1229560"/>
                  <a:pt x="832860" y="1231808"/>
                </a:cubicBezTo>
                <a:cubicBezTo>
                  <a:pt x="829498" y="1234056"/>
                  <a:pt x="825488" y="1235170"/>
                  <a:pt x="820859" y="1235170"/>
                </a:cubicBezTo>
                <a:cubicBezTo>
                  <a:pt x="816077" y="1235170"/>
                  <a:pt x="812048" y="1234056"/>
                  <a:pt x="808762" y="1231808"/>
                </a:cubicBezTo>
                <a:cubicBezTo>
                  <a:pt x="805447" y="1229560"/>
                  <a:pt x="803809" y="1225550"/>
                  <a:pt x="803809" y="1219787"/>
                </a:cubicBezTo>
                <a:cubicBezTo>
                  <a:pt x="803809" y="1213891"/>
                  <a:pt x="805447" y="1209862"/>
                  <a:pt x="808762" y="1207691"/>
                </a:cubicBezTo>
                <a:cubicBezTo>
                  <a:pt x="812048" y="1205509"/>
                  <a:pt x="816077" y="1204414"/>
                  <a:pt x="820859" y="1204414"/>
                </a:cubicBezTo>
                <a:close/>
                <a:moveTo>
                  <a:pt x="311957" y="1204414"/>
                </a:moveTo>
                <a:cubicBezTo>
                  <a:pt x="316586" y="1204414"/>
                  <a:pt x="320596" y="1205509"/>
                  <a:pt x="323959" y="1207691"/>
                </a:cubicBezTo>
                <a:cubicBezTo>
                  <a:pt x="327331" y="1209862"/>
                  <a:pt x="329016" y="1213891"/>
                  <a:pt x="329016" y="1219787"/>
                </a:cubicBezTo>
                <a:cubicBezTo>
                  <a:pt x="329016" y="1225550"/>
                  <a:pt x="327331" y="1229560"/>
                  <a:pt x="323959" y="1231808"/>
                </a:cubicBezTo>
                <a:cubicBezTo>
                  <a:pt x="320596" y="1234056"/>
                  <a:pt x="316586" y="1235170"/>
                  <a:pt x="311957" y="1235170"/>
                </a:cubicBezTo>
                <a:cubicBezTo>
                  <a:pt x="307176" y="1235170"/>
                  <a:pt x="303147" y="1234056"/>
                  <a:pt x="299860" y="1231808"/>
                </a:cubicBezTo>
                <a:cubicBezTo>
                  <a:pt x="296546" y="1229560"/>
                  <a:pt x="294907" y="1225550"/>
                  <a:pt x="294907" y="1219787"/>
                </a:cubicBezTo>
                <a:cubicBezTo>
                  <a:pt x="294907" y="1213891"/>
                  <a:pt x="296546" y="1209862"/>
                  <a:pt x="299860" y="1207691"/>
                </a:cubicBezTo>
                <a:cubicBezTo>
                  <a:pt x="303147" y="1205509"/>
                  <a:pt x="307176" y="1204414"/>
                  <a:pt x="311957" y="1204414"/>
                </a:cubicBezTo>
                <a:close/>
                <a:moveTo>
                  <a:pt x="498587" y="809418"/>
                </a:moveTo>
                <a:cubicBezTo>
                  <a:pt x="442199" y="806941"/>
                  <a:pt x="396784" y="887589"/>
                  <a:pt x="382239" y="936138"/>
                </a:cubicBezTo>
                <a:cubicBezTo>
                  <a:pt x="378239" y="949511"/>
                  <a:pt x="369714" y="986630"/>
                  <a:pt x="366628" y="998860"/>
                </a:cubicBezTo>
                <a:cubicBezTo>
                  <a:pt x="387992" y="1004061"/>
                  <a:pt x="444628" y="1015444"/>
                  <a:pt x="505455" y="1012757"/>
                </a:cubicBezTo>
                <a:cubicBezTo>
                  <a:pt x="515961" y="943272"/>
                  <a:pt x="531543" y="858519"/>
                  <a:pt x="536887" y="830316"/>
                </a:cubicBezTo>
                <a:lnTo>
                  <a:pt x="536868" y="830306"/>
                </a:lnTo>
                <a:cubicBezTo>
                  <a:pt x="523819" y="817638"/>
                  <a:pt x="510589" y="809894"/>
                  <a:pt x="498587" y="809418"/>
                </a:cubicBezTo>
                <a:close/>
                <a:moveTo>
                  <a:pt x="55989" y="805169"/>
                </a:moveTo>
                <a:lnTo>
                  <a:pt x="33805" y="822648"/>
                </a:lnTo>
                <a:cubicBezTo>
                  <a:pt x="42539" y="836764"/>
                  <a:pt x="58418" y="856881"/>
                  <a:pt x="76496" y="875426"/>
                </a:cubicBezTo>
                <a:cubicBezTo>
                  <a:pt x="82325" y="868863"/>
                  <a:pt x="91698" y="858043"/>
                  <a:pt x="97175" y="852233"/>
                </a:cubicBezTo>
                <a:cubicBezTo>
                  <a:pt x="82992" y="838098"/>
                  <a:pt x="66447" y="818428"/>
                  <a:pt x="55989" y="805169"/>
                </a:cubicBezTo>
                <a:close/>
                <a:moveTo>
                  <a:pt x="280760" y="793873"/>
                </a:moveTo>
                <a:cubicBezTo>
                  <a:pt x="274616" y="816752"/>
                  <a:pt x="267139" y="841650"/>
                  <a:pt x="257366" y="868682"/>
                </a:cubicBezTo>
                <a:cubicBezTo>
                  <a:pt x="264072" y="905887"/>
                  <a:pt x="284646" y="932338"/>
                  <a:pt x="292323" y="938796"/>
                </a:cubicBezTo>
                <a:cubicBezTo>
                  <a:pt x="301534" y="939263"/>
                  <a:pt x="332480" y="932319"/>
                  <a:pt x="367247" y="900086"/>
                </a:cubicBezTo>
                <a:cubicBezTo>
                  <a:pt x="376191" y="872949"/>
                  <a:pt x="386478" y="844870"/>
                  <a:pt x="398660" y="818590"/>
                </a:cubicBezTo>
                <a:lnTo>
                  <a:pt x="398670" y="818571"/>
                </a:lnTo>
                <a:cubicBezTo>
                  <a:pt x="373657" y="816333"/>
                  <a:pt x="330042" y="810246"/>
                  <a:pt x="280760" y="793873"/>
                </a:cubicBezTo>
                <a:close/>
                <a:moveTo>
                  <a:pt x="212037" y="791444"/>
                </a:moveTo>
                <a:cubicBezTo>
                  <a:pt x="194416" y="794178"/>
                  <a:pt x="156744" y="823143"/>
                  <a:pt x="116349" y="868501"/>
                </a:cubicBezTo>
                <a:cubicBezTo>
                  <a:pt x="130884" y="882684"/>
                  <a:pt x="165764" y="914926"/>
                  <a:pt x="201312" y="934405"/>
                </a:cubicBezTo>
                <a:cubicBezTo>
                  <a:pt x="211608" y="912173"/>
                  <a:pt x="221219" y="888485"/>
                  <a:pt x="227991" y="866920"/>
                </a:cubicBezTo>
                <a:lnTo>
                  <a:pt x="227953" y="866673"/>
                </a:lnTo>
                <a:lnTo>
                  <a:pt x="228077" y="866653"/>
                </a:lnTo>
                <a:cubicBezTo>
                  <a:pt x="236383" y="840145"/>
                  <a:pt x="240355" y="816885"/>
                  <a:pt x="235849" y="803655"/>
                </a:cubicBezTo>
                <a:cubicBezTo>
                  <a:pt x="231535" y="790996"/>
                  <a:pt x="221781" y="789930"/>
                  <a:pt x="212037" y="791444"/>
                </a:cubicBezTo>
                <a:close/>
                <a:moveTo>
                  <a:pt x="885797" y="776071"/>
                </a:moveTo>
                <a:lnTo>
                  <a:pt x="885769" y="776109"/>
                </a:lnTo>
                <a:cubicBezTo>
                  <a:pt x="791614" y="926394"/>
                  <a:pt x="623545" y="977658"/>
                  <a:pt x="623545" y="977658"/>
                </a:cubicBezTo>
                <a:cubicBezTo>
                  <a:pt x="623545" y="977658"/>
                  <a:pt x="591056" y="893362"/>
                  <a:pt x="559166" y="856414"/>
                </a:cubicBezTo>
                <a:cubicBezTo>
                  <a:pt x="551270" y="899391"/>
                  <a:pt x="536925" y="979582"/>
                  <a:pt x="528486" y="1039313"/>
                </a:cubicBezTo>
                <a:cubicBezTo>
                  <a:pt x="588322" y="1032817"/>
                  <a:pt x="783423" y="990736"/>
                  <a:pt x="911724" y="797264"/>
                </a:cubicBezTo>
                <a:close/>
                <a:moveTo>
                  <a:pt x="347035" y="617898"/>
                </a:moveTo>
                <a:cubicBezTo>
                  <a:pt x="257528" y="643073"/>
                  <a:pt x="108262" y="737428"/>
                  <a:pt x="65009" y="772394"/>
                </a:cubicBezTo>
                <a:cubicBezTo>
                  <a:pt x="75096" y="786177"/>
                  <a:pt x="94413" y="812780"/>
                  <a:pt x="114768" y="833125"/>
                </a:cubicBezTo>
                <a:cubicBezTo>
                  <a:pt x="199931" y="752439"/>
                  <a:pt x="227610" y="761497"/>
                  <a:pt x="238145" y="764784"/>
                </a:cubicBezTo>
                <a:cubicBezTo>
                  <a:pt x="246937" y="767517"/>
                  <a:pt x="253090" y="775471"/>
                  <a:pt x="256785" y="785386"/>
                </a:cubicBezTo>
                <a:lnTo>
                  <a:pt x="257814" y="785481"/>
                </a:lnTo>
                <a:cubicBezTo>
                  <a:pt x="266434" y="751210"/>
                  <a:pt x="292304" y="662542"/>
                  <a:pt x="347501" y="618651"/>
                </a:cubicBezTo>
                <a:close/>
                <a:moveTo>
                  <a:pt x="620097" y="588666"/>
                </a:moveTo>
                <a:cubicBezTo>
                  <a:pt x="591913" y="617975"/>
                  <a:pt x="527629" y="656951"/>
                  <a:pt x="448952" y="658189"/>
                </a:cubicBezTo>
                <a:cubicBezTo>
                  <a:pt x="410852" y="659047"/>
                  <a:pt x="391707" y="644854"/>
                  <a:pt x="391707" y="644854"/>
                </a:cubicBezTo>
                <a:lnTo>
                  <a:pt x="392278" y="611298"/>
                </a:lnTo>
                <a:cubicBezTo>
                  <a:pt x="332157" y="650360"/>
                  <a:pt x="306611" y="704147"/>
                  <a:pt x="287713" y="768079"/>
                </a:cubicBezTo>
                <a:cubicBezTo>
                  <a:pt x="343149" y="786720"/>
                  <a:pt x="391688" y="791549"/>
                  <a:pt x="411424" y="792787"/>
                </a:cubicBezTo>
                <a:lnTo>
                  <a:pt x="411424" y="792777"/>
                </a:lnTo>
                <a:cubicBezTo>
                  <a:pt x="434665" y="749439"/>
                  <a:pt x="463392" y="712682"/>
                  <a:pt x="500959" y="699147"/>
                </a:cubicBezTo>
                <a:cubicBezTo>
                  <a:pt x="577568" y="671534"/>
                  <a:pt x="621107" y="589514"/>
                  <a:pt x="621107" y="589514"/>
                </a:cubicBezTo>
                <a:close/>
                <a:moveTo>
                  <a:pt x="658693" y="560177"/>
                </a:moveTo>
                <a:cubicBezTo>
                  <a:pt x="643929" y="600944"/>
                  <a:pt x="609306" y="682811"/>
                  <a:pt x="511674" y="721959"/>
                </a:cubicBezTo>
                <a:cubicBezTo>
                  <a:pt x="481956" y="733865"/>
                  <a:pt x="450010" y="768879"/>
                  <a:pt x="430998" y="812732"/>
                </a:cubicBezTo>
                <a:lnTo>
                  <a:pt x="432512" y="813237"/>
                </a:lnTo>
                <a:cubicBezTo>
                  <a:pt x="446371" y="797188"/>
                  <a:pt x="469717" y="778680"/>
                  <a:pt x="495539" y="778871"/>
                </a:cubicBezTo>
                <a:cubicBezTo>
                  <a:pt x="559538" y="779443"/>
                  <a:pt x="620307" y="901458"/>
                  <a:pt x="638785" y="943844"/>
                </a:cubicBezTo>
                <a:cubicBezTo>
                  <a:pt x="757762" y="891056"/>
                  <a:pt x="841125" y="813399"/>
                  <a:pt x="879292" y="732389"/>
                </a:cubicBezTo>
                <a:cubicBezTo>
                  <a:pt x="809759" y="656094"/>
                  <a:pt x="703936" y="588371"/>
                  <a:pt x="658693" y="560177"/>
                </a:cubicBezTo>
                <a:close/>
                <a:moveTo>
                  <a:pt x="359520" y="295985"/>
                </a:moveTo>
                <a:cubicBezTo>
                  <a:pt x="376432" y="295487"/>
                  <a:pt x="398103" y="299224"/>
                  <a:pt x="417767" y="315864"/>
                </a:cubicBezTo>
                <a:lnTo>
                  <a:pt x="411262" y="329637"/>
                </a:lnTo>
                <a:cubicBezTo>
                  <a:pt x="411262" y="329637"/>
                  <a:pt x="387154" y="319740"/>
                  <a:pt x="378991" y="320750"/>
                </a:cubicBezTo>
                <a:lnTo>
                  <a:pt x="378610" y="322331"/>
                </a:lnTo>
                <a:cubicBezTo>
                  <a:pt x="383820" y="328913"/>
                  <a:pt x="381067" y="338219"/>
                  <a:pt x="375867" y="342086"/>
                </a:cubicBezTo>
                <a:lnTo>
                  <a:pt x="357884" y="344353"/>
                </a:lnTo>
                <a:lnTo>
                  <a:pt x="352073" y="328218"/>
                </a:lnTo>
                <a:lnTo>
                  <a:pt x="350216" y="323103"/>
                </a:lnTo>
                <a:cubicBezTo>
                  <a:pt x="345111" y="324750"/>
                  <a:pt x="342177" y="326589"/>
                  <a:pt x="341634" y="327008"/>
                </a:cubicBezTo>
                <a:lnTo>
                  <a:pt x="329833" y="301509"/>
                </a:lnTo>
                <a:cubicBezTo>
                  <a:pt x="330457" y="301214"/>
                  <a:pt x="342608" y="296483"/>
                  <a:pt x="359520" y="295985"/>
                </a:cubicBezTo>
                <a:close/>
                <a:moveTo>
                  <a:pt x="333281" y="229802"/>
                </a:moveTo>
                <a:cubicBezTo>
                  <a:pt x="327585" y="242328"/>
                  <a:pt x="319260" y="258644"/>
                  <a:pt x="316021" y="268579"/>
                </a:cubicBezTo>
                <a:cubicBezTo>
                  <a:pt x="309744" y="287848"/>
                  <a:pt x="315602" y="311670"/>
                  <a:pt x="315602" y="311670"/>
                </a:cubicBezTo>
                <a:cubicBezTo>
                  <a:pt x="315602" y="311670"/>
                  <a:pt x="293599" y="359676"/>
                  <a:pt x="272073" y="402348"/>
                </a:cubicBezTo>
                <a:cubicBezTo>
                  <a:pt x="265596" y="415206"/>
                  <a:pt x="265224" y="423674"/>
                  <a:pt x="266939" y="426913"/>
                </a:cubicBezTo>
                <a:cubicBezTo>
                  <a:pt x="267891" y="428722"/>
                  <a:pt x="269444" y="430189"/>
                  <a:pt x="272768" y="430951"/>
                </a:cubicBezTo>
                <a:cubicBezTo>
                  <a:pt x="276083" y="431704"/>
                  <a:pt x="301124" y="426351"/>
                  <a:pt x="301124" y="426351"/>
                </a:cubicBezTo>
                <a:cubicBezTo>
                  <a:pt x="301124" y="426351"/>
                  <a:pt x="309840" y="431799"/>
                  <a:pt x="307325" y="460364"/>
                </a:cubicBezTo>
                <a:cubicBezTo>
                  <a:pt x="328861" y="464889"/>
                  <a:pt x="346730" y="463975"/>
                  <a:pt x="367294" y="460069"/>
                </a:cubicBezTo>
                <a:lnTo>
                  <a:pt x="370476" y="476071"/>
                </a:lnTo>
                <a:cubicBezTo>
                  <a:pt x="348635" y="484625"/>
                  <a:pt x="328823" y="487616"/>
                  <a:pt x="317507" y="488349"/>
                </a:cubicBezTo>
                <a:cubicBezTo>
                  <a:pt x="320936" y="492845"/>
                  <a:pt x="326785" y="499579"/>
                  <a:pt x="326785" y="499579"/>
                </a:cubicBezTo>
                <a:cubicBezTo>
                  <a:pt x="326785" y="499579"/>
                  <a:pt x="325603" y="512361"/>
                  <a:pt x="325508" y="517505"/>
                </a:cubicBezTo>
                <a:cubicBezTo>
                  <a:pt x="325137" y="538793"/>
                  <a:pt x="340101" y="546632"/>
                  <a:pt x="352835" y="545137"/>
                </a:cubicBezTo>
                <a:cubicBezTo>
                  <a:pt x="388640" y="540936"/>
                  <a:pt x="453810" y="520839"/>
                  <a:pt x="483442" y="465975"/>
                </a:cubicBezTo>
                <a:lnTo>
                  <a:pt x="497920" y="474833"/>
                </a:lnTo>
                <a:cubicBezTo>
                  <a:pt x="477241" y="513028"/>
                  <a:pt x="446666" y="537698"/>
                  <a:pt x="416281" y="552843"/>
                </a:cubicBezTo>
                <a:lnTo>
                  <a:pt x="417329" y="627805"/>
                </a:lnTo>
                <a:cubicBezTo>
                  <a:pt x="480766" y="648855"/>
                  <a:pt x="581826" y="603897"/>
                  <a:pt x="633842" y="546175"/>
                </a:cubicBezTo>
                <a:cubicBezTo>
                  <a:pt x="599419" y="527154"/>
                  <a:pt x="591599" y="489435"/>
                  <a:pt x="592361" y="461431"/>
                </a:cubicBezTo>
                <a:cubicBezTo>
                  <a:pt x="582531" y="458650"/>
                  <a:pt x="554261" y="441591"/>
                  <a:pt x="537535" y="414940"/>
                </a:cubicBezTo>
                <a:cubicBezTo>
                  <a:pt x="531363" y="420798"/>
                  <a:pt x="517389" y="431170"/>
                  <a:pt x="502264" y="429265"/>
                </a:cubicBezTo>
                <a:cubicBezTo>
                  <a:pt x="493062" y="428103"/>
                  <a:pt x="485719" y="423017"/>
                  <a:pt x="480004" y="414635"/>
                </a:cubicBezTo>
                <a:lnTo>
                  <a:pt x="487624" y="402062"/>
                </a:lnTo>
                <a:cubicBezTo>
                  <a:pt x="493910" y="407967"/>
                  <a:pt x="500644" y="407282"/>
                  <a:pt x="503435" y="407110"/>
                </a:cubicBezTo>
                <a:cubicBezTo>
                  <a:pt x="512894" y="406520"/>
                  <a:pt x="522219" y="398109"/>
                  <a:pt x="527010" y="390442"/>
                </a:cubicBezTo>
                <a:cubicBezTo>
                  <a:pt x="534849" y="377907"/>
                  <a:pt x="556042" y="335396"/>
                  <a:pt x="528200" y="324338"/>
                </a:cubicBezTo>
                <a:cubicBezTo>
                  <a:pt x="508522" y="316518"/>
                  <a:pt x="487433" y="343102"/>
                  <a:pt x="487433" y="343102"/>
                </a:cubicBezTo>
                <a:lnTo>
                  <a:pt x="460763" y="335768"/>
                </a:lnTo>
                <a:cubicBezTo>
                  <a:pt x="462144" y="307126"/>
                  <a:pt x="454896" y="260816"/>
                  <a:pt x="424044" y="247728"/>
                </a:cubicBezTo>
                <a:cubicBezTo>
                  <a:pt x="388183" y="232526"/>
                  <a:pt x="333690" y="229859"/>
                  <a:pt x="333281" y="229802"/>
                </a:cubicBezTo>
                <a:close/>
                <a:moveTo>
                  <a:pt x="434203" y="166755"/>
                </a:moveTo>
                <a:cubicBezTo>
                  <a:pt x="414841" y="166562"/>
                  <a:pt x="394407" y="167878"/>
                  <a:pt x="372952" y="171081"/>
                </a:cubicBezTo>
                <a:cubicBezTo>
                  <a:pt x="366666" y="175367"/>
                  <a:pt x="355388" y="186768"/>
                  <a:pt x="346054" y="205152"/>
                </a:cubicBezTo>
                <a:cubicBezTo>
                  <a:pt x="377391" y="209438"/>
                  <a:pt x="414386" y="214134"/>
                  <a:pt x="433712" y="223087"/>
                </a:cubicBezTo>
                <a:cubicBezTo>
                  <a:pt x="473174" y="241413"/>
                  <a:pt x="483776" y="293344"/>
                  <a:pt x="481842" y="316709"/>
                </a:cubicBezTo>
                <a:lnTo>
                  <a:pt x="483271" y="317128"/>
                </a:lnTo>
                <a:cubicBezTo>
                  <a:pt x="496377" y="301830"/>
                  <a:pt x="516503" y="291582"/>
                  <a:pt x="539802" y="301964"/>
                </a:cubicBezTo>
                <a:cubicBezTo>
                  <a:pt x="554661" y="308536"/>
                  <a:pt x="561995" y="317442"/>
                  <a:pt x="565805" y="331158"/>
                </a:cubicBezTo>
                <a:cubicBezTo>
                  <a:pt x="570472" y="347827"/>
                  <a:pt x="566557" y="369734"/>
                  <a:pt x="553699" y="393070"/>
                </a:cubicBezTo>
                <a:cubicBezTo>
                  <a:pt x="560271" y="404786"/>
                  <a:pt x="577235" y="431504"/>
                  <a:pt x="608829" y="441591"/>
                </a:cubicBezTo>
                <a:cubicBezTo>
                  <a:pt x="628451" y="433304"/>
                  <a:pt x="697269" y="369620"/>
                  <a:pt x="665646" y="263416"/>
                </a:cubicBezTo>
                <a:cubicBezTo>
                  <a:pt x="652728" y="243414"/>
                  <a:pt x="569735" y="168105"/>
                  <a:pt x="434203" y="166755"/>
                </a:cubicBezTo>
                <a:close/>
                <a:moveTo>
                  <a:pt x="515050" y="25991"/>
                </a:moveTo>
                <a:cubicBezTo>
                  <a:pt x="488319" y="24434"/>
                  <a:pt x="459568" y="25315"/>
                  <a:pt x="428978" y="29101"/>
                </a:cubicBezTo>
                <a:cubicBezTo>
                  <a:pt x="427083" y="42979"/>
                  <a:pt x="424883" y="60172"/>
                  <a:pt x="439056" y="93976"/>
                </a:cubicBezTo>
                <a:lnTo>
                  <a:pt x="420196" y="97681"/>
                </a:lnTo>
                <a:cubicBezTo>
                  <a:pt x="401718" y="64706"/>
                  <a:pt x="399813" y="47780"/>
                  <a:pt x="400546" y="31635"/>
                </a:cubicBezTo>
                <a:cubicBezTo>
                  <a:pt x="359836" y="33454"/>
                  <a:pt x="321689" y="38321"/>
                  <a:pt x="287342" y="49637"/>
                </a:cubicBezTo>
                <a:cubicBezTo>
                  <a:pt x="242393" y="64448"/>
                  <a:pt x="204093" y="90175"/>
                  <a:pt x="169784" y="122560"/>
                </a:cubicBezTo>
                <a:cubicBezTo>
                  <a:pt x="181643" y="136334"/>
                  <a:pt x="201521" y="155498"/>
                  <a:pt x="240050" y="169966"/>
                </a:cubicBezTo>
                <a:lnTo>
                  <a:pt x="231115" y="187064"/>
                </a:lnTo>
                <a:cubicBezTo>
                  <a:pt x="193730" y="173033"/>
                  <a:pt x="165602" y="156822"/>
                  <a:pt x="147257" y="138801"/>
                </a:cubicBezTo>
                <a:cubicBezTo>
                  <a:pt x="96613" y="171062"/>
                  <a:pt x="69857" y="218582"/>
                  <a:pt x="67028" y="260501"/>
                </a:cubicBezTo>
                <a:cubicBezTo>
                  <a:pt x="64790" y="293677"/>
                  <a:pt x="75506" y="322071"/>
                  <a:pt x="93698" y="334244"/>
                </a:cubicBezTo>
                <a:cubicBezTo>
                  <a:pt x="119663" y="351608"/>
                  <a:pt x="168108" y="329310"/>
                  <a:pt x="211361" y="296811"/>
                </a:cubicBezTo>
                <a:lnTo>
                  <a:pt x="222562" y="311155"/>
                </a:lnTo>
                <a:cubicBezTo>
                  <a:pt x="186729" y="339407"/>
                  <a:pt x="159316" y="354332"/>
                  <a:pt x="137780" y="360752"/>
                </a:cubicBezTo>
                <a:cubicBezTo>
                  <a:pt x="172984" y="404700"/>
                  <a:pt x="232049" y="388746"/>
                  <a:pt x="250108" y="383888"/>
                </a:cubicBezTo>
                <a:cubicBezTo>
                  <a:pt x="267615" y="350379"/>
                  <a:pt x="281960" y="322814"/>
                  <a:pt x="288456" y="308917"/>
                </a:cubicBezTo>
                <a:cubicBezTo>
                  <a:pt x="287027" y="299583"/>
                  <a:pt x="284855" y="275970"/>
                  <a:pt x="291142" y="257873"/>
                </a:cubicBezTo>
                <a:cubicBezTo>
                  <a:pt x="295905" y="244252"/>
                  <a:pt x="314850" y="202066"/>
                  <a:pt x="335386" y="176643"/>
                </a:cubicBezTo>
                <a:lnTo>
                  <a:pt x="335081" y="176081"/>
                </a:lnTo>
                <a:cubicBezTo>
                  <a:pt x="335081" y="176081"/>
                  <a:pt x="308296" y="181368"/>
                  <a:pt x="293885" y="185463"/>
                </a:cubicBezTo>
                <a:lnTo>
                  <a:pt x="288170" y="170033"/>
                </a:lnTo>
                <a:cubicBezTo>
                  <a:pt x="314793" y="159651"/>
                  <a:pt x="413519" y="125418"/>
                  <a:pt x="536582" y="157651"/>
                </a:cubicBezTo>
                <a:cubicBezTo>
                  <a:pt x="647596" y="186721"/>
                  <a:pt x="685839" y="250614"/>
                  <a:pt x="685839" y="250614"/>
                </a:cubicBezTo>
                <a:cubicBezTo>
                  <a:pt x="686106" y="251224"/>
                  <a:pt x="713433" y="321261"/>
                  <a:pt x="683467" y="389822"/>
                </a:cubicBezTo>
                <a:cubicBezTo>
                  <a:pt x="726444" y="392413"/>
                  <a:pt x="787233" y="379850"/>
                  <a:pt x="797805" y="331558"/>
                </a:cubicBezTo>
                <a:lnTo>
                  <a:pt x="797758" y="331577"/>
                </a:lnTo>
                <a:lnTo>
                  <a:pt x="797472" y="331672"/>
                </a:lnTo>
                <a:lnTo>
                  <a:pt x="797472" y="331577"/>
                </a:lnTo>
                <a:lnTo>
                  <a:pt x="796329" y="330720"/>
                </a:lnTo>
                <a:cubicBezTo>
                  <a:pt x="773221" y="343874"/>
                  <a:pt x="743370" y="338626"/>
                  <a:pt x="735750" y="337101"/>
                </a:cubicBezTo>
                <a:lnTo>
                  <a:pt x="739179" y="319671"/>
                </a:lnTo>
                <a:cubicBezTo>
                  <a:pt x="768287" y="325376"/>
                  <a:pt x="793519" y="310031"/>
                  <a:pt x="805273" y="297706"/>
                </a:cubicBezTo>
                <a:cubicBezTo>
                  <a:pt x="819951" y="282314"/>
                  <a:pt x="824228" y="261501"/>
                  <a:pt x="823199" y="241004"/>
                </a:cubicBezTo>
                <a:cubicBezTo>
                  <a:pt x="820141" y="179949"/>
                  <a:pt x="764096" y="137467"/>
                  <a:pt x="736598" y="120132"/>
                </a:cubicBezTo>
                <a:cubicBezTo>
                  <a:pt x="728540" y="133505"/>
                  <a:pt x="712061" y="151383"/>
                  <a:pt x="678257" y="165070"/>
                </a:cubicBezTo>
                <a:lnTo>
                  <a:pt x="664303" y="153831"/>
                </a:lnTo>
                <a:cubicBezTo>
                  <a:pt x="694335" y="135105"/>
                  <a:pt x="707451" y="115312"/>
                  <a:pt x="713138" y="103253"/>
                </a:cubicBezTo>
                <a:cubicBezTo>
                  <a:pt x="685201" y="77564"/>
                  <a:pt x="643481" y="51951"/>
                  <a:pt x="588998" y="37512"/>
                </a:cubicBezTo>
                <a:cubicBezTo>
                  <a:pt x="566491" y="31545"/>
                  <a:pt x="541781" y="27549"/>
                  <a:pt x="515050" y="25991"/>
                </a:cubicBezTo>
                <a:close/>
                <a:moveTo>
                  <a:pt x="504384" y="146"/>
                </a:moveTo>
                <a:cubicBezTo>
                  <a:pt x="595551" y="2521"/>
                  <a:pt x="683124" y="33702"/>
                  <a:pt x="738931" y="90852"/>
                </a:cubicBezTo>
                <a:cubicBezTo>
                  <a:pt x="799891" y="130742"/>
                  <a:pt x="841430" y="163861"/>
                  <a:pt x="850545" y="236527"/>
                </a:cubicBezTo>
                <a:cubicBezTo>
                  <a:pt x="853736" y="262006"/>
                  <a:pt x="845754" y="290429"/>
                  <a:pt x="828019" y="312498"/>
                </a:cubicBezTo>
                <a:cubicBezTo>
                  <a:pt x="824656" y="400243"/>
                  <a:pt x="737588" y="419074"/>
                  <a:pt x="671866" y="411511"/>
                </a:cubicBezTo>
                <a:cubicBezTo>
                  <a:pt x="659255" y="438905"/>
                  <a:pt x="626213" y="460069"/>
                  <a:pt x="617640" y="464832"/>
                </a:cubicBezTo>
                <a:cubicBezTo>
                  <a:pt x="616897" y="490511"/>
                  <a:pt x="620659" y="504913"/>
                  <a:pt x="636738" y="518410"/>
                </a:cubicBezTo>
                <a:cubicBezTo>
                  <a:pt x="646148" y="526306"/>
                  <a:pt x="680438" y="546480"/>
                  <a:pt x="680438" y="546480"/>
                </a:cubicBezTo>
                <a:cubicBezTo>
                  <a:pt x="817598" y="625480"/>
                  <a:pt x="911391" y="729027"/>
                  <a:pt x="911391" y="729027"/>
                </a:cubicBezTo>
                <a:cubicBezTo>
                  <a:pt x="910915" y="730170"/>
                  <a:pt x="905009" y="741533"/>
                  <a:pt x="899961" y="751344"/>
                </a:cubicBezTo>
                <a:lnTo>
                  <a:pt x="899951" y="751363"/>
                </a:lnTo>
                <a:lnTo>
                  <a:pt x="943347" y="791482"/>
                </a:lnTo>
                <a:cubicBezTo>
                  <a:pt x="943347" y="791482"/>
                  <a:pt x="832057" y="1037294"/>
                  <a:pt x="497587" y="1068231"/>
                </a:cubicBezTo>
                <a:cubicBezTo>
                  <a:pt x="497587" y="1068231"/>
                  <a:pt x="501025" y="1041752"/>
                  <a:pt x="501730" y="1036694"/>
                </a:cubicBezTo>
                <a:cubicBezTo>
                  <a:pt x="452515" y="1040323"/>
                  <a:pt x="386621" y="1030569"/>
                  <a:pt x="360389" y="1024978"/>
                </a:cubicBezTo>
                <a:cubicBezTo>
                  <a:pt x="358179" y="1034770"/>
                  <a:pt x="356283" y="1043676"/>
                  <a:pt x="354750" y="1051191"/>
                </a:cubicBezTo>
                <a:lnTo>
                  <a:pt x="328747" y="1046047"/>
                </a:lnTo>
                <a:cubicBezTo>
                  <a:pt x="335576" y="1006757"/>
                  <a:pt x="351988" y="949273"/>
                  <a:pt x="353131" y="945559"/>
                </a:cubicBezTo>
                <a:lnTo>
                  <a:pt x="353150" y="945511"/>
                </a:lnTo>
                <a:cubicBezTo>
                  <a:pt x="335176" y="955398"/>
                  <a:pt x="319174" y="959408"/>
                  <a:pt x="307211" y="960856"/>
                </a:cubicBezTo>
                <a:cubicBezTo>
                  <a:pt x="311430" y="976181"/>
                  <a:pt x="313050" y="990878"/>
                  <a:pt x="307058" y="1003661"/>
                </a:cubicBezTo>
                <a:cubicBezTo>
                  <a:pt x="296847" y="1025454"/>
                  <a:pt x="276559" y="1028607"/>
                  <a:pt x="261967" y="1023825"/>
                </a:cubicBezTo>
                <a:cubicBezTo>
                  <a:pt x="243984" y="1017948"/>
                  <a:pt x="233706" y="1000356"/>
                  <a:pt x="239707" y="979810"/>
                </a:cubicBezTo>
                <a:cubicBezTo>
                  <a:pt x="243555" y="966618"/>
                  <a:pt x="253756" y="953026"/>
                  <a:pt x="266472" y="946768"/>
                </a:cubicBezTo>
                <a:cubicBezTo>
                  <a:pt x="258728" y="938767"/>
                  <a:pt x="249003" y="926623"/>
                  <a:pt x="241050" y="910221"/>
                </a:cubicBezTo>
                <a:cubicBezTo>
                  <a:pt x="230858" y="934338"/>
                  <a:pt x="219038" y="958465"/>
                  <a:pt x="201083" y="992631"/>
                </a:cubicBezTo>
                <a:lnTo>
                  <a:pt x="178861" y="980144"/>
                </a:lnTo>
                <a:cubicBezTo>
                  <a:pt x="180633" y="977239"/>
                  <a:pt x="187405" y="963742"/>
                  <a:pt x="190567" y="956636"/>
                </a:cubicBezTo>
                <a:cubicBezTo>
                  <a:pt x="152344" y="935815"/>
                  <a:pt x="114558" y="904258"/>
                  <a:pt x="98146" y="889856"/>
                </a:cubicBezTo>
                <a:cubicBezTo>
                  <a:pt x="95356" y="893276"/>
                  <a:pt x="80058" y="911583"/>
                  <a:pt x="80058" y="911583"/>
                </a:cubicBezTo>
                <a:cubicBezTo>
                  <a:pt x="80058" y="911583"/>
                  <a:pt x="27804" y="866291"/>
                  <a:pt x="1020" y="815799"/>
                </a:cubicBezTo>
                <a:lnTo>
                  <a:pt x="41530" y="786005"/>
                </a:lnTo>
                <a:cubicBezTo>
                  <a:pt x="38291" y="781471"/>
                  <a:pt x="28423" y="767517"/>
                  <a:pt x="28423" y="767517"/>
                </a:cubicBezTo>
                <a:cubicBezTo>
                  <a:pt x="28423" y="767517"/>
                  <a:pt x="173222" y="658437"/>
                  <a:pt x="305039" y="608564"/>
                </a:cubicBezTo>
                <a:cubicBezTo>
                  <a:pt x="335290" y="597115"/>
                  <a:pt x="365932" y="589962"/>
                  <a:pt x="392755" y="586628"/>
                </a:cubicBezTo>
                <a:lnTo>
                  <a:pt x="393145" y="561701"/>
                </a:lnTo>
                <a:lnTo>
                  <a:pt x="393145" y="561663"/>
                </a:lnTo>
                <a:cubicBezTo>
                  <a:pt x="378667" y="565997"/>
                  <a:pt x="333281" y="580541"/>
                  <a:pt x="313554" y="556338"/>
                </a:cubicBezTo>
                <a:cubicBezTo>
                  <a:pt x="299715" y="539346"/>
                  <a:pt x="300572" y="520886"/>
                  <a:pt x="303248" y="508380"/>
                </a:cubicBezTo>
                <a:cubicBezTo>
                  <a:pt x="295514" y="499246"/>
                  <a:pt x="285094" y="484063"/>
                  <a:pt x="285094" y="454926"/>
                </a:cubicBezTo>
                <a:cubicBezTo>
                  <a:pt x="285094" y="454926"/>
                  <a:pt x="274749" y="457212"/>
                  <a:pt x="269406" y="456945"/>
                </a:cubicBezTo>
                <a:cubicBezTo>
                  <a:pt x="264062" y="456669"/>
                  <a:pt x="251813" y="455459"/>
                  <a:pt x="243241" y="439743"/>
                </a:cubicBezTo>
                <a:cubicBezTo>
                  <a:pt x="238840" y="431704"/>
                  <a:pt x="237735" y="421779"/>
                  <a:pt x="239945" y="410530"/>
                </a:cubicBezTo>
                <a:cubicBezTo>
                  <a:pt x="230887" y="412463"/>
                  <a:pt x="218990" y="414235"/>
                  <a:pt x="204188" y="414473"/>
                </a:cubicBezTo>
                <a:cubicBezTo>
                  <a:pt x="163212" y="415140"/>
                  <a:pt x="137399" y="404281"/>
                  <a:pt x="107481" y="364276"/>
                </a:cubicBezTo>
                <a:cubicBezTo>
                  <a:pt x="63552" y="358895"/>
                  <a:pt x="35567" y="315766"/>
                  <a:pt x="40130" y="254901"/>
                </a:cubicBezTo>
                <a:cubicBezTo>
                  <a:pt x="46292" y="172748"/>
                  <a:pt x="126760" y="123237"/>
                  <a:pt x="142895" y="113483"/>
                </a:cubicBezTo>
                <a:cubicBezTo>
                  <a:pt x="182062" y="74116"/>
                  <a:pt x="221867" y="44122"/>
                  <a:pt x="276016" y="26415"/>
                </a:cubicBezTo>
                <a:cubicBezTo>
                  <a:pt x="313421" y="14185"/>
                  <a:pt x="357769" y="8213"/>
                  <a:pt x="413062" y="7479"/>
                </a:cubicBezTo>
                <a:cubicBezTo>
                  <a:pt x="443207" y="1764"/>
                  <a:pt x="473995" y="-645"/>
                  <a:pt x="504384" y="146"/>
                </a:cubicBezTo>
                <a:close/>
              </a:path>
            </a:pathLst>
          </a:custGeom>
          <a:solidFill>
            <a:srgbClr val="ffffff"/>
          </a:solidFill>
          <a:ln w="9525">
            <a:noFill/>
          </a:ln>
        </p:spPr>
        <p:style>
          <a:lnRef idx="0"/>
          <a:fillRef idx="0"/>
          <a:effectRef idx="0"/>
          <a:fontRef idx="minor"/>
        </p:style>
        <p:txBody>
          <a:bodyPr lIns="90000" rIns="90000" tIns="45000" bIns="45000" anchor="ctr">
            <a:noAutofit/>
          </a:bodyPr>
          <a:p>
            <a:pPr defTabSz="914400">
              <a:lnSpc>
                <a:spcPct val="100000"/>
              </a:lnSpc>
            </a:pPr>
            <a:endParaRPr b="0" lang="de-DE" sz="1800" spc="-1" strike="noStrike">
              <a:solidFill>
                <a:schemeClr val="dk1"/>
              </a:solidFill>
              <a:latin typeface="Noto Sans"/>
            </a:endParaRPr>
          </a:p>
        </p:txBody>
      </p:sp>
      <p:sp>
        <p:nvSpPr>
          <p:cNvPr id="35"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120000"/>
              </a:lnSpc>
              <a:spcBef>
                <a:spcPts val="1417"/>
              </a:spcBef>
              <a:buClr>
                <a:srgbClr val="ffffff"/>
              </a:buClr>
              <a:buSzPct val="45000"/>
              <a:buFont typeface="Wingdings" charset="2"/>
              <a:buChar char=""/>
            </a:pPr>
            <a:r>
              <a:rPr b="0" lang="de-DE" sz="1400" spc="-1" strike="noStrike">
                <a:solidFill>
                  <a:schemeClr val="dk1"/>
                </a:solidFill>
                <a:latin typeface="Noto Sans"/>
              </a:rPr>
              <a:t>Click to edit the outline text format</a:t>
            </a:r>
            <a:endParaRPr b="0" lang="de-DE" sz="1400" spc="-1" strike="noStrike">
              <a:solidFill>
                <a:schemeClr val="dk1"/>
              </a:solidFill>
              <a:latin typeface="Noto Sans"/>
            </a:endParaRPr>
          </a:p>
          <a:p>
            <a:pPr lvl="1" marL="864000" indent="-324000">
              <a:lnSpc>
                <a:spcPct val="120000"/>
              </a:lnSpc>
              <a:spcBef>
                <a:spcPts val="1134"/>
              </a:spcBef>
              <a:buClr>
                <a:srgbClr val="ffffff"/>
              </a:buClr>
              <a:buSzPct val="75000"/>
              <a:buFont typeface="Symbol" charset="2"/>
              <a:buChar char=""/>
            </a:pPr>
            <a:r>
              <a:rPr b="0" lang="de-DE" sz="1400" spc="-1" strike="noStrike">
                <a:solidFill>
                  <a:schemeClr val="dk1"/>
                </a:solidFill>
                <a:latin typeface="Noto Sans"/>
              </a:rPr>
              <a:t>Second Outline Level</a:t>
            </a:r>
            <a:endParaRPr b="0" lang="de-DE" sz="1400" spc="-1" strike="noStrike">
              <a:solidFill>
                <a:schemeClr val="dk1"/>
              </a:solidFill>
              <a:latin typeface="Noto Sans"/>
            </a:endParaRPr>
          </a:p>
          <a:p>
            <a:pPr lvl="2" marL="1296000" indent="-288000">
              <a:lnSpc>
                <a:spcPct val="120000"/>
              </a:lnSpc>
              <a:spcBef>
                <a:spcPts val="850"/>
              </a:spcBef>
              <a:buClr>
                <a:srgbClr val="ffffff"/>
              </a:buClr>
              <a:buSzPct val="45000"/>
              <a:buFont typeface="Wingdings" charset="2"/>
              <a:buChar char=""/>
            </a:pPr>
            <a:r>
              <a:rPr b="0" lang="de-DE" sz="1400" spc="-1" strike="noStrike">
                <a:solidFill>
                  <a:schemeClr val="dk1"/>
                </a:solidFill>
                <a:latin typeface="Noto Sans"/>
              </a:rPr>
              <a:t>Third Outline Level</a:t>
            </a:r>
            <a:endParaRPr b="0" lang="de-DE" sz="1400" spc="-1" strike="noStrike">
              <a:solidFill>
                <a:schemeClr val="dk1"/>
              </a:solidFill>
              <a:latin typeface="Noto Sans"/>
            </a:endParaRPr>
          </a:p>
          <a:p>
            <a:pPr lvl="3" marL="1728000" indent="-216000">
              <a:lnSpc>
                <a:spcPct val="120000"/>
              </a:lnSpc>
              <a:spcBef>
                <a:spcPts val="567"/>
              </a:spcBef>
              <a:buClr>
                <a:srgbClr val="ffffff"/>
              </a:buClr>
              <a:buSzPct val="75000"/>
              <a:buFont typeface="Symbol" charset="2"/>
              <a:buChar char=""/>
            </a:pPr>
            <a:r>
              <a:rPr b="0" lang="de-DE" sz="1400" spc="-1" strike="noStrike">
                <a:solidFill>
                  <a:schemeClr val="dk1"/>
                </a:solidFill>
                <a:latin typeface="Noto Sans"/>
              </a:rPr>
              <a:t>Fourth Outline Level</a:t>
            </a:r>
            <a:endParaRPr b="0" lang="de-DE" sz="1400" spc="-1" strike="noStrike">
              <a:solidFill>
                <a:schemeClr val="dk1"/>
              </a:solidFill>
              <a:latin typeface="Noto Sans"/>
            </a:endParaRPr>
          </a:p>
          <a:p>
            <a:pPr lvl="4" marL="2160000" indent="-216000">
              <a:lnSpc>
                <a:spcPct val="120000"/>
              </a:lnSpc>
              <a:spcBef>
                <a:spcPts val="283"/>
              </a:spcBef>
              <a:buClr>
                <a:srgbClr val="ffffff"/>
              </a:buClr>
              <a:buSzPct val="45000"/>
              <a:buFont typeface="Wingdings" charset="2"/>
              <a:buChar char=""/>
            </a:pPr>
            <a:r>
              <a:rPr b="0" lang="de-DE" sz="2000" spc="-1" strike="noStrike">
                <a:solidFill>
                  <a:schemeClr val="dk1"/>
                </a:solidFill>
                <a:latin typeface="Noto Sans"/>
              </a:rPr>
              <a:t>Fifth Outline Level</a:t>
            </a:r>
            <a:endParaRPr b="0" lang="de-DE" sz="2000" spc="-1" strike="noStrike">
              <a:solidFill>
                <a:schemeClr val="dk1"/>
              </a:solidFill>
              <a:latin typeface="Noto Sans"/>
            </a:endParaRPr>
          </a:p>
          <a:p>
            <a:pPr lvl="5" marL="2592000" indent="-216000">
              <a:lnSpc>
                <a:spcPct val="120000"/>
              </a:lnSpc>
              <a:spcBef>
                <a:spcPts val="283"/>
              </a:spcBef>
              <a:buClr>
                <a:srgbClr val="ffffff"/>
              </a:buClr>
              <a:buSzPct val="45000"/>
              <a:buFont typeface="Wingdings" charset="2"/>
              <a:buChar char=""/>
            </a:pPr>
            <a:r>
              <a:rPr b="0" lang="de-DE" sz="2000" spc="-1" strike="noStrike">
                <a:solidFill>
                  <a:schemeClr val="dk1"/>
                </a:solidFill>
                <a:latin typeface="Noto Sans"/>
              </a:rPr>
              <a:t>Sixth Outline Level</a:t>
            </a:r>
            <a:endParaRPr b="0" lang="de-DE" sz="2000" spc="-1" strike="noStrike">
              <a:solidFill>
                <a:schemeClr val="dk1"/>
              </a:solidFill>
              <a:latin typeface="Noto Sans"/>
            </a:endParaRPr>
          </a:p>
          <a:p>
            <a:pPr lvl="6" marL="3024000" indent="-216000">
              <a:lnSpc>
                <a:spcPct val="120000"/>
              </a:lnSpc>
              <a:spcBef>
                <a:spcPts val="283"/>
              </a:spcBef>
              <a:buClr>
                <a:srgbClr val="ffffff"/>
              </a:buClr>
              <a:buSzPct val="45000"/>
              <a:buFont typeface="Wingdings" charset="2"/>
              <a:buChar char=""/>
            </a:pPr>
            <a:r>
              <a:rPr b="0" lang="de-DE" sz="2000" spc="-1" strike="noStrike">
                <a:solidFill>
                  <a:schemeClr val="dk1"/>
                </a:solidFill>
                <a:latin typeface="Noto Sans"/>
              </a:rPr>
              <a:t>Seventh Outline Level</a:t>
            </a:r>
            <a:endParaRPr b="0" lang="de-DE" sz="20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 name="PlaceHolder 1"/>
          <p:cNvSpPr>
            <a:spLocks noGrp="1"/>
          </p:cNvSpPr>
          <p:nvPr>
            <p:ph type="body"/>
          </p:nvPr>
        </p:nvSpPr>
        <p:spPr>
          <a:xfrm>
            <a:off x="0" y="0"/>
            <a:ext cx="12191760" cy="6857640"/>
          </a:xfrm>
          <a:prstGeom prst="rect">
            <a:avLst/>
          </a:prstGeom>
          <a:solidFill>
            <a:schemeClr val="lt1">
              <a:lumMod val="85000"/>
            </a:schemeClr>
          </a:solidFill>
          <a:ln w="0">
            <a:noFill/>
          </a:ln>
        </p:spPr>
        <p:txBody>
          <a:bodyPr lIns="90000" rIns="90000" tIns="45000" bIns="45000" anchor="ctr">
            <a:noAutofit/>
          </a:bodyPr>
          <a:p>
            <a:pPr marL="432000" indent="-324000">
              <a:lnSpc>
                <a:spcPct val="120000"/>
              </a:lnSpc>
              <a:spcBef>
                <a:spcPts val="1417"/>
              </a:spcBef>
              <a:buClr>
                <a:srgbClr val="000000"/>
              </a:buClr>
              <a:buSzPct val="45000"/>
              <a:buFont typeface="Wingdings" charset="2"/>
              <a:buChar char=""/>
            </a:pPr>
            <a:r>
              <a:rPr b="0" lang="de-DE" sz="1800" spc="-1" strike="noStrike">
                <a:solidFill>
                  <a:schemeClr val="dk1"/>
                </a:solidFill>
                <a:latin typeface="Noto Sans"/>
              </a:rPr>
              <a:t>Click to edit the outline text format</a:t>
            </a:r>
            <a:endParaRPr b="0" lang="de-DE" sz="1800" spc="-1" strike="noStrike">
              <a:solidFill>
                <a:schemeClr val="dk1"/>
              </a:solidFill>
              <a:latin typeface="Noto Sans"/>
            </a:endParaRPr>
          </a:p>
          <a:p>
            <a:pPr lvl="1" marL="864000" indent="-324000">
              <a:lnSpc>
                <a:spcPct val="120000"/>
              </a:lnSpc>
              <a:spcBef>
                <a:spcPts val="1134"/>
              </a:spcBef>
              <a:buClr>
                <a:srgbClr val="000000"/>
              </a:buClr>
              <a:buSzPct val="75000"/>
              <a:buFont typeface="Symbol" charset="2"/>
              <a:buChar char=""/>
            </a:pPr>
            <a:r>
              <a:rPr b="0" lang="de-DE" sz="1800" spc="-1" strike="noStrike">
                <a:solidFill>
                  <a:schemeClr val="dk1"/>
                </a:solidFill>
                <a:latin typeface="Noto Sans"/>
              </a:rPr>
              <a:t>Second Outline Level</a:t>
            </a:r>
            <a:endParaRPr b="0" lang="de-DE" sz="1800" spc="-1" strike="noStrike">
              <a:solidFill>
                <a:schemeClr val="dk1"/>
              </a:solidFill>
              <a:latin typeface="Noto Sans"/>
            </a:endParaRPr>
          </a:p>
          <a:p>
            <a:pPr lvl="2" marL="1296000" indent="-288000">
              <a:lnSpc>
                <a:spcPct val="120000"/>
              </a:lnSpc>
              <a:spcBef>
                <a:spcPts val="850"/>
              </a:spcBef>
              <a:buClr>
                <a:srgbClr val="000000"/>
              </a:buClr>
              <a:buSzPct val="45000"/>
              <a:buFont typeface="Wingdings" charset="2"/>
              <a:buChar char=""/>
            </a:pPr>
            <a:r>
              <a:rPr b="0" lang="de-DE" sz="1800" spc="-1" strike="noStrike">
                <a:solidFill>
                  <a:schemeClr val="dk1"/>
                </a:solidFill>
                <a:latin typeface="Noto Sans"/>
              </a:rPr>
              <a:t>Third Outline Level</a:t>
            </a:r>
            <a:endParaRPr b="0" lang="de-DE" sz="1800" spc="-1" strike="noStrike">
              <a:solidFill>
                <a:schemeClr val="dk1"/>
              </a:solidFill>
              <a:latin typeface="Noto Sans"/>
            </a:endParaRPr>
          </a:p>
          <a:p>
            <a:pPr lvl="3" marL="1728000" indent="-216000">
              <a:lnSpc>
                <a:spcPct val="120000"/>
              </a:lnSpc>
              <a:spcBef>
                <a:spcPts val="567"/>
              </a:spcBef>
              <a:buClr>
                <a:srgbClr val="000000"/>
              </a:buClr>
              <a:buSzPct val="75000"/>
              <a:buFont typeface="Symbol" charset="2"/>
              <a:buChar char=""/>
            </a:pPr>
            <a:r>
              <a:rPr b="0" lang="de-DE" sz="1800" spc="-1" strike="noStrike">
                <a:solidFill>
                  <a:schemeClr val="dk1"/>
                </a:solidFill>
                <a:latin typeface="Noto Sans"/>
              </a:rPr>
              <a:t>Fourth Outline Level</a:t>
            </a:r>
            <a:endParaRPr b="0" lang="de-DE" sz="1800" spc="-1" strike="noStrike">
              <a:solidFill>
                <a:schemeClr val="dk1"/>
              </a:solidFill>
              <a:latin typeface="Noto Sans"/>
            </a:endParaRPr>
          </a:p>
          <a:p>
            <a:pPr lvl="4" marL="2160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Fifth Outline Level</a:t>
            </a:r>
            <a:endParaRPr b="0" lang="de-DE" sz="1800" spc="-1" strike="noStrike">
              <a:solidFill>
                <a:schemeClr val="dk1"/>
              </a:solidFill>
              <a:latin typeface="Noto Sans"/>
            </a:endParaRPr>
          </a:p>
          <a:p>
            <a:pPr lvl="5" marL="2592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Sixth Outline Level</a:t>
            </a:r>
            <a:endParaRPr b="0" lang="de-DE" sz="1800" spc="-1" strike="noStrike">
              <a:solidFill>
                <a:schemeClr val="dk1"/>
              </a:solidFill>
              <a:latin typeface="Noto Sans"/>
            </a:endParaRPr>
          </a:p>
          <a:p>
            <a:pPr lvl="6" marL="3024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Seventh Outline Level</a:t>
            </a:r>
            <a:endParaRPr b="0" lang="de-DE" sz="1800" spc="-1" strike="noStrike">
              <a:solidFill>
                <a:schemeClr val="dk1"/>
              </a:solidFill>
              <a:latin typeface="Noto Sans"/>
            </a:endParaRPr>
          </a:p>
        </p:txBody>
      </p:sp>
      <p:sp>
        <p:nvSpPr>
          <p:cNvPr id="37" name="PlaceHolder 2"/>
          <p:cNvSpPr>
            <a:spLocks noGrp="1"/>
          </p:cNvSpPr>
          <p:nvPr>
            <p:ph type="title"/>
          </p:nvPr>
        </p:nvSpPr>
        <p:spPr>
          <a:xfrm>
            <a:off x="334800" y="339120"/>
            <a:ext cx="6164640" cy="6150240"/>
          </a:xfrm>
          <a:prstGeom prst="rect">
            <a:avLst/>
          </a:prstGeom>
          <a:solidFill>
            <a:schemeClr val="accent2"/>
          </a:solidFill>
          <a:ln w="0">
            <a:noFill/>
          </a:ln>
        </p:spPr>
        <p:txBody>
          <a:bodyPr lIns="432000" rIns="432000" tIns="2772000" bIns="0" anchor="t">
            <a:noAutofit/>
          </a:bodyPr>
          <a:p>
            <a:pPr indent="0" defTabSz="914400">
              <a:lnSpc>
                <a:spcPct val="100000"/>
              </a:lnSpc>
              <a:buNone/>
            </a:pPr>
            <a:r>
              <a:rPr b="0" lang="de-DE" sz="3000" spc="-1" strike="noStrike">
                <a:solidFill>
                  <a:schemeClr val="dk1"/>
                </a:solidFill>
                <a:latin typeface="Noto Sans"/>
              </a:rPr>
              <a:t>Mastertitelformat bearbeiten</a:t>
            </a:r>
            <a:endParaRPr b="0" lang="de-DE" sz="3000" spc="-1" strike="noStrike">
              <a:solidFill>
                <a:schemeClr val="dk1"/>
              </a:solidFill>
              <a:latin typeface="Noto Sans"/>
            </a:endParaRPr>
          </a:p>
        </p:txBody>
      </p:sp>
      <p:sp>
        <p:nvSpPr>
          <p:cNvPr id="38" name="PlaceHolder 3"/>
          <p:cNvSpPr>
            <a:spLocks noGrp="1"/>
          </p:cNvSpPr>
          <p:nvPr>
            <p:ph type="body"/>
          </p:nvPr>
        </p:nvSpPr>
        <p:spPr>
          <a:xfrm rot="16200000">
            <a:off x="9109440" y="3083760"/>
            <a:ext cx="5829480" cy="334440"/>
          </a:xfrm>
          <a:prstGeom prst="rect">
            <a:avLst/>
          </a:prstGeom>
          <a:noFill/>
          <a:ln w="0">
            <a:noFill/>
          </a:ln>
        </p:spPr>
        <p:txBody>
          <a:bodyPr lIns="108000" rIns="108000" tIns="36000" bIns="36000" anchor="ctr">
            <a:noAutofit/>
          </a:bodyPr>
          <a:p>
            <a:pPr indent="0" defTabSz="914400">
              <a:lnSpc>
                <a:spcPct val="100000"/>
              </a:lnSpc>
              <a:buNone/>
              <a:tabLst>
                <a:tab algn="l" pos="0"/>
              </a:tabLst>
            </a:pPr>
            <a:r>
              <a:rPr b="0" lang="de-DE" sz="800" spc="-1" strike="noStrike">
                <a:solidFill>
                  <a:schemeClr val="lt1"/>
                </a:solidFill>
                <a:latin typeface="Noto Sans"/>
              </a:rPr>
              <a:t>Bildnachweis</a:t>
            </a:r>
            <a:endParaRPr b="0" lang="de-DE" sz="800" spc="-1" strike="noStrike">
              <a:solidFill>
                <a:schemeClr val="dk1"/>
              </a:solidFill>
              <a:latin typeface="Noto Sans"/>
            </a:endParaRPr>
          </a:p>
        </p:txBody>
      </p:sp>
      <p:sp>
        <p:nvSpPr>
          <p:cNvPr id="39" name="PlaceHolder 4"/>
          <p:cNvSpPr>
            <a:spLocks noGrp="1"/>
          </p:cNvSpPr>
          <p:nvPr>
            <p:ph type="body"/>
          </p:nvPr>
        </p:nvSpPr>
        <p:spPr>
          <a:xfrm>
            <a:off x="10878120" y="335880"/>
            <a:ext cx="982800" cy="1382040"/>
          </a:xfrm>
          <a:prstGeom prst="rect">
            <a:avLst/>
          </a:prstGeom>
          <a:solidFill>
            <a:schemeClr val="lt1"/>
          </a:solidFill>
          <a:ln w="0">
            <a:noFill/>
          </a:ln>
        </p:spPr>
        <p:txBody>
          <a:bodyPr lIns="0" rIns="0" tIns="0" bIns="0" anchor="t">
            <a:noAutofit/>
          </a:bodyPr>
          <a:p>
            <a:pPr indent="0" defTabSz="914400">
              <a:lnSpc>
                <a:spcPct val="120000"/>
              </a:lnSpc>
              <a:buNone/>
              <a:tabLst>
                <a:tab algn="l" pos="0"/>
              </a:tabLst>
            </a:pPr>
            <a:r>
              <a:rPr b="0" lang="de-DE" sz="600" spc="-1" strike="noStrike">
                <a:solidFill>
                  <a:schemeClr val="lt1"/>
                </a:solidFill>
                <a:latin typeface="Noto Sans"/>
              </a:rPr>
              <a:t> </a:t>
            </a:r>
            <a:endParaRPr b="0" lang="de-DE" sz="6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1"/>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7056000" y="2187000"/>
            <a:ext cx="4368600" cy="2598120"/>
          </a:xfrm>
          <a:prstGeom prst="rect">
            <a:avLst/>
          </a:prstGeom>
          <a:noFill/>
          <a:ln w="0">
            <a:noFill/>
          </a:ln>
        </p:spPr>
        <p:txBody>
          <a:bodyPr lIns="0" rIns="0" tIns="0" bIns="0" anchor="t">
            <a:noAutofit/>
          </a:bodyPr>
          <a:p>
            <a:pPr indent="0" defTabSz="914400">
              <a:lnSpc>
                <a:spcPct val="100000"/>
              </a:lnSpc>
              <a:buNone/>
            </a:pPr>
            <a:r>
              <a:rPr b="0" lang="de-DE" sz="4200" spc="-1" strike="noStrike">
                <a:solidFill>
                  <a:schemeClr val="lt1"/>
                </a:solidFill>
                <a:latin typeface="Noto Sans"/>
              </a:rPr>
              <a:t>Mastertitelformat bearbeiten</a:t>
            </a:r>
            <a:endParaRPr b="0" lang="de-DE" sz="4200" spc="-1" strike="noStrike">
              <a:solidFill>
                <a:schemeClr val="dk1"/>
              </a:solidFill>
              <a:latin typeface="Noto Sans"/>
            </a:endParaRPr>
          </a:p>
        </p:txBody>
      </p:sp>
      <p:sp>
        <p:nvSpPr>
          <p:cNvPr id="41" name="PlaceHolder 2"/>
          <p:cNvSpPr>
            <a:spLocks noGrp="1"/>
          </p:cNvSpPr>
          <p:nvPr>
            <p:ph type="body"/>
          </p:nvPr>
        </p:nvSpPr>
        <p:spPr>
          <a:xfrm>
            <a:off x="7056000" y="5524560"/>
            <a:ext cx="4368600" cy="815040"/>
          </a:xfrm>
          <a:prstGeom prst="rect">
            <a:avLst/>
          </a:prstGeom>
          <a:noFill/>
          <a:ln w="0">
            <a:noFill/>
          </a:ln>
        </p:spPr>
        <p:txBody>
          <a:bodyPr lIns="0" rIns="0" tIns="0" bIns="0" anchor="b">
            <a:noAutofit/>
          </a:bodyPr>
          <a:p>
            <a:pPr indent="0" defTabSz="914400">
              <a:lnSpc>
                <a:spcPct val="120000"/>
              </a:lnSpc>
              <a:spcBef>
                <a:spcPts val="400"/>
              </a:spcBef>
              <a:buNone/>
              <a:tabLst>
                <a:tab algn="l" pos="0"/>
              </a:tabLst>
            </a:pPr>
            <a:r>
              <a:rPr b="0" lang="de-DE" sz="1200" spc="-1" strike="noStrike">
                <a:solidFill>
                  <a:schemeClr val="lt1"/>
                </a:solidFill>
                <a:latin typeface="Noto Sans"/>
              </a:rPr>
              <a:t>Mastertextformat bearbeiten</a:t>
            </a:r>
            <a:endParaRPr b="0" lang="de-DE" sz="1200" spc="-1" strike="noStrike">
              <a:solidFill>
                <a:schemeClr val="dk1"/>
              </a:solidFill>
              <a:latin typeface="Noto Sans"/>
            </a:endParaRPr>
          </a:p>
        </p:txBody>
      </p:sp>
      <p:sp>
        <p:nvSpPr>
          <p:cNvPr id="42" name="PlaceHolder 3"/>
          <p:cNvSpPr>
            <a:spLocks noGrp="1"/>
          </p:cNvSpPr>
          <p:nvPr>
            <p:ph type="body"/>
          </p:nvPr>
        </p:nvSpPr>
        <p:spPr>
          <a:xfrm>
            <a:off x="334800" y="339120"/>
            <a:ext cx="6164640" cy="6150240"/>
          </a:xfrm>
          <a:prstGeom prst="rect">
            <a:avLst/>
          </a:prstGeom>
          <a:solidFill>
            <a:schemeClr val="lt1">
              <a:lumMod val="85000"/>
            </a:schemeClr>
          </a:solidFill>
          <a:ln w="0">
            <a:noFill/>
          </a:ln>
        </p:spPr>
        <p:txBody>
          <a:bodyPr lIns="90000" rIns="90000" tIns="45000" bIns="45000" anchor="ctr">
            <a:noAutofit/>
          </a:bodyPr>
          <a:p>
            <a:pPr marL="432000" indent="-324000">
              <a:lnSpc>
                <a:spcPct val="120000"/>
              </a:lnSpc>
              <a:spcBef>
                <a:spcPts val="1417"/>
              </a:spcBef>
              <a:buClr>
                <a:srgbClr val="ffffff"/>
              </a:buClr>
              <a:buSzPct val="45000"/>
              <a:buFont typeface="Wingdings" charset="2"/>
              <a:buChar char=""/>
            </a:pPr>
            <a:r>
              <a:rPr b="0" lang="de-DE" sz="1800" spc="-1" strike="noStrike">
                <a:solidFill>
                  <a:schemeClr val="dk1"/>
                </a:solidFill>
                <a:latin typeface="Noto Sans"/>
              </a:rPr>
              <a:t>Click to edit the outline text format</a:t>
            </a:r>
            <a:endParaRPr b="0" lang="de-DE" sz="1800" spc="-1" strike="noStrike">
              <a:solidFill>
                <a:schemeClr val="dk1"/>
              </a:solidFill>
              <a:latin typeface="Noto Sans"/>
            </a:endParaRPr>
          </a:p>
          <a:p>
            <a:pPr lvl="1" marL="864000" indent="-324000">
              <a:lnSpc>
                <a:spcPct val="120000"/>
              </a:lnSpc>
              <a:spcBef>
                <a:spcPts val="1134"/>
              </a:spcBef>
              <a:buClr>
                <a:srgbClr val="ffffff"/>
              </a:buClr>
              <a:buSzPct val="75000"/>
              <a:buFont typeface="Symbol" charset="2"/>
              <a:buChar char=""/>
            </a:pPr>
            <a:r>
              <a:rPr b="0" lang="de-DE" sz="1800" spc="-1" strike="noStrike">
                <a:solidFill>
                  <a:schemeClr val="dk1"/>
                </a:solidFill>
                <a:latin typeface="Noto Sans"/>
              </a:rPr>
              <a:t>Second Outline Level</a:t>
            </a:r>
            <a:endParaRPr b="0" lang="de-DE" sz="1800" spc="-1" strike="noStrike">
              <a:solidFill>
                <a:schemeClr val="dk1"/>
              </a:solidFill>
              <a:latin typeface="Noto Sans"/>
            </a:endParaRPr>
          </a:p>
          <a:p>
            <a:pPr lvl="2" marL="1296000" indent="-288000">
              <a:lnSpc>
                <a:spcPct val="120000"/>
              </a:lnSpc>
              <a:spcBef>
                <a:spcPts val="850"/>
              </a:spcBef>
              <a:buClr>
                <a:srgbClr val="ffffff"/>
              </a:buClr>
              <a:buSzPct val="45000"/>
              <a:buFont typeface="Wingdings" charset="2"/>
              <a:buChar char=""/>
            </a:pPr>
            <a:r>
              <a:rPr b="0" lang="de-DE" sz="1800" spc="-1" strike="noStrike">
                <a:solidFill>
                  <a:schemeClr val="dk1"/>
                </a:solidFill>
                <a:latin typeface="Noto Sans"/>
              </a:rPr>
              <a:t>Third Outline Level</a:t>
            </a:r>
            <a:endParaRPr b="0" lang="de-DE" sz="1800" spc="-1" strike="noStrike">
              <a:solidFill>
                <a:schemeClr val="dk1"/>
              </a:solidFill>
              <a:latin typeface="Noto Sans"/>
            </a:endParaRPr>
          </a:p>
          <a:p>
            <a:pPr lvl="3" marL="1728000" indent="-216000">
              <a:lnSpc>
                <a:spcPct val="120000"/>
              </a:lnSpc>
              <a:spcBef>
                <a:spcPts val="567"/>
              </a:spcBef>
              <a:buClr>
                <a:srgbClr val="ffffff"/>
              </a:buClr>
              <a:buSzPct val="75000"/>
              <a:buFont typeface="Symbol" charset="2"/>
              <a:buChar char=""/>
            </a:pPr>
            <a:r>
              <a:rPr b="0" lang="de-DE" sz="1800" spc="-1" strike="noStrike">
                <a:solidFill>
                  <a:schemeClr val="dk1"/>
                </a:solidFill>
                <a:latin typeface="Noto Sans"/>
              </a:rPr>
              <a:t>Fourth Outline Level</a:t>
            </a:r>
            <a:endParaRPr b="0" lang="de-DE" sz="1800" spc="-1" strike="noStrike">
              <a:solidFill>
                <a:schemeClr val="dk1"/>
              </a:solidFill>
              <a:latin typeface="Noto Sans"/>
            </a:endParaRPr>
          </a:p>
          <a:p>
            <a:pPr lvl="4" marL="2160000" indent="-216000">
              <a:lnSpc>
                <a:spcPct val="120000"/>
              </a:lnSpc>
              <a:spcBef>
                <a:spcPts val="283"/>
              </a:spcBef>
              <a:buClr>
                <a:srgbClr val="ffffff"/>
              </a:buClr>
              <a:buSzPct val="45000"/>
              <a:buFont typeface="Wingdings" charset="2"/>
              <a:buChar char=""/>
            </a:pPr>
            <a:r>
              <a:rPr b="0" lang="de-DE" sz="1800" spc="-1" strike="noStrike">
                <a:solidFill>
                  <a:schemeClr val="dk1"/>
                </a:solidFill>
                <a:latin typeface="Noto Sans"/>
              </a:rPr>
              <a:t>Fifth Outline Level</a:t>
            </a:r>
            <a:endParaRPr b="0" lang="de-DE" sz="1800" spc="-1" strike="noStrike">
              <a:solidFill>
                <a:schemeClr val="dk1"/>
              </a:solidFill>
              <a:latin typeface="Noto Sans"/>
            </a:endParaRPr>
          </a:p>
          <a:p>
            <a:pPr lvl="5" marL="2592000" indent="-216000">
              <a:lnSpc>
                <a:spcPct val="120000"/>
              </a:lnSpc>
              <a:spcBef>
                <a:spcPts val="283"/>
              </a:spcBef>
              <a:buClr>
                <a:srgbClr val="ffffff"/>
              </a:buClr>
              <a:buSzPct val="45000"/>
              <a:buFont typeface="Wingdings" charset="2"/>
              <a:buChar char=""/>
            </a:pPr>
            <a:r>
              <a:rPr b="0" lang="de-DE" sz="1800" spc="-1" strike="noStrike">
                <a:solidFill>
                  <a:schemeClr val="dk1"/>
                </a:solidFill>
                <a:latin typeface="Noto Sans"/>
              </a:rPr>
              <a:t>Sixth Outline Level</a:t>
            </a:r>
            <a:endParaRPr b="0" lang="de-DE" sz="1800" spc="-1" strike="noStrike">
              <a:solidFill>
                <a:schemeClr val="dk1"/>
              </a:solidFill>
              <a:latin typeface="Noto Sans"/>
            </a:endParaRPr>
          </a:p>
          <a:p>
            <a:pPr lvl="6" marL="3024000" indent="-216000">
              <a:lnSpc>
                <a:spcPct val="120000"/>
              </a:lnSpc>
              <a:spcBef>
                <a:spcPts val="283"/>
              </a:spcBef>
              <a:buClr>
                <a:srgbClr val="ffffff"/>
              </a:buClr>
              <a:buSzPct val="45000"/>
              <a:buFont typeface="Wingdings" charset="2"/>
              <a:buChar char=""/>
            </a:pPr>
            <a:r>
              <a:rPr b="0" lang="de-DE" sz="1800" spc="-1" strike="noStrike">
                <a:solidFill>
                  <a:schemeClr val="dk1"/>
                </a:solidFill>
                <a:latin typeface="Noto Sans"/>
              </a:rPr>
              <a:t>Seventh Outline Level</a:t>
            </a:r>
            <a:endParaRPr b="0" lang="de-DE" sz="1800" spc="-1" strike="noStrike">
              <a:solidFill>
                <a:schemeClr val="dk1"/>
              </a:solidFill>
              <a:latin typeface="Noto Sans"/>
            </a:endParaRPr>
          </a:p>
        </p:txBody>
      </p:sp>
      <p:sp>
        <p:nvSpPr>
          <p:cNvPr id="43" name="PlaceHolder 4"/>
          <p:cNvSpPr>
            <a:spLocks noGrp="1"/>
          </p:cNvSpPr>
          <p:nvPr>
            <p:ph type="body"/>
          </p:nvPr>
        </p:nvSpPr>
        <p:spPr>
          <a:xfrm>
            <a:off x="334800" y="6489720"/>
            <a:ext cx="11521800" cy="367920"/>
          </a:xfrm>
          <a:prstGeom prst="rect">
            <a:avLst/>
          </a:prstGeom>
          <a:noFill/>
          <a:ln w="0">
            <a:noFill/>
          </a:ln>
        </p:spPr>
        <p:txBody>
          <a:bodyPr lIns="0" rIns="0" tIns="36000" bIns="36000" anchor="ctr">
            <a:noAutofit/>
          </a:bodyPr>
          <a:p>
            <a:pPr indent="0" defTabSz="914400">
              <a:lnSpc>
                <a:spcPct val="100000"/>
              </a:lnSpc>
              <a:buNone/>
              <a:tabLst>
                <a:tab algn="l" pos="0"/>
              </a:tabLst>
            </a:pPr>
            <a:r>
              <a:rPr b="0" lang="de-DE" sz="800" spc="-1" strike="noStrike">
                <a:solidFill>
                  <a:schemeClr val="lt1"/>
                </a:solidFill>
                <a:latin typeface="Noto Sans"/>
              </a:rPr>
              <a:t>Bildnachweis</a:t>
            </a:r>
            <a:endParaRPr b="0" lang="de-DE" sz="800" spc="-1" strike="noStrike">
              <a:solidFill>
                <a:schemeClr val="dk1"/>
              </a:solidFill>
              <a:latin typeface="Noto Sans"/>
            </a:endParaRPr>
          </a:p>
        </p:txBody>
      </p:sp>
      <p:sp>
        <p:nvSpPr>
          <p:cNvPr id="44" name="Freihandform: Form 5"/>
          <p:cNvSpPr/>
          <p:nvPr/>
        </p:nvSpPr>
        <p:spPr>
          <a:xfrm>
            <a:off x="10878120" y="335880"/>
            <a:ext cx="982800" cy="1382040"/>
          </a:xfrm>
          <a:custGeom>
            <a:avLst/>
            <a:gdLst>
              <a:gd name="textAreaLeft" fmla="*/ 0 w 982800"/>
              <a:gd name="textAreaRight" fmla="*/ 983160 w 982800"/>
              <a:gd name="textAreaTop" fmla="*/ 0 h 1382040"/>
              <a:gd name="textAreaBottom" fmla="*/ 1382400 h 1382040"/>
            </a:gdLst>
            <a:ahLst/>
            <a:rect l="textAreaLeft" t="textAreaTop" r="textAreaRight" b="textAreaBottom"/>
            <a:pathLst>
              <a:path w="1156206" h="1625685">
                <a:moveTo>
                  <a:pt x="260996" y="1521843"/>
                </a:moveTo>
                <a:lnTo>
                  <a:pt x="248775" y="1522272"/>
                </a:lnTo>
                <a:cubicBezTo>
                  <a:pt x="238659" y="1522548"/>
                  <a:pt x="231630" y="1524377"/>
                  <a:pt x="227706" y="1527739"/>
                </a:cubicBezTo>
                <a:cubicBezTo>
                  <a:pt x="223781" y="1531121"/>
                  <a:pt x="221810" y="1535540"/>
                  <a:pt x="221810" y="1541008"/>
                </a:cubicBezTo>
                <a:cubicBezTo>
                  <a:pt x="221810" y="1545789"/>
                  <a:pt x="223219" y="1549199"/>
                  <a:pt x="226029" y="1551228"/>
                </a:cubicBezTo>
                <a:cubicBezTo>
                  <a:pt x="228839" y="1553266"/>
                  <a:pt x="232487" y="1554276"/>
                  <a:pt x="236983" y="1554276"/>
                </a:cubicBezTo>
                <a:cubicBezTo>
                  <a:pt x="243717" y="1554276"/>
                  <a:pt x="249413" y="1552285"/>
                  <a:pt x="254033" y="1548275"/>
                </a:cubicBezTo>
                <a:cubicBezTo>
                  <a:pt x="258681" y="1544284"/>
                  <a:pt x="260996" y="1538626"/>
                  <a:pt x="260996" y="1531321"/>
                </a:cubicBezTo>
                <a:close/>
                <a:moveTo>
                  <a:pt x="832448" y="1483515"/>
                </a:moveTo>
                <a:cubicBezTo>
                  <a:pt x="817703" y="1483515"/>
                  <a:pt x="810331" y="1495107"/>
                  <a:pt x="810331" y="1518262"/>
                </a:cubicBezTo>
                <a:cubicBezTo>
                  <a:pt x="810331" y="1541160"/>
                  <a:pt x="817846" y="1552599"/>
                  <a:pt x="832876" y="1552599"/>
                </a:cubicBezTo>
                <a:cubicBezTo>
                  <a:pt x="840868" y="1552599"/>
                  <a:pt x="846792" y="1550313"/>
                  <a:pt x="850669" y="1545760"/>
                </a:cubicBezTo>
                <a:cubicBezTo>
                  <a:pt x="854527" y="1541198"/>
                  <a:pt x="856460" y="1533226"/>
                  <a:pt x="856460" y="1521843"/>
                </a:cubicBezTo>
                <a:lnTo>
                  <a:pt x="856460" y="1518052"/>
                </a:lnTo>
                <a:cubicBezTo>
                  <a:pt x="856460" y="1505698"/>
                  <a:pt x="854565" y="1496850"/>
                  <a:pt x="850774" y="1491516"/>
                </a:cubicBezTo>
                <a:cubicBezTo>
                  <a:pt x="846983" y="1486172"/>
                  <a:pt x="840868" y="1483515"/>
                  <a:pt x="832448" y="1483515"/>
                </a:cubicBezTo>
                <a:close/>
                <a:moveTo>
                  <a:pt x="473948" y="1483086"/>
                </a:moveTo>
                <a:cubicBezTo>
                  <a:pt x="465804" y="1483086"/>
                  <a:pt x="460079" y="1485620"/>
                  <a:pt x="456793" y="1490678"/>
                </a:cubicBezTo>
                <a:cubicBezTo>
                  <a:pt x="453479" y="1495716"/>
                  <a:pt x="451697" y="1503450"/>
                  <a:pt x="451402" y="1513842"/>
                </a:cubicBezTo>
                <a:lnTo>
                  <a:pt x="451402" y="1517214"/>
                </a:lnTo>
                <a:cubicBezTo>
                  <a:pt x="451402" y="1528301"/>
                  <a:pt x="453069" y="1536845"/>
                  <a:pt x="456365" y="1542808"/>
                </a:cubicBezTo>
                <a:cubicBezTo>
                  <a:pt x="459670" y="1548770"/>
                  <a:pt x="465671" y="1551752"/>
                  <a:pt x="474376" y="1551752"/>
                </a:cubicBezTo>
                <a:cubicBezTo>
                  <a:pt x="480825" y="1551752"/>
                  <a:pt x="485968" y="1548770"/>
                  <a:pt x="489750" y="1542808"/>
                </a:cubicBezTo>
                <a:cubicBezTo>
                  <a:pt x="493541" y="1536845"/>
                  <a:pt x="495446" y="1528235"/>
                  <a:pt x="495446" y="1517014"/>
                </a:cubicBezTo>
                <a:cubicBezTo>
                  <a:pt x="495446" y="1505765"/>
                  <a:pt x="493503" y="1497316"/>
                  <a:pt x="489645" y="1491620"/>
                </a:cubicBezTo>
                <a:cubicBezTo>
                  <a:pt x="485778" y="1485934"/>
                  <a:pt x="480549" y="1483086"/>
                  <a:pt x="473948" y="1483086"/>
                </a:cubicBezTo>
                <a:close/>
                <a:moveTo>
                  <a:pt x="552733" y="1460134"/>
                </a:moveTo>
                <a:lnTo>
                  <a:pt x="584118" y="1460134"/>
                </a:lnTo>
                <a:lnTo>
                  <a:pt x="584118" y="1527333"/>
                </a:lnTo>
                <a:cubicBezTo>
                  <a:pt x="584118" y="1535467"/>
                  <a:pt x="585594" y="1541639"/>
                  <a:pt x="588537" y="1545859"/>
                </a:cubicBezTo>
                <a:cubicBezTo>
                  <a:pt x="591490" y="1550078"/>
                  <a:pt x="596186" y="1552183"/>
                  <a:pt x="602644" y="1552183"/>
                </a:cubicBezTo>
                <a:cubicBezTo>
                  <a:pt x="612198" y="1552183"/>
                  <a:pt x="618722" y="1548907"/>
                  <a:pt x="622237" y="1542382"/>
                </a:cubicBezTo>
                <a:cubicBezTo>
                  <a:pt x="625733" y="1535848"/>
                  <a:pt x="627504" y="1526475"/>
                  <a:pt x="627504" y="1514264"/>
                </a:cubicBezTo>
                <a:lnTo>
                  <a:pt x="627504" y="1460134"/>
                </a:lnTo>
                <a:lnTo>
                  <a:pt x="658889" y="1460134"/>
                </a:lnTo>
                <a:lnTo>
                  <a:pt x="658889" y="1575138"/>
                </a:lnTo>
                <a:lnTo>
                  <a:pt x="634877" y="1575138"/>
                </a:lnTo>
                <a:lnTo>
                  <a:pt x="630657" y="1560394"/>
                </a:lnTo>
                <a:lnTo>
                  <a:pt x="628981" y="1560394"/>
                </a:lnTo>
                <a:cubicBezTo>
                  <a:pt x="625323" y="1566290"/>
                  <a:pt x="620303" y="1570576"/>
                  <a:pt x="613912" y="1573234"/>
                </a:cubicBezTo>
                <a:cubicBezTo>
                  <a:pt x="607511" y="1575910"/>
                  <a:pt x="600749" y="1577243"/>
                  <a:pt x="593576" y="1577243"/>
                </a:cubicBezTo>
                <a:cubicBezTo>
                  <a:pt x="581241" y="1577243"/>
                  <a:pt x="571326" y="1573900"/>
                  <a:pt x="563887" y="1567233"/>
                </a:cubicBezTo>
                <a:cubicBezTo>
                  <a:pt x="556448" y="1560565"/>
                  <a:pt x="552733" y="1549850"/>
                  <a:pt x="552733" y="1535114"/>
                </a:cubicBezTo>
                <a:close/>
                <a:moveTo>
                  <a:pt x="822542" y="1458026"/>
                </a:moveTo>
                <a:cubicBezTo>
                  <a:pt x="836734" y="1458026"/>
                  <a:pt x="847821" y="1463645"/>
                  <a:pt x="855832" y="1474875"/>
                </a:cubicBezTo>
                <a:lnTo>
                  <a:pt x="856670" y="1474875"/>
                </a:lnTo>
                <a:lnTo>
                  <a:pt x="859204" y="1460131"/>
                </a:lnTo>
                <a:lnTo>
                  <a:pt x="885740" y="1460131"/>
                </a:lnTo>
                <a:lnTo>
                  <a:pt x="885740" y="1575345"/>
                </a:lnTo>
                <a:cubicBezTo>
                  <a:pt x="885740" y="1591785"/>
                  <a:pt x="880892" y="1604282"/>
                  <a:pt x="871205" y="1612845"/>
                </a:cubicBezTo>
                <a:cubicBezTo>
                  <a:pt x="861518" y="1621399"/>
                  <a:pt x="847193" y="1625685"/>
                  <a:pt x="828228" y="1625685"/>
                </a:cubicBezTo>
                <a:cubicBezTo>
                  <a:pt x="820084" y="1625685"/>
                  <a:pt x="812550" y="1625189"/>
                  <a:pt x="805587" y="1624218"/>
                </a:cubicBezTo>
                <a:cubicBezTo>
                  <a:pt x="798644" y="1623237"/>
                  <a:pt x="791852" y="1621475"/>
                  <a:pt x="785261" y="1618951"/>
                </a:cubicBezTo>
                <a:lnTo>
                  <a:pt x="785261" y="1593890"/>
                </a:lnTo>
                <a:cubicBezTo>
                  <a:pt x="799453" y="1599786"/>
                  <a:pt x="814398" y="1602739"/>
                  <a:pt x="830133" y="1602739"/>
                </a:cubicBezTo>
                <a:cubicBezTo>
                  <a:pt x="846278" y="1602739"/>
                  <a:pt x="854355" y="1594024"/>
                  <a:pt x="854355" y="1576612"/>
                </a:cubicBezTo>
                <a:lnTo>
                  <a:pt x="854355" y="1574297"/>
                </a:lnTo>
                <a:cubicBezTo>
                  <a:pt x="854355" y="1571916"/>
                  <a:pt x="854460" y="1569449"/>
                  <a:pt x="854660" y="1566925"/>
                </a:cubicBezTo>
                <a:cubicBezTo>
                  <a:pt x="854889" y="1564391"/>
                  <a:pt x="855060" y="1562143"/>
                  <a:pt x="855194" y="1560191"/>
                </a:cubicBezTo>
                <a:lnTo>
                  <a:pt x="854355" y="1560191"/>
                </a:lnTo>
                <a:cubicBezTo>
                  <a:pt x="850412" y="1566220"/>
                  <a:pt x="845716" y="1570573"/>
                  <a:pt x="840249" y="1573231"/>
                </a:cubicBezTo>
                <a:cubicBezTo>
                  <a:pt x="834762" y="1575907"/>
                  <a:pt x="828590" y="1577241"/>
                  <a:pt x="821704" y="1577241"/>
                </a:cubicBezTo>
                <a:cubicBezTo>
                  <a:pt x="808092" y="1577241"/>
                  <a:pt x="797443" y="1572021"/>
                  <a:pt x="789795" y="1561543"/>
                </a:cubicBezTo>
                <a:cubicBezTo>
                  <a:pt x="782137" y="1551085"/>
                  <a:pt x="778317" y="1536521"/>
                  <a:pt x="778317" y="1517852"/>
                </a:cubicBezTo>
                <a:cubicBezTo>
                  <a:pt x="778317" y="1499031"/>
                  <a:pt x="782242" y="1484353"/>
                  <a:pt x="790109" y="1473809"/>
                </a:cubicBezTo>
                <a:cubicBezTo>
                  <a:pt x="797977" y="1463284"/>
                  <a:pt x="808778" y="1458026"/>
                  <a:pt x="822542" y="1458026"/>
                </a:cubicBezTo>
                <a:close/>
                <a:moveTo>
                  <a:pt x="755979" y="1458025"/>
                </a:moveTo>
                <a:cubicBezTo>
                  <a:pt x="757522" y="1458025"/>
                  <a:pt x="759361" y="1458091"/>
                  <a:pt x="761466" y="1458234"/>
                </a:cubicBezTo>
                <a:cubicBezTo>
                  <a:pt x="763571" y="1458368"/>
                  <a:pt x="765257" y="1458587"/>
                  <a:pt x="766523" y="1458863"/>
                </a:cubicBezTo>
                <a:lnTo>
                  <a:pt x="764209" y="1488352"/>
                </a:lnTo>
                <a:cubicBezTo>
                  <a:pt x="763209" y="1488076"/>
                  <a:pt x="761771" y="1487838"/>
                  <a:pt x="759885" y="1487609"/>
                </a:cubicBezTo>
                <a:cubicBezTo>
                  <a:pt x="757989" y="1487409"/>
                  <a:pt x="756341" y="1487305"/>
                  <a:pt x="754932" y="1487305"/>
                </a:cubicBezTo>
                <a:cubicBezTo>
                  <a:pt x="749588" y="1487305"/>
                  <a:pt x="744464" y="1488248"/>
                  <a:pt x="739558" y="1490153"/>
                </a:cubicBezTo>
                <a:cubicBezTo>
                  <a:pt x="734634" y="1492039"/>
                  <a:pt x="730681" y="1495106"/>
                  <a:pt x="727661" y="1499306"/>
                </a:cubicBezTo>
                <a:cubicBezTo>
                  <a:pt x="724623" y="1503516"/>
                  <a:pt x="723118" y="1509279"/>
                  <a:pt x="723118" y="1516584"/>
                </a:cubicBezTo>
                <a:lnTo>
                  <a:pt x="723118" y="1575135"/>
                </a:lnTo>
                <a:lnTo>
                  <a:pt x="691733" y="1575135"/>
                </a:lnTo>
                <a:lnTo>
                  <a:pt x="691733" y="1460130"/>
                </a:lnTo>
                <a:lnTo>
                  <a:pt x="715546" y="1460130"/>
                </a:lnTo>
                <a:lnTo>
                  <a:pt x="720175" y="1479504"/>
                </a:lnTo>
                <a:lnTo>
                  <a:pt x="721642" y="1479504"/>
                </a:lnTo>
                <a:cubicBezTo>
                  <a:pt x="725023" y="1473608"/>
                  <a:pt x="729652" y="1468550"/>
                  <a:pt x="735548" y="1464349"/>
                </a:cubicBezTo>
                <a:cubicBezTo>
                  <a:pt x="741444" y="1460130"/>
                  <a:pt x="748264" y="1458025"/>
                  <a:pt x="755979" y="1458025"/>
                </a:cubicBezTo>
                <a:close/>
                <a:moveTo>
                  <a:pt x="388633" y="1458025"/>
                </a:moveTo>
                <a:cubicBezTo>
                  <a:pt x="390176" y="1458025"/>
                  <a:pt x="392015" y="1458091"/>
                  <a:pt x="394120" y="1458234"/>
                </a:cubicBezTo>
                <a:cubicBezTo>
                  <a:pt x="396225" y="1458368"/>
                  <a:pt x="397911" y="1458587"/>
                  <a:pt x="399178" y="1458863"/>
                </a:cubicBezTo>
                <a:lnTo>
                  <a:pt x="396863" y="1488352"/>
                </a:lnTo>
                <a:cubicBezTo>
                  <a:pt x="395863" y="1488076"/>
                  <a:pt x="394425" y="1487838"/>
                  <a:pt x="392539" y="1487609"/>
                </a:cubicBezTo>
                <a:cubicBezTo>
                  <a:pt x="390643" y="1487409"/>
                  <a:pt x="388995" y="1487305"/>
                  <a:pt x="387586" y="1487305"/>
                </a:cubicBezTo>
                <a:cubicBezTo>
                  <a:pt x="382242" y="1487305"/>
                  <a:pt x="377118" y="1488248"/>
                  <a:pt x="372212" y="1490153"/>
                </a:cubicBezTo>
                <a:cubicBezTo>
                  <a:pt x="367288" y="1492039"/>
                  <a:pt x="363335" y="1495106"/>
                  <a:pt x="360316" y="1499306"/>
                </a:cubicBezTo>
                <a:cubicBezTo>
                  <a:pt x="357277" y="1503516"/>
                  <a:pt x="355772" y="1509279"/>
                  <a:pt x="355772" y="1516584"/>
                </a:cubicBezTo>
                <a:lnTo>
                  <a:pt x="355772" y="1575135"/>
                </a:lnTo>
                <a:lnTo>
                  <a:pt x="324387" y="1575135"/>
                </a:lnTo>
                <a:lnTo>
                  <a:pt x="324387" y="1460130"/>
                </a:lnTo>
                <a:lnTo>
                  <a:pt x="348200" y="1460130"/>
                </a:lnTo>
                <a:lnTo>
                  <a:pt x="352829" y="1479504"/>
                </a:lnTo>
                <a:lnTo>
                  <a:pt x="354296" y="1479504"/>
                </a:lnTo>
                <a:cubicBezTo>
                  <a:pt x="357677" y="1473608"/>
                  <a:pt x="362306" y="1468550"/>
                  <a:pt x="368202" y="1464349"/>
                </a:cubicBezTo>
                <a:cubicBezTo>
                  <a:pt x="374098" y="1460130"/>
                  <a:pt x="380918" y="1458025"/>
                  <a:pt x="388633" y="1458025"/>
                </a:cubicBezTo>
                <a:close/>
                <a:moveTo>
                  <a:pt x="244355" y="1457816"/>
                </a:moveTo>
                <a:cubicBezTo>
                  <a:pt x="259795" y="1457816"/>
                  <a:pt x="271625" y="1461140"/>
                  <a:pt x="279855" y="1467817"/>
                </a:cubicBezTo>
                <a:cubicBezTo>
                  <a:pt x="288066" y="1474485"/>
                  <a:pt x="292161" y="1484696"/>
                  <a:pt x="292161" y="1498459"/>
                </a:cubicBezTo>
                <a:lnTo>
                  <a:pt x="292161" y="1575136"/>
                </a:lnTo>
                <a:lnTo>
                  <a:pt x="270254" y="1575136"/>
                </a:lnTo>
                <a:lnTo>
                  <a:pt x="264148" y="1559553"/>
                </a:lnTo>
                <a:lnTo>
                  <a:pt x="263310" y="1559553"/>
                </a:lnTo>
                <a:cubicBezTo>
                  <a:pt x="258395" y="1565725"/>
                  <a:pt x="253195" y="1570221"/>
                  <a:pt x="247727" y="1573031"/>
                </a:cubicBezTo>
                <a:cubicBezTo>
                  <a:pt x="242241" y="1575840"/>
                  <a:pt x="234735" y="1577241"/>
                  <a:pt x="225191" y="1577241"/>
                </a:cubicBezTo>
                <a:cubicBezTo>
                  <a:pt x="214933" y="1577241"/>
                  <a:pt x="206436" y="1574259"/>
                  <a:pt x="199702" y="1568297"/>
                </a:cubicBezTo>
                <a:cubicBezTo>
                  <a:pt x="192958" y="1562334"/>
                  <a:pt x="189587" y="1553161"/>
                  <a:pt x="189587" y="1540798"/>
                </a:cubicBezTo>
                <a:cubicBezTo>
                  <a:pt x="189587" y="1528577"/>
                  <a:pt x="193873" y="1519567"/>
                  <a:pt x="202445" y="1513737"/>
                </a:cubicBezTo>
                <a:cubicBezTo>
                  <a:pt x="210999" y="1507908"/>
                  <a:pt x="223848" y="1504717"/>
                  <a:pt x="240974" y="1504155"/>
                </a:cubicBezTo>
                <a:lnTo>
                  <a:pt x="260996" y="1503517"/>
                </a:lnTo>
                <a:lnTo>
                  <a:pt x="260996" y="1498459"/>
                </a:lnTo>
                <a:cubicBezTo>
                  <a:pt x="260996" y="1492430"/>
                  <a:pt x="259424" y="1488001"/>
                  <a:pt x="256252" y="1485191"/>
                </a:cubicBezTo>
                <a:cubicBezTo>
                  <a:pt x="253099" y="1482381"/>
                  <a:pt x="248708" y="1480981"/>
                  <a:pt x="243089" y="1480981"/>
                </a:cubicBezTo>
                <a:cubicBezTo>
                  <a:pt x="237478" y="1480981"/>
                  <a:pt x="231992" y="1481781"/>
                  <a:pt x="226658" y="1483410"/>
                </a:cubicBezTo>
                <a:cubicBezTo>
                  <a:pt x="221314" y="1485020"/>
                  <a:pt x="215980" y="1487029"/>
                  <a:pt x="210656" y="1489411"/>
                </a:cubicBezTo>
                <a:lnTo>
                  <a:pt x="200331" y="1468141"/>
                </a:lnTo>
                <a:cubicBezTo>
                  <a:pt x="206503" y="1464903"/>
                  <a:pt x="213361" y="1462379"/>
                  <a:pt x="220867" y="1460540"/>
                </a:cubicBezTo>
                <a:cubicBezTo>
                  <a:pt x="228372" y="1458731"/>
                  <a:pt x="236211" y="1457816"/>
                  <a:pt x="244355" y="1457816"/>
                </a:cubicBezTo>
                <a:close/>
                <a:moveTo>
                  <a:pt x="1065" y="1424737"/>
                </a:moveTo>
                <a:lnTo>
                  <a:pt x="44442" y="1424737"/>
                </a:lnTo>
                <a:lnTo>
                  <a:pt x="80046" y="1539761"/>
                </a:lnTo>
                <a:lnTo>
                  <a:pt x="80684" y="1539761"/>
                </a:lnTo>
                <a:lnTo>
                  <a:pt x="118375" y="1424737"/>
                </a:lnTo>
                <a:lnTo>
                  <a:pt x="161780" y="1424737"/>
                </a:lnTo>
                <a:lnTo>
                  <a:pt x="161780" y="1575137"/>
                </a:lnTo>
                <a:lnTo>
                  <a:pt x="132072" y="1575137"/>
                </a:lnTo>
                <a:lnTo>
                  <a:pt x="132072" y="1503947"/>
                </a:lnTo>
                <a:cubicBezTo>
                  <a:pt x="132072" y="1499165"/>
                  <a:pt x="132177" y="1493698"/>
                  <a:pt x="132386" y="1487507"/>
                </a:cubicBezTo>
                <a:cubicBezTo>
                  <a:pt x="132605" y="1481334"/>
                  <a:pt x="132815" y="1475477"/>
                  <a:pt x="133015" y="1469923"/>
                </a:cubicBezTo>
                <a:cubicBezTo>
                  <a:pt x="133243" y="1464380"/>
                  <a:pt x="133415" y="1460198"/>
                  <a:pt x="133548" y="1457389"/>
                </a:cubicBezTo>
                <a:lnTo>
                  <a:pt x="132710" y="1457389"/>
                </a:lnTo>
                <a:lnTo>
                  <a:pt x="93953" y="1575137"/>
                </a:lnTo>
                <a:lnTo>
                  <a:pt x="64673" y="1575137"/>
                </a:lnTo>
                <a:lnTo>
                  <a:pt x="28440" y="1457189"/>
                </a:lnTo>
                <a:lnTo>
                  <a:pt x="27592" y="1457189"/>
                </a:lnTo>
                <a:cubicBezTo>
                  <a:pt x="27735" y="1459998"/>
                  <a:pt x="27954" y="1464199"/>
                  <a:pt x="28230" y="1469819"/>
                </a:cubicBezTo>
                <a:cubicBezTo>
                  <a:pt x="28506" y="1475438"/>
                  <a:pt x="28792" y="1481439"/>
                  <a:pt x="29068" y="1487830"/>
                </a:cubicBezTo>
                <a:cubicBezTo>
                  <a:pt x="29364" y="1494212"/>
                  <a:pt x="29497" y="1500003"/>
                  <a:pt x="29497" y="1505194"/>
                </a:cubicBezTo>
                <a:lnTo>
                  <a:pt x="29497" y="1575137"/>
                </a:lnTo>
                <a:lnTo>
                  <a:pt x="1065" y="1575137"/>
                </a:lnTo>
                <a:close/>
                <a:moveTo>
                  <a:pt x="420017" y="1415049"/>
                </a:moveTo>
                <a:lnTo>
                  <a:pt x="451402" y="1415049"/>
                </a:lnTo>
                <a:lnTo>
                  <a:pt x="451402" y="1452330"/>
                </a:lnTo>
                <a:cubicBezTo>
                  <a:pt x="451402" y="1456692"/>
                  <a:pt x="451269" y="1460969"/>
                  <a:pt x="450993" y="1465188"/>
                </a:cubicBezTo>
                <a:cubicBezTo>
                  <a:pt x="450707" y="1469389"/>
                  <a:pt x="450431" y="1472694"/>
                  <a:pt x="450154" y="1475085"/>
                </a:cubicBezTo>
                <a:lnTo>
                  <a:pt x="451402" y="1475085"/>
                </a:lnTo>
                <a:cubicBezTo>
                  <a:pt x="454488" y="1470313"/>
                  <a:pt x="458641" y="1466274"/>
                  <a:pt x="463832" y="1462979"/>
                </a:cubicBezTo>
                <a:cubicBezTo>
                  <a:pt x="469023" y="1459674"/>
                  <a:pt x="475786" y="1458026"/>
                  <a:pt x="484063" y="1458026"/>
                </a:cubicBezTo>
                <a:cubicBezTo>
                  <a:pt x="496989" y="1458026"/>
                  <a:pt x="507447" y="1463045"/>
                  <a:pt x="515448" y="1473075"/>
                </a:cubicBezTo>
                <a:cubicBezTo>
                  <a:pt x="523449" y="1483124"/>
                  <a:pt x="527450" y="1497916"/>
                  <a:pt x="527450" y="1517424"/>
                </a:cubicBezTo>
                <a:cubicBezTo>
                  <a:pt x="527450" y="1537083"/>
                  <a:pt x="523383" y="1551961"/>
                  <a:pt x="515239" y="1562077"/>
                </a:cubicBezTo>
                <a:cubicBezTo>
                  <a:pt x="507085" y="1572192"/>
                  <a:pt x="496417" y="1577241"/>
                  <a:pt x="483225" y="1577241"/>
                </a:cubicBezTo>
                <a:cubicBezTo>
                  <a:pt x="474786" y="1577241"/>
                  <a:pt x="468157" y="1575736"/>
                  <a:pt x="463318" y="1572716"/>
                </a:cubicBezTo>
                <a:cubicBezTo>
                  <a:pt x="458470" y="1569706"/>
                  <a:pt x="454488" y="1566296"/>
                  <a:pt x="451402" y="1562506"/>
                </a:cubicBezTo>
                <a:lnTo>
                  <a:pt x="449297" y="1562506"/>
                </a:lnTo>
                <a:lnTo>
                  <a:pt x="444039" y="1575136"/>
                </a:lnTo>
                <a:lnTo>
                  <a:pt x="420017" y="1575136"/>
                </a:lnTo>
                <a:close/>
                <a:moveTo>
                  <a:pt x="1024557" y="1311207"/>
                </a:moveTo>
                <a:lnTo>
                  <a:pt x="1012336" y="1311636"/>
                </a:lnTo>
                <a:cubicBezTo>
                  <a:pt x="1002220" y="1311912"/>
                  <a:pt x="995191" y="1313741"/>
                  <a:pt x="991267" y="1317103"/>
                </a:cubicBezTo>
                <a:cubicBezTo>
                  <a:pt x="987342" y="1320485"/>
                  <a:pt x="985371" y="1324904"/>
                  <a:pt x="985371" y="1330372"/>
                </a:cubicBezTo>
                <a:cubicBezTo>
                  <a:pt x="985371" y="1335153"/>
                  <a:pt x="986771" y="1338563"/>
                  <a:pt x="989590" y="1340592"/>
                </a:cubicBezTo>
                <a:cubicBezTo>
                  <a:pt x="992400" y="1342630"/>
                  <a:pt x="996048" y="1343640"/>
                  <a:pt x="1000535" y="1343640"/>
                </a:cubicBezTo>
                <a:cubicBezTo>
                  <a:pt x="1007278" y="1343640"/>
                  <a:pt x="1012965" y="1341649"/>
                  <a:pt x="1017594" y="1337639"/>
                </a:cubicBezTo>
                <a:cubicBezTo>
                  <a:pt x="1022242" y="1333648"/>
                  <a:pt x="1024557" y="1327990"/>
                  <a:pt x="1024557" y="1320685"/>
                </a:cubicBezTo>
                <a:close/>
                <a:moveTo>
                  <a:pt x="527876" y="1269707"/>
                </a:moveTo>
                <a:cubicBezTo>
                  <a:pt x="521827" y="1269707"/>
                  <a:pt x="516798" y="1271679"/>
                  <a:pt x="512807" y="1275603"/>
                </a:cubicBezTo>
                <a:cubicBezTo>
                  <a:pt x="508797" y="1279546"/>
                  <a:pt x="506444" y="1285652"/>
                  <a:pt x="505749" y="1293948"/>
                </a:cubicBezTo>
                <a:lnTo>
                  <a:pt x="549783" y="1293948"/>
                </a:lnTo>
                <a:cubicBezTo>
                  <a:pt x="549631" y="1286919"/>
                  <a:pt x="547811" y="1281127"/>
                  <a:pt x="544297" y="1276565"/>
                </a:cubicBezTo>
                <a:cubicBezTo>
                  <a:pt x="540782" y="1272002"/>
                  <a:pt x="535315" y="1269707"/>
                  <a:pt x="527876" y="1269707"/>
                </a:cubicBezTo>
                <a:close/>
                <a:moveTo>
                  <a:pt x="805057" y="1249496"/>
                </a:moveTo>
                <a:lnTo>
                  <a:pt x="836442" y="1249496"/>
                </a:lnTo>
                <a:lnTo>
                  <a:pt x="836442" y="1364501"/>
                </a:lnTo>
                <a:lnTo>
                  <a:pt x="805057" y="1364501"/>
                </a:lnTo>
                <a:close/>
                <a:moveTo>
                  <a:pt x="296155" y="1249496"/>
                </a:moveTo>
                <a:lnTo>
                  <a:pt x="327540" y="1249496"/>
                </a:lnTo>
                <a:lnTo>
                  <a:pt x="327540" y="1364501"/>
                </a:lnTo>
                <a:lnTo>
                  <a:pt x="296155" y="1364501"/>
                </a:lnTo>
                <a:close/>
                <a:moveTo>
                  <a:pt x="343978" y="1249495"/>
                </a:moveTo>
                <a:lnTo>
                  <a:pt x="376839" y="1249495"/>
                </a:lnTo>
                <a:lnTo>
                  <a:pt x="398957" y="1314998"/>
                </a:lnTo>
                <a:cubicBezTo>
                  <a:pt x="400223" y="1318942"/>
                  <a:pt x="401233" y="1322999"/>
                  <a:pt x="402005" y="1327219"/>
                </a:cubicBezTo>
                <a:cubicBezTo>
                  <a:pt x="402776" y="1331429"/>
                  <a:pt x="403233" y="1335220"/>
                  <a:pt x="403376" y="1338601"/>
                </a:cubicBezTo>
                <a:lnTo>
                  <a:pt x="404214" y="1338601"/>
                </a:lnTo>
                <a:cubicBezTo>
                  <a:pt x="404643" y="1331000"/>
                  <a:pt x="406186" y="1323152"/>
                  <a:pt x="408863" y="1314998"/>
                </a:cubicBezTo>
                <a:lnTo>
                  <a:pt x="430970" y="1249495"/>
                </a:lnTo>
                <a:lnTo>
                  <a:pt x="463831" y="1249495"/>
                </a:lnTo>
                <a:lnTo>
                  <a:pt x="420016" y="1364500"/>
                </a:lnTo>
                <a:lnTo>
                  <a:pt x="387793" y="1364500"/>
                </a:lnTo>
                <a:close/>
                <a:moveTo>
                  <a:pt x="527656" y="1247390"/>
                </a:moveTo>
                <a:cubicBezTo>
                  <a:pt x="543525" y="1247390"/>
                  <a:pt x="556089" y="1251914"/>
                  <a:pt x="565366" y="1260963"/>
                </a:cubicBezTo>
                <a:cubicBezTo>
                  <a:pt x="574624" y="1270031"/>
                  <a:pt x="579263" y="1282928"/>
                  <a:pt x="579263" y="1299615"/>
                </a:cubicBezTo>
                <a:lnTo>
                  <a:pt x="579263" y="1314789"/>
                </a:lnTo>
                <a:lnTo>
                  <a:pt x="505111" y="1314789"/>
                </a:lnTo>
                <a:cubicBezTo>
                  <a:pt x="505406" y="1323638"/>
                  <a:pt x="508025" y="1330591"/>
                  <a:pt x="513017" y="1335648"/>
                </a:cubicBezTo>
                <a:cubicBezTo>
                  <a:pt x="517998" y="1340687"/>
                  <a:pt x="524923" y="1343230"/>
                  <a:pt x="533772" y="1343230"/>
                </a:cubicBezTo>
                <a:cubicBezTo>
                  <a:pt x="541211" y="1343230"/>
                  <a:pt x="547945" y="1342487"/>
                  <a:pt x="553984" y="1341021"/>
                </a:cubicBezTo>
                <a:cubicBezTo>
                  <a:pt x="560013" y="1339544"/>
                  <a:pt x="566271" y="1337258"/>
                  <a:pt x="572738" y="1334172"/>
                </a:cubicBezTo>
                <a:lnTo>
                  <a:pt x="572738" y="1358394"/>
                </a:lnTo>
                <a:cubicBezTo>
                  <a:pt x="567109" y="1361214"/>
                  <a:pt x="561184" y="1363261"/>
                  <a:pt x="554946" y="1364605"/>
                </a:cubicBezTo>
                <a:cubicBezTo>
                  <a:pt x="548688" y="1365938"/>
                  <a:pt x="541144" y="1366605"/>
                  <a:pt x="532295" y="1366605"/>
                </a:cubicBezTo>
                <a:cubicBezTo>
                  <a:pt x="520779" y="1366605"/>
                  <a:pt x="510597" y="1364462"/>
                  <a:pt x="501748" y="1360185"/>
                </a:cubicBezTo>
                <a:cubicBezTo>
                  <a:pt x="492909" y="1355899"/>
                  <a:pt x="485946" y="1349403"/>
                  <a:pt x="480889" y="1340687"/>
                </a:cubicBezTo>
                <a:cubicBezTo>
                  <a:pt x="475831" y="1332000"/>
                  <a:pt x="473316" y="1321047"/>
                  <a:pt x="473316" y="1307845"/>
                </a:cubicBezTo>
                <a:cubicBezTo>
                  <a:pt x="473316" y="1294358"/>
                  <a:pt x="475593" y="1283166"/>
                  <a:pt x="480155" y="1274250"/>
                </a:cubicBezTo>
                <a:cubicBezTo>
                  <a:pt x="484708" y="1265316"/>
                  <a:pt x="491071" y="1258620"/>
                  <a:pt x="499215" y="1254124"/>
                </a:cubicBezTo>
                <a:cubicBezTo>
                  <a:pt x="507359" y="1249638"/>
                  <a:pt x="516836" y="1247390"/>
                  <a:pt x="527656" y="1247390"/>
                </a:cubicBezTo>
                <a:close/>
                <a:moveTo>
                  <a:pt x="738919" y="1247389"/>
                </a:moveTo>
                <a:cubicBezTo>
                  <a:pt x="746091" y="1247389"/>
                  <a:pt x="752892" y="1248094"/>
                  <a:pt x="759360" y="1249494"/>
                </a:cubicBezTo>
                <a:cubicBezTo>
                  <a:pt x="765818" y="1250904"/>
                  <a:pt x="772485" y="1253218"/>
                  <a:pt x="779362" y="1256438"/>
                </a:cubicBezTo>
                <a:lnTo>
                  <a:pt x="769894" y="1278983"/>
                </a:lnTo>
                <a:cubicBezTo>
                  <a:pt x="764275" y="1276593"/>
                  <a:pt x="758941" y="1274592"/>
                  <a:pt x="753892" y="1272983"/>
                </a:cubicBezTo>
                <a:cubicBezTo>
                  <a:pt x="748835" y="1271373"/>
                  <a:pt x="743710" y="1270563"/>
                  <a:pt x="738510" y="1270563"/>
                </a:cubicBezTo>
                <a:cubicBezTo>
                  <a:pt x="729242" y="1270563"/>
                  <a:pt x="724613" y="1273087"/>
                  <a:pt x="724613" y="1278136"/>
                </a:cubicBezTo>
                <a:cubicBezTo>
                  <a:pt x="724613" y="1279955"/>
                  <a:pt x="725194" y="1281622"/>
                  <a:pt x="726394" y="1283098"/>
                </a:cubicBezTo>
                <a:cubicBezTo>
                  <a:pt x="727594" y="1284565"/>
                  <a:pt x="729908" y="1286146"/>
                  <a:pt x="733357" y="1287823"/>
                </a:cubicBezTo>
                <a:cubicBezTo>
                  <a:pt x="736776" y="1289509"/>
                  <a:pt x="741872" y="1291766"/>
                  <a:pt x="748606" y="1294566"/>
                </a:cubicBezTo>
                <a:cubicBezTo>
                  <a:pt x="755207" y="1297233"/>
                  <a:pt x="760903" y="1300015"/>
                  <a:pt x="765684" y="1302891"/>
                </a:cubicBezTo>
                <a:cubicBezTo>
                  <a:pt x="770447" y="1305768"/>
                  <a:pt x="774133" y="1309359"/>
                  <a:pt x="776733" y="1313626"/>
                </a:cubicBezTo>
                <a:cubicBezTo>
                  <a:pt x="779324" y="1317912"/>
                  <a:pt x="780629" y="1323494"/>
                  <a:pt x="780629" y="1330371"/>
                </a:cubicBezTo>
                <a:cubicBezTo>
                  <a:pt x="780629" y="1342029"/>
                  <a:pt x="776533" y="1350992"/>
                  <a:pt x="768304" y="1357231"/>
                </a:cubicBezTo>
                <a:cubicBezTo>
                  <a:pt x="760093" y="1363489"/>
                  <a:pt x="747835" y="1366604"/>
                  <a:pt x="731556" y="1366604"/>
                </a:cubicBezTo>
                <a:cubicBezTo>
                  <a:pt x="723546" y="1366604"/>
                  <a:pt x="716678" y="1366080"/>
                  <a:pt x="710916" y="1365032"/>
                </a:cubicBezTo>
                <a:cubicBezTo>
                  <a:pt x="705153" y="1363965"/>
                  <a:pt x="699390" y="1362251"/>
                  <a:pt x="693637" y="1359870"/>
                </a:cubicBezTo>
                <a:lnTo>
                  <a:pt x="693637" y="1333952"/>
                </a:lnTo>
                <a:cubicBezTo>
                  <a:pt x="699819" y="1336762"/>
                  <a:pt x="706496" y="1339077"/>
                  <a:pt x="713659" y="1340915"/>
                </a:cubicBezTo>
                <a:cubicBezTo>
                  <a:pt x="720803" y="1342734"/>
                  <a:pt x="727127" y="1343639"/>
                  <a:pt x="732614" y="1343639"/>
                </a:cubicBezTo>
                <a:cubicBezTo>
                  <a:pt x="738786" y="1343639"/>
                  <a:pt x="743177" y="1342734"/>
                  <a:pt x="745777" y="1340915"/>
                </a:cubicBezTo>
                <a:cubicBezTo>
                  <a:pt x="748368" y="1339077"/>
                  <a:pt x="749673" y="1336695"/>
                  <a:pt x="749673" y="1333752"/>
                </a:cubicBezTo>
                <a:cubicBezTo>
                  <a:pt x="749673" y="1331781"/>
                  <a:pt x="749139" y="1330028"/>
                  <a:pt x="748092" y="1328485"/>
                </a:cubicBezTo>
                <a:cubicBezTo>
                  <a:pt x="747034" y="1326942"/>
                  <a:pt x="744748" y="1325180"/>
                  <a:pt x="741234" y="1323227"/>
                </a:cubicBezTo>
                <a:cubicBezTo>
                  <a:pt x="737719" y="1321255"/>
                  <a:pt x="732252" y="1318712"/>
                  <a:pt x="724813" y="1315626"/>
                </a:cubicBezTo>
                <a:cubicBezTo>
                  <a:pt x="717650" y="1312540"/>
                  <a:pt x="711754" y="1309492"/>
                  <a:pt x="707125" y="1306472"/>
                </a:cubicBezTo>
                <a:cubicBezTo>
                  <a:pt x="702476" y="1303463"/>
                  <a:pt x="699047" y="1299805"/>
                  <a:pt x="696809" y="1295519"/>
                </a:cubicBezTo>
                <a:cubicBezTo>
                  <a:pt x="694542" y="1291233"/>
                  <a:pt x="693428" y="1285870"/>
                  <a:pt x="693428" y="1279412"/>
                </a:cubicBezTo>
                <a:cubicBezTo>
                  <a:pt x="693428" y="1268725"/>
                  <a:pt x="697562" y="1260724"/>
                  <a:pt x="705858" y="1255390"/>
                </a:cubicBezTo>
                <a:cubicBezTo>
                  <a:pt x="714135" y="1250065"/>
                  <a:pt x="725156" y="1247389"/>
                  <a:pt x="738919" y="1247389"/>
                </a:cubicBezTo>
                <a:close/>
                <a:moveTo>
                  <a:pt x="668986" y="1247388"/>
                </a:moveTo>
                <a:cubicBezTo>
                  <a:pt x="670529" y="1247388"/>
                  <a:pt x="672367" y="1247455"/>
                  <a:pt x="674472" y="1247598"/>
                </a:cubicBezTo>
                <a:cubicBezTo>
                  <a:pt x="676577" y="1247731"/>
                  <a:pt x="678263" y="1247950"/>
                  <a:pt x="679530" y="1248226"/>
                </a:cubicBezTo>
                <a:lnTo>
                  <a:pt x="677215" y="1277715"/>
                </a:lnTo>
                <a:cubicBezTo>
                  <a:pt x="676215" y="1277439"/>
                  <a:pt x="674777" y="1277201"/>
                  <a:pt x="672891" y="1276973"/>
                </a:cubicBezTo>
                <a:cubicBezTo>
                  <a:pt x="670995" y="1276773"/>
                  <a:pt x="669348" y="1276668"/>
                  <a:pt x="667938" y="1276668"/>
                </a:cubicBezTo>
                <a:cubicBezTo>
                  <a:pt x="662594" y="1276668"/>
                  <a:pt x="657470" y="1277611"/>
                  <a:pt x="652565" y="1279516"/>
                </a:cubicBezTo>
                <a:cubicBezTo>
                  <a:pt x="647640" y="1281402"/>
                  <a:pt x="643687" y="1284469"/>
                  <a:pt x="640668" y="1288669"/>
                </a:cubicBezTo>
                <a:cubicBezTo>
                  <a:pt x="637629" y="1292879"/>
                  <a:pt x="636124" y="1298642"/>
                  <a:pt x="636124" y="1305948"/>
                </a:cubicBezTo>
                <a:lnTo>
                  <a:pt x="636124" y="1364498"/>
                </a:lnTo>
                <a:lnTo>
                  <a:pt x="604739" y="1364498"/>
                </a:lnTo>
                <a:lnTo>
                  <a:pt x="604739" y="1249493"/>
                </a:lnTo>
                <a:lnTo>
                  <a:pt x="628552" y="1249493"/>
                </a:lnTo>
                <a:lnTo>
                  <a:pt x="633181" y="1268867"/>
                </a:lnTo>
                <a:lnTo>
                  <a:pt x="634648" y="1268867"/>
                </a:lnTo>
                <a:cubicBezTo>
                  <a:pt x="638029" y="1262971"/>
                  <a:pt x="642659" y="1257913"/>
                  <a:pt x="648555" y="1253713"/>
                </a:cubicBezTo>
                <a:cubicBezTo>
                  <a:pt x="654450" y="1249493"/>
                  <a:pt x="661270" y="1247388"/>
                  <a:pt x="668986" y="1247388"/>
                </a:cubicBezTo>
                <a:close/>
                <a:moveTo>
                  <a:pt x="223079" y="1247388"/>
                </a:moveTo>
                <a:cubicBezTo>
                  <a:pt x="235443" y="1247388"/>
                  <a:pt x="245330" y="1250731"/>
                  <a:pt x="252769" y="1257399"/>
                </a:cubicBezTo>
                <a:cubicBezTo>
                  <a:pt x="260208" y="1264066"/>
                  <a:pt x="263942" y="1274763"/>
                  <a:pt x="263942" y="1289508"/>
                </a:cubicBezTo>
                <a:lnTo>
                  <a:pt x="263942" y="1364498"/>
                </a:lnTo>
                <a:lnTo>
                  <a:pt x="232557" y="1364498"/>
                </a:lnTo>
                <a:lnTo>
                  <a:pt x="232557" y="1297308"/>
                </a:lnTo>
                <a:cubicBezTo>
                  <a:pt x="232557" y="1289022"/>
                  <a:pt x="231080" y="1282802"/>
                  <a:pt x="228137" y="1278668"/>
                </a:cubicBezTo>
                <a:cubicBezTo>
                  <a:pt x="225184" y="1274525"/>
                  <a:pt x="220470" y="1272448"/>
                  <a:pt x="214012" y="1272448"/>
                </a:cubicBezTo>
                <a:cubicBezTo>
                  <a:pt x="204468" y="1272448"/>
                  <a:pt x="197933" y="1275725"/>
                  <a:pt x="194438" y="1282250"/>
                </a:cubicBezTo>
                <a:cubicBezTo>
                  <a:pt x="190923" y="1288765"/>
                  <a:pt x="189151" y="1298147"/>
                  <a:pt x="189151" y="1310367"/>
                </a:cubicBezTo>
                <a:lnTo>
                  <a:pt x="189151" y="1364498"/>
                </a:lnTo>
                <a:lnTo>
                  <a:pt x="157766" y="1364498"/>
                </a:lnTo>
                <a:lnTo>
                  <a:pt x="157766" y="1249493"/>
                </a:lnTo>
                <a:lnTo>
                  <a:pt x="181789" y="1249493"/>
                </a:lnTo>
                <a:lnTo>
                  <a:pt x="185999" y="1264238"/>
                </a:lnTo>
                <a:lnTo>
                  <a:pt x="187684" y="1264238"/>
                </a:lnTo>
                <a:cubicBezTo>
                  <a:pt x="191333" y="1258342"/>
                  <a:pt x="196352" y="1254055"/>
                  <a:pt x="202753" y="1251379"/>
                </a:cubicBezTo>
                <a:cubicBezTo>
                  <a:pt x="209144" y="1248721"/>
                  <a:pt x="215917" y="1247388"/>
                  <a:pt x="223079" y="1247388"/>
                </a:cubicBezTo>
                <a:close/>
                <a:moveTo>
                  <a:pt x="1007907" y="1247180"/>
                </a:moveTo>
                <a:cubicBezTo>
                  <a:pt x="1023356" y="1247180"/>
                  <a:pt x="1035187" y="1250505"/>
                  <a:pt x="1043407" y="1257172"/>
                </a:cubicBezTo>
                <a:cubicBezTo>
                  <a:pt x="1051617" y="1263849"/>
                  <a:pt x="1055722" y="1274060"/>
                  <a:pt x="1055722" y="1287824"/>
                </a:cubicBezTo>
                <a:lnTo>
                  <a:pt x="1055722" y="1364500"/>
                </a:lnTo>
                <a:lnTo>
                  <a:pt x="1033815" y="1364500"/>
                </a:lnTo>
                <a:lnTo>
                  <a:pt x="1027709" y="1348917"/>
                </a:lnTo>
                <a:lnTo>
                  <a:pt x="1026871" y="1348917"/>
                </a:lnTo>
                <a:cubicBezTo>
                  <a:pt x="1021947" y="1355089"/>
                  <a:pt x="1016756" y="1359585"/>
                  <a:pt x="1011288" y="1362395"/>
                </a:cubicBezTo>
                <a:cubicBezTo>
                  <a:pt x="1005802" y="1365205"/>
                  <a:pt x="998296" y="1366605"/>
                  <a:pt x="988743" y="1366605"/>
                </a:cubicBezTo>
                <a:cubicBezTo>
                  <a:pt x="978494" y="1366605"/>
                  <a:pt x="969997" y="1363623"/>
                  <a:pt x="963254" y="1357661"/>
                </a:cubicBezTo>
                <a:cubicBezTo>
                  <a:pt x="956520" y="1351698"/>
                  <a:pt x="953138" y="1342526"/>
                  <a:pt x="953138" y="1330162"/>
                </a:cubicBezTo>
                <a:cubicBezTo>
                  <a:pt x="953138" y="1317942"/>
                  <a:pt x="957424" y="1308931"/>
                  <a:pt x="965997" y="1303102"/>
                </a:cubicBezTo>
                <a:cubicBezTo>
                  <a:pt x="974550" y="1297272"/>
                  <a:pt x="987409" y="1294081"/>
                  <a:pt x="1004535" y="1293519"/>
                </a:cubicBezTo>
                <a:lnTo>
                  <a:pt x="1024557" y="1292881"/>
                </a:lnTo>
                <a:lnTo>
                  <a:pt x="1024557" y="1287824"/>
                </a:lnTo>
                <a:cubicBezTo>
                  <a:pt x="1024557" y="1281794"/>
                  <a:pt x="1022975" y="1277365"/>
                  <a:pt x="1019804" y="1274555"/>
                </a:cubicBezTo>
                <a:cubicBezTo>
                  <a:pt x="1016651" y="1271745"/>
                  <a:pt x="1012260" y="1270345"/>
                  <a:pt x="1006640" y="1270345"/>
                </a:cubicBezTo>
                <a:cubicBezTo>
                  <a:pt x="1001039" y="1270345"/>
                  <a:pt x="995553" y="1271145"/>
                  <a:pt x="990219" y="1272774"/>
                </a:cubicBezTo>
                <a:cubicBezTo>
                  <a:pt x="984875" y="1274384"/>
                  <a:pt x="979541" y="1276393"/>
                  <a:pt x="974207" y="1278775"/>
                </a:cubicBezTo>
                <a:lnTo>
                  <a:pt x="963892" y="1257506"/>
                </a:lnTo>
                <a:cubicBezTo>
                  <a:pt x="970064" y="1254267"/>
                  <a:pt x="976922" y="1251743"/>
                  <a:pt x="984428" y="1249905"/>
                </a:cubicBezTo>
                <a:cubicBezTo>
                  <a:pt x="991934" y="1248095"/>
                  <a:pt x="999773" y="1247180"/>
                  <a:pt x="1007907" y="1247180"/>
                </a:cubicBezTo>
                <a:close/>
                <a:moveTo>
                  <a:pt x="1102705" y="1225057"/>
                </a:moveTo>
                <a:lnTo>
                  <a:pt x="1122707" y="1225057"/>
                </a:lnTo>
                <a:lnTo>
                  <a:pt x="1122707" y="1249498"/>
                </a:lnTo>
                <a:lnTo>
                  <a:pt x="1154930" y="1249498"/>
                </a:lnTo>
                <a:lnTo>
                  <a:pt x="1154930" y="1273082"/>
                </a:lnTo>
                <a:lnTo>
                  <a:pt x="1122707" y="1273082"/>
                </a:lnTo>
                <a:lnTo>
                  <a:pt x="1122707" y="1328489"/>
                </a:lnTo>
                <a:cubicBezTo>
                  <a:pt x="1122707" y="1332841"/>
                  <a:pt x="1123974" y="1336099"/>
                  <a:pt x="1126498" y="1338271"/>
                </a:cubicBezTo>
                <a:cubicBezTo>
                  <a:pt x="1129032" y="1340452"/>
                  <a:pt x="1132327" y="1341547"/>
                  <a:pt x="1136404" y="1341547"/>
                </a:cubicBezTo>
                <a:cubicBezTo>
                  <a:pt x="1139900" y="1341547"/>
                  <a:pt x="1143281" y="1341185"/>
                  <a:pt x="1146520" y="1340481"/>
                </a:cubicBezTo>
                <a:cubicBezTo>
                  <a:pt x="1149739" y="1339785"/>
                  <a:pt x="1152959" y="1338937"/>
                  <a:pt x="1156206" y="1337966"/>
                </a:cubicBezTo>
                <a:lnTo>
                  <a:pt x="1156206" y="1361350"/>
                </a:lnTo>
                <a:cubicBezTo>
                  <a:pt x="1152825" y="1362750"/>
                  <a:pt x="1148644" y="1363969"/>
                  <a:pt x="1143672" y="1365036"/>
                </a:cubicBezTo>
                <a:cubicBezTo>
                  <a:pt x="1138680" y="1366074"/>
                  <a:pt x="1133232" y="1366608"/>
                  <a:pt x="1127336" y="1366608"/>
                </a:cubicBezTo>
                <a:cubicBezTo>
                  <a:pt x="1120459" y="1366608"/>
                  <a:pt x="1114306" y="1365474"/>
                  <a:pt x="1108905" y="1363236"/>
                </a:cubicBezTo>
                <a:cubicBezTo>
                  <a:pt x="1103505" y="1360988"/>
                  <a:pt x="1099228" y="1357092"/>
                  <a:pt x="1096066" y="1351539"/>
                </a:cubicBezTo>
                <a:cubicBezTo>
                  <a:pt x="1092894" y="1346005"/>
                  <a:pt x="1091322" y="1338309"/>
                  <a:pt x="1091322" y="1328489"/>
                </a:cubicBezTo>
                <a:lnTo>
                  <a:pt x="1091322" y="1273082"/>
                </a:lnTo>
                <a:lnTo>
                  <a:pt x="1076377" y="1273082"/>
                </a:lnTo>
                <a:lnTo>
                  <a:pt x="1076377" y="1259813"/>
                </a:lnTo>
                <a:lnTo>
                  <a:pt x="1093637" y="1249269"/>
                </a:lnTo>
                <a:close/>
                <a:moveTo>
                  <a:pt x="884063" y="1225057"/>
                </a:moveTo>
                <a:lnTo>
                  <a:pt x="904065" y="1225057"/>
                </a:lnTo>
                <a:lnTo>
                  <a:pt x="904065" y="1249498"/>
                </a:lnTo>
                <a:lnTo>
                  <a:pt x="936289" y="1249498"/>
                </a:lnTo>
                <a:lnTo>
                  <a:pt x="936289" y="1273082"/>
                </a:lnTo>
                <a:lnTo>
                  <a:pt x="904065" y="1273082"/>
                </a:lnTo>
                <a:lnTo>
                  <a:pt x="904065" y="1328489"/>
                </a:lnTo>
                <a:cubicBezTo>
                  <a:pt x="904065" y="1332841"/>
                  <a:pt x="905332" y="1336099"/>
                  <a:pt x="907856" y="1338271"/>
                </a:cubicBezTo>
                <a:cubicBezTo>
                  <a:pt x="910390" y="1340452"/>
                  <a:pt x="913686" y="1341547"/>
                  <a:pt x="917762" y="1341547"/>
                </a:cubicBezTo>
                <a:cubicBezTo>
                  <a:pt x="921258" y="1341547"/>
                  <a:pt x="924639" y="1341185"/>
                  <a:pt x="927878" y="1340481"/>
                </a:cubicBezTo>
                <a:cubicBezTo>
                  <a:pt x="931097" y="1339785"/>
                  <a:pt x="934317" y="1338937"/>
                  <a:pt x="937565" y="1337966"/>
                </a:cubicBezTo>
                <a:lnTo>
                  <a:pt x="937565" y="1361350"/>
                </a:lnTo>
                <a:cubicBezTo>
                  <a:pt x="934183" y="1362750"/>
                  <a:pt x="930002" y="1363969"/>
                  <a:pt x="925030" y="1365036"/>
                </a:cubicBezTo>
                <a:cubicBezTo>
                  <a:pt x="920039" y="1366074"/>
                  <a:pt x="914591" y="1366608"/>
                  <a:pt x="908695" y="1366608"/>
                </a:cubicBezTo>
                <a:cubicBezTo>
                  <a:pt x="901818" y="1366608"/>
                  <a:pt x="895664" y="1365474"/>
                  <a:pt x="890264" y="1363236"/>
                </a:cubicBezTo>
                <a:cubicBezTo>
                  <a:pt x="884863" y="1360988"/>
                  <a:pt x="880586" y="1357092"/>
                  <a:pt x="877424" y="1351539"/>
                </a:cubicBezTo>
                <a:cubicBezTo>
                  <a:pt x="874252" y="1346005"/>
                  <a:pt x="872681" y="1338309"/>
                  <a:pt x="872681" y="1328489"/>
                </a:cubicBezTo>
                <a:lnTo>
                  <a:pt x="872681" y="1273082"/>
                </a:lnTo>
                <a:lnTo>
                  <a:pt x="857736" y="1273082"/>
                </a:lnTo>
                <a:lnTo>
                  <a:pt x="857736" y="1259813"/>
                </a:lnTo>
                <a:lnTo>
                  <a:pt x="874995" y="1249269"/>
                </a:lnTo>
                <a:close/>
                <a:moveTo>
                  <a:pt x="0" y="1214095"/>
                </a:moveTo>
                <a:lnTo>
                  <a:pt x="31814" y="1214095"/>
                </a:lnTo>
                <a:lnTo>
                  <a:pt x="31814" y="1306154"/>
                </a:lnTo>
                <a:cubicBezTo>
                  <a:pt x="31814" y="1318508"/>
                  <a:pt x="34328" y="1327214"/>
                  <a:pt x="39386" y="1332272"/>
                </a:cubicBezTo>
                <a:cubicBezTo>
                  <a:pt x="44444" y="1337330"/>
                  <a:pt x="51949" y="1339854"/>
                  <a:pt x="61932" y="1339854"/>
                </a:cubicBezTo>
                <a:cubicBezTo>
                  <a:pt x="72314" y="1339854"/>
                  <a:pt x="79877" y="1337120"/>
                  <a:pt x="84572" y="1331643"/>
                </a:cubicBezTo>
                <a:cubicBezTo>
                  <a:pt x="89268" y="1326166"/>
                  <a:pt x="91640" y="1317603"/>
                  <a:pt x="91640" y="1305945"/>
                </a:cubicBezTo>
                <a:lnTo>
                  <a:pt x="91640" y="1214095"/>
                </a:lnTo>
                <a:lnTo>
                  <a:pt x="123434" y="1214095"/>
                </a:lnTo>
                <a:lnTo>
                  <a:pt x="123434" y="1311412"/>
                </a:lnTo>
                <a:cubicBezTo>
                  <a:pt x="123434" y="1321814"/>
                  <a:pt x="121158" y="1331196"/>
                  <a:pt x="116596" y="1339539"/>
                </a:cubicBezTo>
                <a:cubicBezTo>
                  <a:pt x="112033" y="1347893"/>
                  <a:pt x="105146" y="1354494"/>
                  <a:pt x="95955" y="1359342"/>
                </a:cubicBezTo>
                <a:cubicBezTo>
                  <a:pt x="86754" y="1364190"/>
                  <a:pt x="75133" y="1366609"/>
                  <a:pt x="61093" y="1366609"/>
                </a:cubicBezTo>
                <a:cubicBezTo>
                  <a:pt x="41158" y="1366609"/>
                  <a:pt x="25984" y="1361514"/>
                  <a:pt x="15592" y="1351331"/>
                </a:cubicBezTo>
                <a:cubicBezTo>
                  <a:pt x="5191" y="1341149"/>
                  <a:pt x="0" y="1327709"/>
                  <a:pt x="0" y="1311003"/>
                </a:cubicBezTo>
                <a:close/>
                <a:moveTo>
                  <a:pt x="1028548" y="1206089"/>
                </a:moveTo>
                <a:cubicBezTo>
                  <a:pt x="1032472" y="1206089"/>
                  <a:pt x="1035882" y="1207194"/>
                  <a:pt x="1038768" y="1209366"/>
                </a:cubicBezTo>
                <a:cubicBezTo>
                  <a:pt x="1041644" y="1211547"/>
                  <a:pt x="1043083" y="1215091"/>
                  <a:pt x="1043083" y="1219996"/>
                </a:cubicBezTo>
                <a:cubicBezTo>
                  <a:pt x="1043083" y="1224644"/>
                  <a:pt x="1041644" y="1228083"/>
                  <a:pt x="1038768" y="1230331"/>
                </a:cubicBezTo>
                <a:cubicBezTo>
                  <a:pt x="1035882" y="1232579"/>
                  <a:pt x="1032472" y="1233693"/>
                  <a:pt x="1028548" y="1233693"/>
                </a:cubicBezTo>
                <a:cubicBezTo>
                  <a:pt x="1024490" y="1233693"/>
                  <a:pt x="1021042" y="1232579"/>
                  <a:pt x="1018232" y="1230331"/>
                </a:cubicBezTo>
                <a:cubicBezTo>
                  <a:pt x="1015422" y="1228083"/>
                  <a:pt x="1014012" y="1224644"/>
                  <a:pt x="1014012" y="1219996"/>
                </a:cubicBezTo>
                <a:cubicBezTo>
                  <a:pt x="1014012" y="1215091"/>
                  <a:pt x="1015422" y="1211547"/>
                  <a:pt x="1018232" y="1209366"/>
                </a:cubicBezTo>
                <a:cubicBezTo>
                  <a:pt x="1021042" y="1207194"/>
                  <a:pt x="1024490" y="1206089"/>
                  <a:pt x="1028548" y="1206089"/>
                </a:cubicBezTo>
                <a:close/>
                <a:moveTo>
                  <a:pt x="986847" y="1206089"/>
                </a:moveTo>
                <a:cubicBezTo>
                  <a:pt x="990771" y="1206089"/>
                  <a:pt x="994181" y="1207194"/>
                  <a:pt x="997058" y="1209366"/>
                </a:cubicBezTo>
                <a:cubicBezTo>
                  <a:pt x="999935" y="1211547"/>
                  <a:pt x="1001382" y="1215091"/>
                  <a:pt x="1001382" y="1219996"/>
                </a:cubicBezTo>
                <a:cubicBezTo>
                  <a:pt x="1001382" y="1224644"/>
                  <a:pt x="999935" y="1228083"/>
                  <a:pt x="997058" y="1230331"/>
                </a:cubicBezTo>
                <a:cubicBezTo>
                  <a:pt x="994181" y="1232579"/>
                  <a:pt x="990771" y="1233693"/>
                  <a:pt x="986847" y="1233693"/>
                </a:cubicBezTo>
                <a:cubicBezTo>
                  <a:pt x="982913" y="1233693"/>
                  <a:pt x="979541" y="1232579"/>
                  <a:pt x="976732" y="1230331"/>
                </a:cubicBezTo>
                <a:cubicBezTo>
                  <a:pt x="973922" y="1228083"/>
                  <a:pt x="972531" y="1224644"/>
                  <a:pt x="972531" y="1219996"/>
                </a:cubicBezTo>
                <a:cubicBezTo>
                  <a:pt x="972531" y="1215091"/>
                  <a:pt x="973922" y="1211547"/>
                  <a:pt x="976732" y="1209366"/>
                </a:cubicBezTo>
                <a:cubicBezTo>
                  <a:pt x="979541" y="1207194"/>
                  <a:pt x="982913" y="1206089"/>
                  <a:pt x="986847" y="1206089"/>
                </a:cubicBezTo>
                <a:close/>
                <a:moveTo>
                  <a:pt x="820859" y="1204414"/>
                </a:moveTo>
                <a:cubicBezTo>
                  <a:pt x="825488" y="1204414"/>
                  <a:pt x="829498" y="1205509"/>
                  <a:pt x="832860" y="1207691"/>
                </a:cubicBezTo>
                <a:cubicBezTo>
                  <a:pt x="836232" y="1209862"/>
                  <a:pt x="837918" y="1213891"/>
                  <a:pt x="837918" y="1219787"/>
                </a:cubicBezTo>
                <a:cubicBezTo>
                  <a:pt x="837918" y="1225550"/>
                  <a:pt x="836232" y="1229560"/>
                  <a:pt x="832860" y="1231808"/>
                </a:cubicBezTo>
                <a:cubicBezTo>
                  <a:pt x="829498" y="1234056"/>
                  <a:pt x="825488" y="1235170"/>
                  <a:pt x="820859" y="1235170"/>
                </a:cubicBezTo>
                <a:cubicBezTo>
                  <a:pt x="816077" y="1235170"/>
                  <a:pt x="812048" y="1234056"/>
                  <a:pt x="808762" y="1231808"/>
                </a:cubicBezTo>
                <a:cubicBezTo>
                  <a:pt x="805447" y="1229560"/>
                  <a:pt x="803809" y="1225550"/>
                  <a:pt x="803809" y="1219787"/>
                </a:cubicBezTo>
                <a:cubicBezTo>
                  <a:pt x="803809" y="1213891"/>
                  <a:pt x="805447" y="1209862"/>
                  <a:pt x="808762" y="1207691"/>
                </a:cubicBezTo>
                <a:cubicBezTo>
                  <a:pt x="812048" y="1205509"/>
                  <a:pt x="816077" y="1204414"/>
                  <a:pt x="820859" y="1204414"/>
                </a:cubicBezTo>
                <a:close/>
                <a:moveTo>
                  <a:pt x="311957" y="1204414"/>
                </a:moveTo>
                <a:cubicBezTo>
                  <a:pt x="316586" y="1204414"/>
                  <a:pt x="320596" y="1205509"/>
                  <a:pt x="323959" y="1207691"/>
                </a:cubicBezTo>
                <a:cubicBezTo>
                  <a:pt x="327331" y="1209862"/>
                  <a:pt x="329016" y="1213891"/>
                  <a:pt x="329016" y="1219787"/>
                </a:cubicBezTo>
                <a:cubicBezTo>
                  <a:pt x="329016" y="1225550"/>
                  <a:pt x="327331" y="1229560"/>
                  <a:pt x="323959" y="1231808"/>
                </a:cubicBezTo>
                <a:cubicBezTo>
                  <a:pt x="320596" y="1234056"/>
                  <a:pt x="316586" y="1235170"/>
                  <a:pt x="311957" y="1235170"/>
                </a:cubicBezTo>
                <a:cubicBezTo>
                  <a:pt x="307176" y="1235170"/>
                  <a:pt x="303147" y="1234056"/>
                  <a:pt x="299860" y="1231808"/>
                </a:cubicBezTo>
                <a:cubicBezTo>
                  <a:pt x="296546" y="1229560"/>
                  <a:pt x="294907" y="1225550"/>
                  <a:pt x="294907" y="1219787"/>
                </a:cubicBezTo>
                <a:cubicBezTo>
                  <a:pt x="294907" y="1213891"/>
                  <a:pt x="296546" y="1209862"/>
                  <a:pt x="299860" y="1207691"/>
                </a:cubicBezTo>
                <a:cubicBezTo>
                  <a:pt x="303147" y="1205509"/>
                  <a:pt x="307176" y="1204414"/>
                  <a:pt x="311957" y="1204414"/>
                </a:cubicBezTo>
                <a:close/>
                <a:moveTo>
                  <a:pt x="498587" y="809418"/>
                </a:moveTo>
                <a:cubicBezTo>
                  <a:pt x="442199" y="806941"/>
                  <a:pt x="396784" y="887589"/>
                  <a:pt x="382239" y="936138"/>
                </a:cubicBezTo>
                <a:cubicBezTo>
                  <a:pt x="378239" y="949511"/>
                  <a:pt x="369714" y="986630"/>
                  <a:pt x="366628" y="998860"/>
                </a:cubicBezTo>
                <a:cubicBezTo>
                  <a:pt x="387992" y="1004061"/>
                  <a:pt x="444628" y="1015444"/>
                  <a:pt x="505455" y="1012757"/>
                </a:cubicBezTo>
                <a:cubicBezTo>
                  <a:pt x="515961" y="943272"/>
                  <a:pt x="531543" y="858519"/>
                  <a:pt x="536887" y="830316"/>
                </a:cubicBezTo>
                <a:lnTo>
                  <a:pt x="536868" y="830306"/>
                </a:lnTo>
                <a:cubicBezTo>
                  <a:pt x="523819" y="817638"/>
                  <a:pt x="510589" y="809894"/>
                  <a:pt x="498587" y="809418"/>
                </a:cubicBezTo>
                <a:close/>
                <a:moveTo>
                  <a:pt x="55989" y="805169"/>
                </a:moveTo>
                <a:lnTo>
                  <a:pt x="33805" y="822648"/>
                </a:lnTo>
                <a:cubicBezTo>
                  <a:pt x="42539" y="836764"/>
                  <a:pt x="58418" y="856881"/>
                  <a:pt x="76496" y="875426"/>
                </a:cubicBezTo>
                <a:cubicBezTo>
                  <a:pt x="82325" y="868863"/>
                  <a:pt x="91698" y="858043"/>
                  <a:pt x="97175" y="852233"/>
                </a:cubicBezTo>
                <a:cubicBezTo>
                  <a:pt x="82992" y="838098"/>
                  <a:pt x="66447" y="818428"/>
                  <a:pt x="55989" y="805169"/>
                </a:cubicBezTo>
                <a:close/>
                <a:moveTo>
                  <a:pt x="280760" y="793873"/>
                </a:moveTo>
                <a:cubicBezTo>
                  <a:pt x="274616" y="816752"/>
                  <a:pt x="267139" y="841650"/>
                  <a:pt x="257366" y="868682"/>
                </a:cubicBezTo>
                <a:cubicBezTo>
                  <a:pt x="264072" y="905887"/>
                  <a:pt x="284646" y="932338"/>
                  <a:pt x="292323" y="938796"/>
                </a:cubicBezTo>
                <a:cubicBezTo>
                  <a:pt x="301534" y="939263"/>
                  <a:pt x="332480" y="932319"/>
                  <a:pt x="367247" y="900086"/>
                </a:cubicBezTo>
                <a:cubicBezTo>
                  <a:pt x="376191" y="872949"/>
                  <a:pt x="386478" y="844870"/>
                  <a:pt x="398660" y="818590"/>
                </a:cubicBezTo>
                <a:lnTo>
                  <a:pt x="398670" y="818571"/>
                </a:lnTo>
                <a:cubicBezTo>
                  <a:pt x="373657" y="816333"/>
                  <a:pt x="330042" y="810246"/>
                  <a:pt x="280760" y="793873"/>
                </a:cubicBezTo>
                <a:close/>
                <a:moveTo>
                  <a:pt x="212037" y="791444"/>
                </a:moveTo>
                <a:cubicBezTo>
                  <a:pt x="194416" y="794178"/>
                  <a:pt x="156744" y="823143"/>
                  <a:pt x="116349" y="868501"/>
                </a:cubicBezTo>
                <a:cubicBezTo>
                  <a:pt x="130884" y="882684"/>
                  <a:pt x="165764" y="914926"/>
                  <a:pt x="201312" y="934405"/>
                </a:cubicBezTo>
                <a:cubicBezTo>
                  <a:pt x="211608" y="912173"/>
                  <a:pt x="221219" y="888485"/>
                  <a:pt x="227991" y="866920"/>
                </a:cubicBezTo>
                <a:lnTo>
                  <a:pt x="227953" y="866673"/>
                </a:lnTo>
                <a:lnTo>
                  <a:pt x="228077" y="866653"/>
                </a:lnTo>
                <a:cubicBezTo>
                  <a:pt x="236383" y="840145"/>
                  <a:pt x="240355" y="816885"/>
                  <a:pt x="235849" y="803655"/>
                </a:cubicBezTo>
                <a:cubicBezTo>
                  <a:pt x="231535" y="790996"/>
                  <a:pt x="221781" y="789930"/>
                  <a:pt x="212037" y="791444"/>
                </a:cubicBezTo>
                <a:close/>
                <a:moveTo>
                  <a:pt x="885797" y="776071"/>
                </a:moveTo>
                <a:lnTo>
                  <a:pt x="885769" y="776109"/>
                </a:lnTo>
                <a:cubicBezTo>
                  <a:pt x="791614" y="926394"/>
                  <a:pt x="623545" y="977658"/>
                  <a:pt x="623545" y="977658"/>
                </a:cubicBezTo>
                <a:cubicBezTo>
                  <a:pt x="623545" y="977658"/>
                  <a:pt x="591056" y="893362"/>
                  <a:pt x="559166" y="856414"/>
                </a:cubicBezTo>
                <a:cubicBezTo>
                  <a:pt x="551270" y="899391"/>
                  <a:pt x="536925" y="979582"/>
                  <a:pt x="528486" y="1039313"/>
                </a:cubicBezTo>
                <a:cubicBezTo>
                  <a:pt x="588322" y="1032817"/>
                  <a:pt x="783423" y="990736"/>
                  <a:pt x="911724" y="797264"/>
                </a:cubicBezTo>
                <a:close/>
                <a:moveTo>
                  <a:pt x="347035" y="617898"/>
                </a:moveTo>
                <a:cubicBezTo>
                  <a:pt x="257528" y="643073"/>
                  <a:pt x="108262" y="737428"/>
                  <a:pt x="65009" y="772394"/>
                </a:cubicBezTo>
                <a:cubicBezTo>
                  <a:pt x="75096" y="786177"/>
                  <a:pt x="94413" y="812780"/>
                  <a:pt x="114768" y="833125"/>
                </a:cubicBezTo>
                <a:cubicBezTo>
                  <a:pt x="199931" y="752439"/>
                  <a:pt x="227610" y="761497"/>
                  <a:pt x="238145" y="764784"/>
                </a:cubicBezTo>
                <a:cubicBezTo>
                  <a:pt x="246937" y="767517"/>
                  <a:pt x="253090" y="775471"/>
                  <a:pt x="256785" y="785386"/>
                </a:cubicBezTo>
                <a:lnTo>
                  <a:pt x="257814" y="785481"/>
                </a:lnTo>
                <a:cubicBezTo>
                  <a:pt x="266434" y="751210"/>
                  <a:pt x="292304" y="662542"/>
                  <a:pt x="347501" y="618651"/>
                </a:cubicBezTo>
                <a:close/>
                <a:moveTo>
                  <a:pt x="620097" y="588666"/>
                </a:moveTo>
                <a:cubicBezTo>
                  <a:pt x="591913" y="617975"/>
                  <a:pt x="527629" y="656951"/>
                  <a:pt x="448952" y="658189"/>
                </a:cubicBezTo>
                <a:cubicBezTo>
                  <a:pt x="410852" y="659047"/>
                  <a:pt x="391707" y="644854"/>
                  <a:pt x="391707" y="644854"/>
                </a:cubicBezTo>
                <a:lnTo>
                  <a:pt x="392278" y="611298"/>
                </a:lnTo>
                <a:cubicBezTo>
                  <a:pt x="332157" y="650360"/>
                  <a:pt x="306611" y="704147"/>
                  <a:pt x="287713" y="768079"/>
                </a:cubicBezTo>
                <a:cubicBezTo>
                  <a:pt x="343149" y="786720"/>
                  <a:pt x="391688" y="791549"/>
                  <a:pt x="411424" y="792787"/>
                </a:cubicBezTo>
                <a:lnTo>
                  <a:pt x="411424" y="792777"/>
                </a:lnTo>
                <a:cubicBezTo>
                  <a:pt x="434665" y="749439"/>
                  <a:pt x="463392" y="712682"/>
                  <a:pt x="500959" y="699147"/>
                </a:cubicBezTo>
                <a:cubicBezTo>
                  <a:pt x="577568" y="671534"/>
                  <a:pt x="621107" y="589514"/>
                  <a:pt x="621107" y="589514"/>
                </a:cubicBezTo>
                <a:close/>
                <a:moveTo>
                  <a:pt x="658693" y="560177"/>
                </a:moveTo>
                <a:cubicBezTo>
                  <a:pt x="643929" y="600944"/>
                  <a:pt x="609306" y="682811"/>
                  <a:pt x="511674" y="721959"/>
                </a:cubicBezTo>
                <a:cubicBezTo>
                  <a:pt x="481956" y="733865"/>
                  <a:pt x="450010" y="768879"/>
                  <a:pt x="430998" y="812732"/>
                </a:cubicBezTo>
                <a:lnTo>
                  <a:pt x="432512" y="813237"/>
                </a:lnTo>
                <a:cubicBezTo>
                  <a:pt x="446371" y="797188"/>
                  <a:pt x="469717" y="778680"/>
                  <a:pt x="495539" y="778871"/>
                </a:cubicBezTo>
                <a:cubicBezTo>
                  <a:pt x="559538" y="779443"/>
                  <a:pt x="620307" y="901458"/>
                  <a:pt x="638785" y="943844"/>
                </a:cubicBezTo>
                <a:cubicBezTo>
                  <a:pt x="757762" y="891056"/>
                  <a:pt x="841125" y="813399"/>
                  <a:pt x="879292" y="732389"/>
                </a:cubicBezTo>
                <a:cubicBezTo>
                  <a:pt x="809759" y="656094"/>
                  <a:pt x="703936" y="588371"/>
                  <a:pt x="658693" y="560177"/>
                </a:cubicBezTo>
                <a:close/>
                <a:moveTo>
                  <a:pt x="359520" y="295985"/>
                </a:moveTo>
                <a:cubicBezTo>
                  <a:pt x="376432" y="295487"/>
                  <a:pt x="398103" y="299224"/>
                  <a:pt x="417767" y="315864"/>
                </a:cubicBezTo>
                <a:lnTo>
                  <a:pt x="411262" y="329637"/>
                </a:lnTo>
                <a:cubicBezTo>
                  <a:pt x="411262" y="329637"/>
                  <a:pt x="387154" y="319740"/>
                  <a:pt x="378991" y="320750"/>
                </a:cubicBezTo>
                <a:lnTo>
                  <a:pt x="378610" y="322331"/>
                </a:lnTo>
                <a:cubicBezTo>
                  <a:pt x="383820" y="328913"/>
                  <a:pt x="381067" y="338219"/>
                  <a:pt x="375867" y="342086"/>
                </a:cubicBezTo>
                <a:lnTo>
                  <a:pt x="357884" y="344353"/>
                </a:lnTo>
                <a:lnTo>
                  <a:pt x="352073" y="328218"/>
                </a:lnTo>
                <a:lnTo>
                  <a:pt x="350216" y="323103"/>
                </a:lnTo>
                <a:cubicBezTo>
                  <a:pt x="345111" y="324750"/>
                  <a:pt x="342177" y="326589"/>
                  <a:pt x="341634" y="327008"/>
                </a:cubicBezTo>
                <a:lnTo>
                  <a:pt x="329833" y="301509"/>
                </a:lnTo>
                <a:cubicBezTo>
                  <a:pt x="330457" y="301214"/>
                  <a:pt x="342608" y="296483"/>
                  <a:pt x="359520" y="295985"/>
                </a:cubicBezTo>
                <a:close/>
                <a:moveTo>
                  <a:pt x="333281" y="229802"/>
                </a:moveTo>
                <a:cubicBezTo>
                  <a:pt x="327585" y="242328"/>
                  <a:pt x="319260" y="258644"/>
                  <a:pt x="316021" y="268579"/>
                </a:cubicBezTo>
                <a:cubicBezTo>
                  <a:pt x="309744" y="287848"/>
                  <a:pt x="315602" y="311670"/>
                  <a:pt x="315602" y="311670"/>
                </a:cubicBezTo>
                <a:cubicBezTo>
                  <a:pt x="315602" y="311670"/>
                  <a:pt x="293599" y="359676"/>
                  <a:pt x="272073" y="402348"/>
                </a:cubicBezTo>
                <a:cubicBezTo>
                  <a:pt x="265596" y="415206"/>
                  <a:pt x="265224" y="423674"/>
                  <a:pt x="266939" y="426913"/>
                </a:cubicBezTo>
                <a:cubicBezTo>
                  <a:pt x="267891" y="428722"/>
                  <a:pt x="269444" y="430189"/>
                  <a:pt x="272768" y="430951"/>
                </a:cubicBezTo>
                <a:cubicBezTo>
                  <a:pt x="276083" y="431704"/>
                  <a:pt x="301124" y="426351"/>
                  <a:pt x="301124" y="426351"/>
                </a:cubicBezTo>
                <a:cubicBezTo>
                  <a:pt x="301124" y="426351"/>
                  <a:pt x="309840" y="431799"/>
                  <a:pt x="307325" y="460364"/>
                </a:cubicBezTo>
                <a:cubicBezTo>
                  <a:pt x="328861" y="464889"/>
                  <a:pt x="346730" y="463975"/>
                  <a:pt x="367294" y="460069"/>
                </a:cubicBezTo>
                <a:lnTo>
                  <a:pt x="370476" y="476071"/>
                </a:lnTo>
                <a:cubicBezTo>
                  <a:pt x="348635" y="484625"/>
                  <a:pt x="328823" y="487616"/>
                  <a:pt x="317507" y="488349"/>
                </a:cubicBezTo>
                <a:cubicBezTo>
                  <a:pt x="320936" y="492845"/>
                  <a:pt x="326785" y="499579"/>
                  <a:pt x="326785" y="499579"/>
                </a:cubicBezTo>
                <a:cubicBezTo>
                  <a:pt x="326785" y="499579"/>
                  <a:pt x="325603" y="512361"/>
                  <a:pt x="325508" y="517505"/>
                </a:cubicBezTo>
                <a:cubicBezTo>
                  <a:pt x="325137" y="538793"/>
                  <a:pt x="340101" y="546632"/>
                  <a:pt x="352835" y="545137"/>
                </a:cubicBezTo>
                <a:cubicBezTo>
                  <a:pt x="388640" y="540936"/>
                  <a:pt x="453810" y="520839"/>
                  <a:pt x="483442" y="465975"/>
                </a:cubicBezTo>
                <a:lnTo>
                  <a:pt x="497920" y="474833"/>
                </a:lnTo>
                <a:cubicBezTo>
                  <a:pt x="477241" y="513028"/>
                  <a:pt x="446666" y="537698"/>
                  <a:pt x="416281" y="552843"/>
                </a:cubicBezTo>
                <a:lnTo>
                  <a:pt x="417329" y="627805"/>
                </a:lnTo>
                <a:cubicBezTo>
                  <a:pt x="480766" y="648855"/>
                  <a:pt x="581826" y="603897"/>
                  <a:pt x="633842" y="546175"/>
                </a:cubicBezTo>
                <a:cubicBezTo>
                  <a:pt x="599419" y="527154"/>
                  <a:pt x="591599" y="489435"/>
                  <a:pt x="592361" y="461431"/>
                </a:cubicBezTo>
                <a:cubicBezTo>
                  <a:pt x="582531" y="458650"/>
                  <a:pt x="554261" y="441591"/>
                  <a:pt x="537535" y="414940"/>
                </a:cubicBezTo>
                <a:cubicBezTo>
                  <a:pt x="531363" y="420798"/>
                  <a:pt x="517389" y="431170"/>
                  <a:pt x="502264" y="429265"/>
                </a:cubicBezTo>
                <a:cubicBezTo>
                  <a:pt x="493062" y="428103"/>
                  <a:pt x="485719" y="423017"/>
                  <a:pt x="480004" y="414635"/>
                </a:cubicBezTo>
                <a:lnTo>
                  <a:pt x="487624" y="402062"/>
                </a:lnTo>
                <a:cubicBezTo>
                  <a:pt x="493910" y="407967"/>
                  <a:pt x="500644" y="407282"/>
                  <a:pt x="503435" y="407110"/>
                </a:cubicBezTo>
                <a:cubicBezTo>
                  <a:pt x="512894" y="406520"/>
                  <a:pt x="522219" y="398109"/>
                  <a:pt x="527010" y="390442"/>
                </a:cubicBezTo>
                <a:cubicBezTo>
                  <a:pt x="534849" y="377907"/>
                  <a:pt x="556042" y="335396"/>
                  <a:pt x="528200" y="324338"/>
                </a:cubicBezTo>
                <a:cubicBezTo>
                  <a:pt x="508522" y="316518"/>
                  <a:pt x="487433" y="343102"/>
                  <a:pt x="487433" y="343102"/>
                </a:cubicBezTo>
                <a:lnTo>
                  <a:pt x="460763" y="335768"/>
                </a:lnTo>
                <a:cubicBezTo>
                  <a:pt x="462144" y="307126"/>
                  <a:pt x="454896" y="260816"/>
                  <a:pt x="424044" y="247728"/>
                </a:cubicBezTo>
                <a:cubicBezTo>
                  <a:pt x="388183" y="232526"/>
                  <a:pt x="333690" y="229859"/>
                  <a:pt x="333281" y="229802"/>
                </a:cubicBezTo>
                <a:close/>
                <a:moveTo>
                  <a:pt x="434203" y="166755"/>
                </a:moveTo>
                <a:cubicBezTo>
                  <a:pt x="414841" y="166562"/>
                  <a:pt x="394407" y="167878"/>
                  <a:pt x="372952" y="171081"/>
                </a:cubicBezTo>
                <a:cubicBezTo>
                  <a:pt x="366666" y="175367"/>
                  <a:pt x="355388" y="186768"/>
                  <a:pt x="346054" y="205152"/>
                </a:cubicBezTo>
                <a:cubicBezTo>
                  <a:pt x="377391" y="209438"/>
                  <a:pt x="414386" y="214134"/>
                  <a:pt x="433712" y="223087"/>
                </a:cubicBezTo>
                <a:cubicBezTo>
                  <a:pt x="473174" y="241413"/>
                  <a:pt x="483776" y="293344"/>
                  <a:pt x="481842" y="316709"/>
                </a:cubicBezTo>
                <a:lnTo>
                  <a:pt x="483271" y="317128"/>
                </a:lnTo>
                <a:cubicBezTo>
                  <a:pt x="496377" y="301830"/>
                  <a:pt x="516503" y="291582"/>
                  <a:pt x="539802" y="301964"/>
                </a:cubicBezTo>
                <a:cubicBezTo>
                  <a:pt x="554661" y="308536"/>
                  <a:pt x="561995" y="317442"/>
                  <a:pt x="565805" y="331158"/>
                </a:cubicBezTo>
                <a:cubicBezTo>
                  <a:pt x="570472" y="347827"/>
                  <a:pt x="566557" y="369734"/>
                  <a:pt x="553699" y="393070"/>
                </a:cubicBezTo>
                <a:cubicBezTo>
                  <a:pt x="560271" y="404786"/>
                  <a:pt x="577235" y="431504"/>
                  <a:pt x="608829" y="441591"/>
                </a:cubicBezTo>
                <a:cubicBezTo>
                  <a:pt x="628451" y="433304"/>
                  <a:pt x="697269" y="369620"/>
                  <a:pt x="665646" y="263416"/>
                </a:cubicBezTo>
                <a:cubicBezTo>
                  <a:pt x="652728" y="243414"/>
                  <a:pt x="569735" y="168105"/>
                  <a:pt x="434203" y="166755"/>
                </a:cubicBezTo>
                <a:close/>
                <a:moveTo>
                  <a:pt x="515050" y="25991"/>
                </a:moveTo>
                <a:cubicBezTo>
                  <a:pt x="488319" y="24434"/>
                  <a:pt x="459568" y="25315"/>
                  <a:pt x="428978" y="29101"/>
                </a:cubicBezTo>
                <a:cubicBezTo>
                  <a:pt x="427083" y="42979"/>
                  <a:pt x="424883" y="60172"/>
                  <a:pt x="439056" y="93976"/>
                </a:cubicBezTo>
                <a:lnTo>
                  <a:pt x="420196" y="97681"/>
                </a:lnTo>
                <a:cubicBezTo>
                  <a:pt x="401718" y="64706"/>
                  <a:pt x="399813" y="47780"/>
                  <a:pt x="400546" y="31635"/>
                </a:cubicBezTo>
                <a:cubicBezTo>
                  <a:pt x="359836" y="33454"/>
                  <a:pt x="321689" y="38321"/>
                  <a:pt x="287342" y="49637"/>
                </a:cubicBezTo>
                <a:cubicBezTo>
                  <a:pt x="242393" y="64448"/>
                  <a:pt x="204093" y="90175"/>
                  <a:pt x="169784" y="122560"/>
                </a:cubicBezTo>
                <a:cubicBezTo>
                  <a:pt x="181643" y="136334"/>
                  <a:pt x="201521" y="155498"/>
                  <a:pt x="240050" y="169966"/>
                </a:cubicBezTo>
                <a:lnTo>
                  <a:pt x="231115" y="187064"/>
                </a:lnTo>
                <a:cubicBezTo>
                  <a:pt x="193730" y="173033"/>
                  <a:pt x="165602" y="156822"/>
                  <a:pt x="147257" y="138801"/>
                </a:cubicBezTo>
                <a:cubicBezTo>
                  <a:pt x="96613" y="171062"/>
                  <a:pt x="69857" y="218582"/>
                  <a:pt x="67028" y="260501"/>
                </a:cubicBezTo>
                <a:cubicBezTo>
                  <a:pt x="64790" y="293677"/>
                  <a:pt x="75506" y="322071"/>
                  <a:pt x="93698" y="334244"/>
                </a:cubicBezTo>
                <a:cubicBezTo>
                  <a:pt x="119663" y="351608"/>
                  <a:pt x="168108" y="329310"/>
                  <a:pt x="211361" y="296811"/>
                </a:cubicBezTo>
                <a:lnTo>
                  <a:pt x="222562" y="311155"/>
                </a:lnTo>
                <a:cubicBezTo>
                  <a:pt x="186729" y="339407"/>
                  <a:pt x="159316" y="354332"/>
                  <a:pt x="137780" y="360752"/>
                </a:cubicBezTo>
                <a:cubicBezTo>
                  <a:pt x="172984" y="404700"/>
                  <a:pt x="232049" y="388746"/>
                  <a:pt x="250108" y="383888"/>
                </a:cubicBezTo>
                <a:cubicBezTo>
                  <a:pt x="267615" y="350379"/>
                  <a:pt x="281960" y="322814"/>
                  <a:pt x="288456" y="308917"/>
                </a:cubicBezTo>
                <a:cubicBezTo>
                  <a:pt x="287027" y="299583"/>
                  <a:pt x="284855" y="275970"/>
                  <a:pt x="291142" y="257873"/>
                </a:cubicBezTo>
                <a:cubicBezTo>
                  <a:pt x="295905" y="244252"/>
                  <a:pt x="314850" y="202066"/>
                  <a:pt x="335386" y="176643"/>
                </a:cubicBezTo>
                <a:lnTo>
                  <a:pt x="335081" y="176081"/>
                </a:lnTo>
                <a:cubicBezTo>
                  <a:pt x="335081" y="176081"/>
                  <a:pt x="308296" y="181368"/>
                  <a:pt x="293885" y="185463"/>
                </a:cubicBezTo>
                <a:lnTo>
                  <a:pt x="288170" y="170033"/>
                </a:lnTo>
                <a:cubicBezTo>
                  <a:pt x="314793" y="159651"/>
                  <a:pt x="413519" y="125418"/>
                  <a:pt x="536582" y="157651"/>
                </a:cubicBezTo>
                <a:cubicBezTo>
                  <a:pt x="647596" y="186721"/>
                  <a:pt x="685839" y="250614"/>
                  <a:pt x="685839" y="250614"/>
                </a:cubicBezTo>
                <a:cubicBezTo>
                  <a:pt x="686106" y="251224"/>
                  <a:pt x="713433" y="321261"/>
                  <a:pt x="683467" y="389822"/>
                </a:cubicBezTo>
                <a:cubicBezTo>
                  <a:pt x="726444" y="392413"/>
                  <a:pt x="787233" y="379850"/>
                  <a:pt x="797805" y="331558"/>
                </a:cubicBezTo>
                <a:lnTo>
                  <a:pt x="797758" y="331577"/>
                </a:lnTo>
                <a:lnTo>
                  <a:pt x="797472" y="331672"/>
                </a:lnTo>
                <a:lnTo>
                  <a:pt x="797472" y="331577"/>
                </a:lnTo>
                <a:lnTo>
                  <a:pt x="796329" y="330720"/>
                </a:lnTo>
                <a:cubicBezTo>
                  <a:pt x="773221" y="343874"/>
                  <a:pt x="743370" y="338626"/>
                  <a:pt x="735750" y="337101"/>
                </a:cubicBezTo>
                <a:lnTo>
                  <a:pt x="739179" y="319671"/>
                </a:lnTo>
                <a:cubicBezTo>
                  <a:pt x="768287" y="325376"/>
                  <a:pt x="793519" y="310031"/>
                  <a:pt x="805273" y="297706"/>
                </a:cubicBezTo>
                <a:cubicBezTo>
                  <a:pt x="819951" y="282314"/>
                  <a:pt x="824228" y="261501"/>
                  <a:pt x="823199" y="241004"/>
                </a:cubicBezTo>
                <a:cubicBezTo>
                  <a:pt x="820141" y="179949"/>
                  <a:pt x="764096" y="137467"/>
                  <a:pt x="736598" y="120132"/>
                </a:cubicBezTo>
                <a:cubicBezTo>
                  <a:pt x="728540" y="133505"/>
                  <a:pt x="712061" y="151383"/>
                  <a:pt x="678257" y="165070"/>
                </a:cubicBezTo>
                <a:lnTo>
                  <a:pt x="664303" y="153831"/>
                </a:lnTo>
                <a:cubicBezTo>
                  <a:pt x="694335" y="135105"/>
                  <a:pt x="707451" y="115312"/>
                  <a:pt x="713138" y="103253"/>
                </a:cubicBezTo>
                <a:cubicBezTo>
                  <a:pt x="685201" y="77564"/>
                  <a:pt x="643481" y="51951"/>
                  <a:pt x="588998" y="37512"/>
                </a:cubicBezTo>
                <a:cubicBezTo>
                  <a:pt x="566491" y="31545"/>
                  <a:pt x="541781" y="27549"/>
                  <a:pt x="515050" y="25991"/>
                </a:cubicBezTo>
                <a:close/>
                <a:moveTo>
                  <a:pt x="504384" y="146"/>
                </a:moveTo>
                <a:cubicBezTo>
                  <a:pt x="595551" y="2521"/>
                  <a:pt x="683124" y="33702"/>
                  <a:pt x="738931" y="90852"/>
                </a:cubicBezTo>
                <a:cubicBezTo>
                  <a:pt x="799891" y="130742"/>
                  <a:pt x="841430" y="163861"/>
                  <a:pt x="850545" y="236527"/>
                </a:cubicBezTo>
                <a:cubicBezTo>
                  <a:pt x="853736" y="262006"/>
                  <a:pt x="845754" y="290429"/>
                  <a:pt x="828019" y="312498"/>
                </a:cubicBezTo>
                <a:cubicBezTo>
                  <a:pt x="824656" y="400243"/>
                  <a:pt x="737588" y="419074"/>
                  <a:pt x="671866" y="411511"/>
                </a:cubicBezTo>
                <a:cubicBezTo>
                  <a:pt x="659255" y="438905"/>
                  <a:pt x="626213" y="460069"/>
                  <a:pt x="617640" y="464832"/>
                </a:cubicBezTo>
                <a:cubicBezTo>
                  <a:pt x="616897" y="490511"/>
                  <a:pt x="620659" y="504913"/>
                  <a:pt x="636738" y="518410"/>
                </a:cubicBezTo>
                <a:cubicBezTo>
                  <a:pt x="646148" y="526306"/>
                  <a:pt x="680438" y="546480"/>
                  <a:pt x="680438" y="546480"/>
                </a:cubicBezTo>
                <a:cubicBezTo>
                  <a:pt x="817598" y="625480"/>
                  <a:pt x="911391" y="729027"/>
                  <a:pt x="911391" y="729027"/>
                </a:cubicBezTo>
                <a:cubicBezTo>
                  <a:pt x="910915" y="730170"/>
                  <a:pt x="905009" y="741533"/>
                  <a:pt x="899961" y="751344"/>
                </a:cubicBezTo>
                <a:lnTo>
                  <a:pt x="899951" y="751363"/>
                </a:lnTo>
                <a:lnTo>
                  <a:pt x="943347" y="791482"/>
                </a:lnTo>
                <a:cubicBezTo>
                  <a:pt x="943347" y="791482"/>
                  <a:pt x="832057" y="1037294"/>
                  <a:pt x="497587" y="1068231"/>
                </a:cubicBezTo>
                <a:cubicBezTo>
                  <a:pt x="497587" y="1068231"/>
                  <a:pt x="501025" y="1041752"/>
                  <a:pt x="501730" y="1036694"/>
                </a:cubicBezTo>
                <a:cubicBezTo>
                  <a:pt x="452515" y="1040323"/>
                  <a:pt x="386621" y="1030569"/>
                  <a:pt x="360389" y="1024978"/>
                </a:cubicBezTo>
                <a:cubicBezTo>
                  <a:pt x="358179" y="1034770"/>
                  <a:pt x="356283" y="1043676"/>
                  <a:pt x="354750" y="1051191"/>
                </a:cubicBezTo>
                <a:lnTo>
                  <a:pt x="328747" y="1046047"/>
                </a:lnTo>
                <a:cubicBezTo>
                  <a:pt x="335576" y="1006757"/>
                  <a:pt x="351988" y="949273"/>
                  <a:pt x="353131" y="945559"/>
                </a:cubicBezTo>
                <a:lnTo>
                  <a:pt x="353150" y="945511"/>
                </a:lnTo>
                <a:cubicBezTo>
                  <a:pt x="335176" y="955398"/>
                  <a:pt x="319174" y="959408"/>
                  <a:pt x="307211" y="960856"/>
                </a:cubicBezTo>
                <a:cubicBezTo>
                  <a:pt x="311430" y="976181"/>
                  <a:pt x="313050" y="990878"/>
                  <a:pt x="307058" y="1003661"/>
                </a:cubicBezTo>
                <a:cubicBezTo>
                  <a:pt x="296847" y="1025454"/>
                  <a:pt x="276559" y="1028607"/>
                  <a:pt x="261967" y="1023825"/>
                </a:cubicBezTo>
                <a:cubicBezTo>
                  <a:pt x="243984" y="1017948"/>
                  <a:pt x="233706" y="1000356"/>
                  <a:pt x="239707" y="979810"/>
                </a:cubicBezTo>
                <a:cubicBezTo>
                  <a:pt x="243555" y="966618"/>
                  <a:pt x="253756" y="953026"/>
                  <a:pt x="266472" y="946768"/>
                </a:cubicBezTo>
                <a:cubicBezTo>
                  <a:pt x="258728" y="938767"/>
                  <a:pt x="249003" y="926623"/>
                  <a:pt x="241050" y="910221"/>
                </a:cubicBezTo>
                <a:cubicBezTo>
                  <a:pt x="230858" y="934338"/>
                  <a:pt x="219038" y="958465"/>
                  <a:pt x="201083" y="992631"/>
                </a:cubicBezTo>
                <a:lnTo>
                  <a:pt x="178861" y="980144"/>
                </a:lnTo>
                <a:cubicBezTo>
                  <a:pt x="180633" y="977239"/>
                  <a:pt x="187405" y="963742"/>
                  <a:pt x="190567" y="956636"/>
                </a:cubicBezTo>
                <a:cubicBezTo>
                  <a:pt x="152344" y="935815"/>
                  <a:pt x="114558" y="904258"/>
                  <a:pt x="98146" y="889856"/>
                </a:cubicBezTo>
                <a:cubicBezTo>
                  <a:pt x="95356" y="893276"/>
                  <a:pt x="80058" y="911583"/>
                  <a:pt x="80058" y="911583"/>
                </a:cubicBezTo>
                <a:cubicBezTo>
                  <a:pt x="80058" y="911583"/>
                  <a:pt x="27804" y="866291"/>
                  <a:pt x="1020" y="815799"/>
                </a:cubicBezTo>
                <a:lnTo>
                  <a:pt x="41530" y="786005"/>
                </a:lnTo>
                <a:cubicBezTo>
                  <a:pt x="38291" y="781471"/>
                  <a:pt x="28423" y="767517"/>
                  <a:pt x="28423" y="767517"/>
                </a:cubicBezTo>
                <a:cubicBezTo>
                  <a:pt x="28423" y="767517"/>
                  <a:pt x="173222" y="658437"/>
                  <a:pt x="305039" y="608564"/>
                </a:cubicBezTo>
                <a:cubicBezTo>
                  <a:pt x="335290" y="597115"/>
                  <a:pt x="365932" y="589962"/>
                  <a:pt x="392755" y="586628"/>
                </a:cubicBezTo>
                <a:lnTo>
                  <a:pt x="393145" y="561701"/>
                </a:lnTo>
                <a:lnTo>
                  <a:pt x="393145" y="561663"/>
                </a:lnTo>
                <a:cubicBezTo>
                  <a:pt x="378667" y="565997"/>
                  <a:pt x="333281" y="580541"/>
                  <a:pt x="313554" y="556338"/>
                </a:cubicBezTo>
                <a:cubicBezTo>
                  <a:pt x="299715" y="539346"/>
                  <a:pt x="300572" y="520886"/>
                  <a:pt x="303248" y="508380"/>
                </a:cubicBezTo>
                <a:cubicBezTo>
                  <a:pt x="295514" y="499246"/>
                  <a:pt x="285094" y="484063"/>
                  <a:pt x="285094" y="454926"/>
                </a:cubicBezTo>
                <a:cubicBezTo>
                  <a:pt x="285094" y="454926"/>
                  <a:pt x="274749" y="457212"/>
                  <a:pt x="269406" y="456945"/>
                </a:cubicBezTo>
                <a:cubicBezTo>
                  <a:pt x="264062" y="456669"/>
                  <a:pt x="251813" y="455459"/>
                  <a:pt x="243241" y="439743"/>
                </a:cubicBezTo>
                <a:cubicBezTo>
                  <a:pt x="238840" y="431704"/>
                  <a:pt x="237735" y="421779"/>
                  <a:pt x="239945" y="410530"/>
                </a:cubicBezTo>
                <a:cubicBezTo>
                  <a:pt x="230887" y="412463"/>
                  <a:pt x="218990" y="414235"/>
                  <a:pt x="204188" y="414473"/>
                </a:cubicBezTo>
                <a:cubicBezTo>
                  <a:pt x="163212" y="415140"/>
                  <a:pt x="137399" y="404281"/>
                  <a:pt x="107481" y="364276"/>
                </a:cubicBezTo>
                <a:cubicBezTo>
                  <a:pt x="63552" y="358895"/>
                  <a:pt x="35567" y="315766"/>
                  <a:pt x="40130" y="254901"/>
                </a:cubicBezTo>
                <a:cubicBezTo>
                  <a:pt x="46292" y="172748"/>
                  <a:pt x="126760" y="123237"/>
                  <a:pt x="142895" y="113483"/>
                </a:cubicBezTo>
                <a:cubicBezTo>
                  <a:pt x="182062" y="74116"/>
                  <a:pt x="221867" y="44122"/>
                  <a:pt x="276016" y="26415"/>
                </a:cubicBezTo>
                <a:cubicBezTo>
                  <a:pt x="313421" y="14185"/>
                  <a:pt x="357769" y="8213"/>
                  <a:pt x="413062" y="7479"/>
                </a:cubicBezTo>
                <a:cubicBezTo>
                  <a:pt x="443207" y="1764"/>
                  <a:pt x="473995" y="-645"/>
                  <a:pt x="504384" y="146"/>
                </a:cubicBezTo>
                <a:close/>
              </a:path>
            </a:pathLst>
          </a:custGeom>
          <a:solidFill>
            <a:srgbClr val="ffffff"/>
          </a:solidFill>
          <a:ln w="9525">
            <a:noFill/>
          </a:ln>
        </p:spPr>
        <p:style>
          <a:lnRef idx="0"/>
          <a:fillRef idx="0"/>
          <a:effectRef idx="0"/>
          <a:fontRef idx="minor"/>
        </p:style>
        <p:txBody>
          <a:bodyPr lIns="90000" rIns="90000" tIns="45000" bIns="45000" anchor="ctr">
            <a:noAutofit/>
          </a:bodyPr>
          <a:p>
            <a:pPr defTabSz="914400">
              <a:lnSpc>
                <a:spcPct val="100000"/>
              </a:lnSpc>
            </a:pPr>
            <a:endParaRPr b="0" lang="de-DE" sz="18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body"/>
          </p:nvPr>
        </p:nvSpPr>
        <p:spPr>
          <a:xfrm>
            <a:off x="0" y="0"/>
            <a:ext cx="12191760" cy="6857640"/>
          </a:xfrm>
          <a:prstGeom prst="rect">
            <a:avLst/>
          </a:prstGeom>
          <a:solidFill>
            <a:schemeClr val="lt1">
              <a:lumMod val="85000"/>
            </a:schemeClr>
          </a:solidFill>
          <a:ln w="0">
            <a:noFill/>
          </a:ln>
        </p:spPr>
        <p:txBody>
          <a:bodyPr lIns="90000" rIns="90000" tIns="45000" bIns="45000" anchor="ctr">
            <a:noAutofit/>
          </a:bodyPr>
          <a:p>
            <a:pPr marL="432000" indent="-324000">
              <a:lnSpc>
                <a:spcPct val="120000"/>
              </a:lnSpc>
              <a:spcBef>
                <a:spcPts val="1417"/>
              </a:spcBef>
              <a:buClr>
                <a:srgbClr val="000000"/>
              </a:buClr>
              <a:buSzPct val="45000"/>
              <a:buFont typeface="Wingdings" charset="2"/>
              <a:buChar char=""/>
            </a:pPr>
            <a:r>
              <a:rPr b="0" lang="de-DE" sz="1800" spc="-1" strike="noStrike">
                <a:solidFill>
                  <a:schemeClr val="dk1"/>
                </a:solidFill>
                <a:latin typeface="Noto Sans"/>
              </a:rPr>
              <a:t>Click to edit the outline text format</a:t>
            </a:r>
            <a:endParaRPr b="0" lang="de-DE" sz="1800" spc="-1" strike="noStrike">
              <a:solidFill>
                <a:schemeClr val="dk1"/>
              </a:solidFill>
              <a:latin typeface="Noto Sans"/>
            </a:endParaRPr>
          </a:p>
          <a:p>
            <a:pPr lvl="1" marL="864000" indent="-324000">
              <a:lnSpc>
                <a:spcPct val="120000"/>
              </a:lnSpc>
              <a:spcBef>
                <a:spcPts val="1134"/>
              </a:spcBef>
              <a:buClr>
                <a:srgbClr val="000000"/>
              </a:buClr>
              <a:buSzPct val="75000"/>
              <a:buFont typeface="Symbol" charset="2"/>
              <a:buChar char=""/>
            </a:pPr>
            <a:r>
              <a:rPr b="0" lang="de-DE" sz="1800" spc="-1" strike="noStrike">
                <a:solidFill>
                  <a:schemeClr val="dk1"/>
                </a:solidFill>
                <a:latin typeface="Noto Sans"/>
              </a:rPr>
              <a:t>Second Outline Level</a:t>
            </a:r>
            <a:endParaRPr b="0" lang="de-DE" sz="1800" spc="-1" strike="noStrike">
              <a:solidFill>
                <a:schemeClr val="dk1"/>
              </a:solidFill>
              <a:latin typeface="Noto Sans"/>
            </a:endParaRPr>
          </a:p>
          <a:p>
            <a:pPr lvl="2" marL="1296000" indent="-288000">
              <a:lnSpc>
                <a:spcPct val="120000"/>
              </a:lnSpc>
              <a:spcBef>
                <a:spcPts val="850"/>
              </a:spcBef>
              <a:buClr>
                <a:srgbClr val="000000"/>
              </a:buClr>
              <a:buSzPct val="45000"/>
              <a:buFont typeface="Wingdings" charset="2"/>
              <a:buChar char=""/>
            </a:pPr>
            <a:r>
              <a:rPr b="0" lang="de-DE" sz="1800" spc="-1" strike="noStrike">
                <a:solidFill>
                  <a:schemeClr val="dk1"/>
                </a:solidFill>
                <a:latin typeface="Noto Sans"/>
              </a:rPr>
              <a:t>Third Outline Level</a:t>
            </a:r>
            <a:endParaRPr b="0" lang="de-DE" sz="1800" spc="-1" strike="noStrike">
              <a:solidFill>
                <a:schemeClr val="dk1"/>
              </a:solidFill>
              <a:latin typeface="Noto Sans"/>
            </a:endParaRPr>
          </a:p>
          <a:p>
            <a:pPr lvl="3" marL="1728000" indent="-216000">
              <a:lnSpc>
                <a:spcPct val="120000"/>
              </a:lnSpc>
              <a:spcBef>
                <a:spcPts val="567"/>
              </a:spcBef>
              <a:buClr>
                <a:srgbClr val="000000"/>
              </a:buClr>
              <a:buSzPct val="75000"/>
              <a:buFont typeface="Symbol" charset="2"/>
              <a:buChar char=""/>
            </a:pPr>
            <a:r>
              <a:rPr b="0" lang="de-DE" sz="1800" spc="-1" strike="noStrike">
                <a:solidFill>
                  <a:schemeClr val="dk1"/>
                </a:solidFill>
                <a:latin typeface="Noto Sans"/>
              </a:rPr>
              <a:t>Fourth Outline Level</a:t>
            </a:r>
            <a:endParaRPr b="0" lang="de-DE" sz="1800" spc="-1" strike="noStrike">
              <a:solidFill>
                <a:schemeClr val="dk1"/>
              </a:solidFill>
              <a:latin typeface="Noto Sans"/>
            </a:endParaRPr>
          </a:p>
          <a:p>
            <a:pPr lvl="4" marL="2160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Fifth Outline Level</a:t>
            </a:r>
            <a:endParaRPr b="0" lang="de-DE" sz="1800" spc="-1" strike="noStrike">
              <a:solidFill>
                <a:schemeClr val="dk1"/>
              </a:solidFill>
              <a:latin typeface="Noto Sans"/>
            </a:endParaRPr>
          </a:p>
          <a:p>
            <a:pPr lvl="5" marL="2592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Sixth Outline Level</a:t>
            </a:r>
            <a:endParaRPr b="0" lang="de-DE" sz="1800" spc="-1" strike="noStrike">
              <a:solidFill>
                <a:schemeClr val="dk1"/>
              </a:solidFill>
              <a:latin typeface="Noto Sans"/>
            </a:endParaRPr>
          </a:p>
          <a:p>
            <a:pPr lvl="6" marL="3024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Seventh Outline Level</a:t>
            </a:r>
            <a:endParaRPr b="0" lang="de-DE" sz="1800" spc="-1" strike="noStrike">
              <a:solidFill>
                <a:schemeClr val="dk1"/>
              </a:solidFill>
              <a:latin typeface="Noto Sans"/>
            </a:endParaRPr>
          </a:p>
        </p:txBody>
      </p:sp>
      <p:sp>
        <p:nvSpPr>
          <p:cNvPr id="46" name="PlaceHolder 2"/>
          <p:cNvSpPr>
            <a:spLocks noGrp="1"/>
          </p:cNvSpPr>
          <p:nvPr>
            <p:ph type="title"/>
          </p:nvPr>
        </p:nvSpPr>
        <p:spPr>
          <a:xfrm>
            <a:off x="334800" y="339120"/>
            <a:ext cx="6164640" cy="6150240"/>
          </a:xfrm>
          <a:prstGeom prst="rect">
            <a:avLst/>
          </a:prstGeom>
          <a:solidFill>
            <a:schemeClr val="lt1"/>
          </a:solidFill>
          <a:ln w="0">
            <a:noFill/>
          </a:ln>
        </p:spPr>
        <p:txBody>
          <a:bodyPr lIns="288000" rIns="0" tIns="1944000" bIns="0" anchor="t">
            <a:noAutofit/>
          </a:bodyPr>
          <a:p>
            <a:pPr indent="0" defTabSz="914400">
              <a:lnSpc>
                <a:spcPct val="100000"/>
              </a:lnSpc>
              <a:buNone/>
            </a:pPr>
            <a:r>
              <a:rPr b="0" lang="de-DE" sz="3600" spc="-1" strike="noStrike">
                <a:solidFill>
                  <a:schemeClr val="dk1"/>
                </a:solidFill>
                <a:latin typeface="Noto Sans"/>
              </a:rPr>
              <a:t>Mastertitelformat bearbeiten</a:t>
            </a:r>
            <a:endParaRPr b="0" lang="de-DE" sz="3600" spc="-1" strike="noStrike">
              <a:solidFill>
                <a:schemeClr val="dk1"/>
              </a:solidFill>
              <a:latin typeface="Noto Sans"/>
            </a:endParaRPr>
          </a:p>
        </p:txBody>
      </p:sp>
      <p:sp>
        <p:nvSpPr>
          <p:cNvPr id="47" name="PlaceHolder 3"/>
          <p:cNvSpPr>
            <a:spLocks noGrp="1"/>
          </p:cNvSpPr>
          <p:nvPr>
            <p:ph type="body"/>
          </p:nvPr>
        </p:nvSpPr>
        <p:spPr>
          <a:xfrm>
            <a:off x="642600" y="5391000"/>
            <a:ext cx="5452920" cy="815040"/>
          </a:xfrm>
          <a:prstGeom prst="rect">
            <a:avLst/>
          </a:prstGeom>
          <a:noFill/>
          <a:ln w="0">
            <a:noFill/>
          </a:ln>
        </p:spPr>
        <p:txBody>
          <a:bodyPr lIns="0" rIns="0" tIns="0" bIns="0" anchor="b">
            <a:noAutofit/>
          </a:bodyPr>
          <a:p>
            <a:pPr indent="0" defTabSz="914400">
              <a:lnSpc>
                <a:spcPct val="120000"/>
              </a:lnSpc>
              <a:spcBef>
                <a:spcPts val="400"/>
              </a:spcBef>
              <a:buNone/>
              <a:tabLst>
                <a:tab algn="l" pos="0"/>
              </a:tabLst>
            </a:pPr>
            <a:r>
              <a:rPr b="0" lang="de-DE" sz="1200" spc="-1" strike="noStrike">
                <a:solidFill>
                  <a:schemeClr val="accent1"/>
                </a:solidFill>
                <a:latin typeface="Noto Sans"/>
              </a:rPr>
              <a:t>Mastertextformat bearbeiten</a:t>
            </a:r>
            <a:endParaRPr b="0" lang="de-DE" sz="1200" spc="-1" strike="noStrike">
              <a:solidFill>
                <a:schemeClr val="dk1"/>
              </a:solidFill>
              <a:latin typeface="Noto Sans"/>
            </a:endParaRPr>
          </a:p>
        </p:txBody>
      </p:sp>
      <p:sp>
        <p:nvSpPr>
          <p:cNvPr id="48" name="PlaceHolder 4"/>
          <p:cNvSpPr>
            <a:spLocks noGrp="1"/>
          </p:cNvSpPr>
          <p:nvPr>
            <p:ph type="body"/>
          </p:nvPr>
        </p:nvSpPr>
        <p:spPr>
          <a:xfrm rot="16200000">
            <a:off x="9109440" y="3083760"/>
            <a:ext cx="5829480" cy="334440"/>
          </a:xfrm>
          <a:prstGeom prst="rect">
            <a:avLst/>
          </a:prstGeom>
          <a:noFill/>
          <a:ln w="0">
            <a:noFill/>
          </a:ln>
        </p:spPr>
        <p:txBody>
          <a:bodyPr lIns="108000" rIns="108000" tIns="36000" bIns="36000" anchor="ctr">
            <a:noAutofit/>
          </a:bodyPr>
          <a:p>
            <a:pPr indent="0" defTabSz="914400">
              <a:lnSpc>
                <a:spcPct val="100000"/>
              </a:lnSpc>
              <a:buNone/>
              <a:tabLst>
                <a:tab algn="l" pos="0"/>
              </a:tabLst>
            </a:pPr>
            <a:r>
              <a:rPr b="0" lang="de-DE" sz="800" spc="-1" strike="noStrike">
                <a:solidFill>
                  <a:schemeClr val="lt1"/>
                </a:solidFill>
                <a:latin typeface="Noto Sans"/>
              </a:rPr>
              <a:t>Bildnachweis</a:t>
            </a:r>
            <a:endParaRPr b="0" lang="de-DE" sz="800" spc="-1" strike="noStrike">
              <a:solidFill>
                <a:schemeClr val="dk1"/>
              </a:solidFill>
              <a:latin typeface="Noto Sans"/>
            </a:endParaRPr>
          </a:p>
        </p:txBody>
      </p:sp>
      <p:sp>
        <p:nvSpPr>
          <p:cNvPr id="49" name="PlaceHolder 5"/>
          <p:cNvSpPr>
            <a:spLocks noGrp="1"/>
          </p:cNvSpPr>
          <p:nvPr>
            <p:ph type="body"/>
          </p:nvPr>
        </p:nvSpPr>
        <p:spPr>
          <a:xfrm>
            <a:off x="10878120" y="335880"/>
            <a:ext cx="982800" cy="1382040"/>
          </a:xfrm>
          <a:prstGeom prst="rect">
            <a:avLst/>
          </a:prstGeom>
          <a:solidFill>
            <a:schemeClr val="lt1"/>
          </a:solidFill>
          <a:ln w="0">
            <a:noFill/>
          </a:ln>
        </p:spPr>
        <p:txBody>
          <a:bodyPr lIns="0" rIns="0" tIns="0" bIns="0" anchor="t">
            <a:noAutofit/>
          </a:bodyPr>
          <a:p>
            <a:pPr indent="0" defTabSz="914400">
              <a:lnSpc>
                <a:spcPct val="120000"/>
              </a:lnSpc>
              <a:buNone/>
              <a:tabLst>
                <a:tab algn="l" pos="0"/>
              </a:tabLst>
            </a:pPr>
            <a:r>
              <a:rPr b="0" lang="de-DE" sz="600" spc="-1" strike="noStrike">
                <a:solidFill>
                  <a:schemeClr val="lt1"/>
                </a:solidFill>
                <a:latin typeface="Noto Sans"/>
              </a:rPr>
              <a:t> </a:t>
            </a:r>
            <a:endParaRPr b="0" lang="de-DE" sz="6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766800" y="333360"/>
            <a:ext cx="10658160" cy="899640"/>
          </a:xfrm>
          <a:prstGeom prst="rect">
            <a:avLst/>
          </a:prstGeom>
          <a:noFill/>
          <a:ln w="0">
            <a:noFill/>
          </a:ln>
        </p:spPr>
        <p:txBody>
          <a:bodyPr lIns="0" rIns="0" tIns="0" bIns="0" anchor="t">
            <a:noAutofit/>
          </a:bodyPr>
          <a:p>
            <a:pPr indent="0" defTabSz="914400">
              <a:lnSpc>
                <a:spcPct val="110000"/>
              </a:lnSpc>
              <a:buNone/>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51" name="PlaceHolder 2"/>
          <p:cNvSpPr>
            <a:spLocks noGrp="1"/>
          </p:cNvSpPr>
          <p:nvPr>
            <p:ph type="body"/>
          </p:nvPr>
        </p:nvSpPr>
        <p:spPr>
          <a:xfrm>
            <a:off x="766800" y="1665360"/>
            <a:ext cx="10658160" cy="4500360"/>
          </a:xfrm>
          <a:prstGeom prst="rect">
            <a:avLst/>
          </a:prstGeom>
          <a:noFill/>
          <a:ln w="0">
            <a:noFill/>
          </a:ln>
        </p:spPr>
        <p:txBody>
          <a:bodyPr lIns="0" rIns="0" tIns="0" bIns="0" anchor="t">
            <a:noAutofit/>
          </a:bodyPr>
          <a:p>
            <a:pPr marL="358920" indent="-358920" defTabSz="914400">
              <a:lnSpc>
                <a:spcPct val="120000"/>
              </a:lnSpc>
              <a:buClr>
                <a:srgbClr val="000000"/>
              </a:buClr>
              <a:buFont typeface="Noto Sans"/>
              <a:buAutoNum type="arabicPeriod"/>
            </a:pPr>
            <a:r>
              <a:rPr b="0" lang="de-DE" sz="2000" spc="-1" strike="noStrike">
                <a:solidFill>
                  <a:schemeClr val="dk1"/>
                </a:solidFill>
                <a:latin typeface="Noto Sans"/>
              </a:rPr>
              <a:t>Mastertextformat bearbeiten</a:t>
            </a:r>
            <a:endParaRPr b="0" lang="de-DE" sz="2000" spc="-1" strike="noStrike">
              <a:solidFill>
                <a:schemeClr val="dk1"/>
              </a:solidFill>
              <a:latin typeface="Noto Sans"/>
            </a:endParaRPr>
          </a:p>
          <a:p>
            <a:pPr lvl="1" marL="541440" indent="-182520" defTabSz="914400">
              <a:lnSpc>
                <a:spcPct val="120000"/>
              </a:lnSpc>
              <a:buClr>
                <a:srgbClr val="000000"/>
              </a:buClr>
              <a:buFont typeface="Noto Sans"/>
              <a:buChar char="‒"/>
            </a:pPr>
            <a:r>
              <a:rPr b="0" lang="de-DE" sz="2000" spc="-1" strike="noStrike">
                <a:solidFill>
                  <a:schemeClr val="dk1"/>
                </a:solidFill>
                <a:latin typeface="Noto Sans"/>
              </a:rPr>
              <a:t>Zweite Ebene</a:t>
            </a:r>
            <a:endParaRPr b="0" lang="de-DE" sz="2000" spc="-1" strike="noStrike">
              <a:solidFill>
                <a:schemeClr val="dk1"/>
              </a:solidFill>
              <a:latin typeface="Noto Sans"/>
            </a:endParaRPr>
          </a:p>
          <a:p>
            <a:pPr lvl="2" marL="716040" indent="-174600" defTabSz="914400">
              <a:lnSpc>
                <a:spcPct val="120000"/>
              </a:lnSpc>
              <a:buClr>
                <a:srgbClr val="000000"/>
              </a:buClr>
              <a:buFont typeface="Noto Sans"/>
              <a:buChar char="‒"/>
            </a:pPr>
            <a:r>
              <a:rPr b="0" lang="de-DE" sz="2000" spc="-1" strike="noStrike">
                <a:solidFill>
                  <a:schemeClr val="dk1"/>
                </a:solidFill>
                <a:latin typeface="Noto Sans"/>
              </a:rPr>
              <a:t>Dritte Ebene</a:t>
            </a:r>
            <a:endParaRPr b="0" lang="de-DE" sz="2000" spc="-1" strike="noStrike">
              <a:solidFill>
                <a:schemeClr val="dk1"/>
              </a:solidFill>
              <a:latin typeface="Noto Sans"/>
            </a:endParaRPr>
          </a:p>
          <a:p>
            <a:pPr lvl="3" marL="898560" indent="-181080" defTabSz="914400">
              <a:lnSpc>
                <a:spcPct val="120000"/>
              </a:lnSpc>
              <a:buClr>
                <a:srgbClr val="000000"/>
              </a:buClr>
              <a:buFont typeface="Noto Sans"/>
              <a:buChar char="‒"/>
            </a:pPr>
            <a:r>
              <a:rPr b="0" lang="de-DE" sz="2000" spc="-1" strike="noStrike">
                <a:solidFill>
                  <a:schemeClr val="dk1"/>
                </a:solidFill>
                <a:latin typeface="Noto Sans"/>
              </a:rPr>
              <a:t>Vierte Ebene</a:t>
            </a:r>
            <a:endParaRPr b="0" lang="de-DE" sz="2000" spc="-1" strike="noStrike">
              <a:solidFill>
                <a:schemeClr val="dk1"/>
              </a:solidFill>
              <a:latin typeface="Noto Sans"/>
            </a:endParaRPr>
          </a:p>
          <a:p>
            <a:pPr lvl="4" marL="1074600" indent="-176040" defTabSz="914400">
              <a:lnSpc>
                <a:spcPct val="120000"/>
              </a:lnSpc>
              <a:buClr>
                <a:srgbClr val="000000"/>
              </a:buClr>
              <a:buFont typeface="Noto Sans"/>
              <a:buChar char="‒"/>
            </a:pPr>
            <a:r>
              <a:rPr b="0" lang="de-DE" sz="2000" spc="-1" strike="noStrike">
                <a:solidFill>
                  <a:schemeClr val="dk1"/>
                </a:solidFill>
                <a:latin typeface="Noto Sans"/>
              </a:rPr>
              <a:t>Fünfte Ebene</a:t>
            </a:r>
            <a:endParaRPr b="0" lang="de-DE" sz="2000" spc="-1" strike="noStrike">
              <a:solidFill>
                <a:schemeClr val="dk1"/>
              </a:solidFill>
              <a:latin typeface="Noto Sans"/>
            </a:endParaRPr>
          </a:p>
        </p:txBody>
      </p:sp>
      <p:sp>
        <p:nvSpPr>
          <p:cNvPr id="52" name="PlaceHolder 3"/>
          <p:cNvSpPr>
            <a:spLocks noGrp="1"/>
          </p:cNvSpPr>
          <p:nvPr>
            <p:ph type="ftr" idx="13"/>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53" name="PlaceHolder 4">
            <a:extLst>
              <a:ext uri="{C183D7F6-B498-43B3-948B-1728B52AA6E4}">
                <adec:decorative xmlns:adec="http://schemas.microsoft.com/office/drawing/2017/decorative" val="1"/>
              </a:ext>
            </a:extLst>
          </p:cNvPr>
          <p:cNvSpPr>
            <a:spLocks noGrp="1"/>
          </p:cNvSpPr>
          <p:nvPr>
            <p:ph type="sldNum" idx="14"/>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A1D0A204-A7D2-4FD3-97EE-94B7417F6C08}"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1"/>
        </a:solidFill>
      </p:bgPr>
    </p:bg>
    <p:spTree>
      <p:nvGrpSpPr>
        <p:cNvPr id="1" name=""/>
        <p:cNvGrpSpPr/>
        <p:nvPr/>
      </p:nvGrpSpPr>
      <p:grpSpPr>
        <a:xfrm>
          <a:off x="0" y="0"/>
          <a:ext cx="0" cy="0"/>
          <a:chOff x="0" y="0"/>
          <a:chExt cx="0" cy="0"/>
        </a:xfrm>
      </p:grpSpPr>
      <p:sp>
        <p:nvSpPr>
          <p:cNvPr id="56" name="PlaceHolder 1"/>
          <p:cNvSpPr>
            <a:spLocks noGrp="1"/>
          </p:cNvSpPr>
          <p:nvPr>
            <p:ph type="title"/>
          </p:nvPr>
        </p:nvSpPr>
        <p:spPr>
          <a:xfrm>
            <a:off x="766800" y="798120"/>
            <a:ext cx="10658160" cy="2159640"/>
          </a:xfrm>
          <a:prstGeom prst="rect">
            <a:avLst/>
          </a:prstGeom>
          <a:noFill/>
          <a:ln w="0">
            <a:noFill/>
          </a:ln>
        </p:spPr>
        <p:txBody>
          <a:bodyPr lIns="0" rIns="0" tIns="0" bIns="0" anchor="t">
            <a:noAutofit/>
          </a:bodyPr>
          <a:p>
            <a:pPr indent="0" defTabSz="914400">
              <a:lnSpc>
                <a:spcPct val="105000"/>
              </a:lnSpc>
              <a:buNone/>
            </a:pPr>
            <a:r>
              <a:rPr b="0" lang="de-DE" sz="3600" spc="-1" strike="noStrike">
                <a:solidFill>
                  <a:schemeClr val="lt1"/>
                </a:solidFill>
                <a:latin typeface="Noto Sans"/>
              </a:rPr>
              <a:t>Mastertitelformat bearbeiten</a:t>
            </a:r>
            <a:endParaRPr b="0" lang="de-DE" sz="3600" spc="-1" strike="noStrike">
              <a:solidFill>
                <a:schemeClr val="dk1"/>
              </a:solidFill>
              <a:latin typeface="Noto Sans"/>
            </a:endParaRPr>
          </a:p>
        </p:txBody>
      </p:sp>
      <p:sp>
        <p:nvSpPr>
          <p:cNvPr id="57" name="PlaceHolder 2"/>
          <p:cNvSpPr>
            <a:spLocks noGrp="1"/>
          </p:cNvSpPr>
          <p:nvPr>
            <p:ph type="ftr" idx="15"/>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lt1"/>
                </a:solidFill>
                <a:latin typeface="Noto Sans"/>
              </a:defRPr>
            </a:lvl1pPr>
          </a:lstStyle>
          <a:p>
            <a:pPr indent="0" defTabSz="914400">
              <a:lnSpc>
                <a:spcPct val="100000"/>
              </a:lnSpc>
              <a:buNone/>
            </a:pPr>
            <a:r>
              <a:rPr b="0" lang="de-DE" sz="800" spc="-1" strike="noStrike">
                <a:solidFill>
                  <a:schemeClr val="lt1"/>
                </a:solidFill>
                <a:latin typeface="Noto Sans"/>
              </a:rPr>
              <a:t>&lt;footer&gt;</a:t>
            </a:r>
            <a:endParaRPr b="0" lang="en-US" sz="800" spc="-1" strike="noStrike">
              <a:solidFill>
                <a:srgbClr val="ffffff"/>
              </a:solidFill>
              <a:latin typeface="Times New Roman"/>
            </a:endParaRPr>
          </a:p>
        </p:txBody>
      </p:sp>
      <p:sp>
        <p:nvSpPr>
          <p:cNvPr id="58" name="PlaceHolder 3">
            <a:extLst>
              <a:ext uri="{C183D7F6-B498-43B3-948B-1728B52AA6E4}">
                <adec:decorative xmlns:adec="http://schemas.microsoft.com/office/drawing/2017/decorative" val="1"/>
              </a:ext>
            </a:extLst>
          </p:cNvPr>
          <p:cNvSpPr>
            <a:spLocks noGrp="1"/>
          </p:cNvSpPr>
          <p:nvPr>
            <p:ph type="sldNum" idx="16"/>
          </p:nvPr>
        </p:nvSpPr>
        <p:spPr>
          <a:xfrm>
            <a:off x="11522880" y="6489720"/>
            <a:ext cx="333720" cy="177480"/>
          </a:xfrm>
          <a:prstGeom prst="rect">
            <a:avLst/>
          </a:prstGeom>
          <a:noFill/>
          <a:ln w="6480">
            <a:solidFill>
              <a:schemeClr val="lt1"/>
            </a:solidFill>
            <a:round/>
          </a:ln>
        </p:spPr>
        <p:txBody>
          <a:bodyPr lIns="0" rIns="0" tIns="0" bIns="0" anchor="ctr">
            <a:noAutofit/>
          </a:bodyPr>
          <a:lstStyle>
            <a:lvl1pPr indent="0" algn="ctr" defTabSz="914400">
              <a:lnSpc>
                <a:spcPct val="100000"/>
              </a:lnSpc>
              <a:buNone/>
              <a:defRPr b="0" lang="de-DE" sz="800" spc="-1" strike="noStrike">
                <a:solidFill>
                  <a:schemeClr val="lt1"/>
                </a:solidFill>
                <a:latin typeface="Noto Sans"/>
              </a:defRPr>
            </a:lvl1pPr>
          </a:lstStyle>
          <a:p>
            <a:pPr indent="0" algn="ctr" defTabSz="914400">
              <a:lnSpc>
                <a:spcPct val="100000"/>
              </a:lnSpc>
              <a:buNone/>
            </a:pPr>
            <a:fld id="{7AB535C3-5F94-4689-B0D0-10408F81E635}" type="slidenum">
              <a:rPr b="0" lang="de-DE" sz="800" spc="-1" strike="noStrike">
                <a:solidFill>
                  <a:schemeClr val="lt1"/>
                </a:solidFill>
                <a:latin typeface="Noto Sans"/>
              </a:rPr>
              <a:t>&lt;number&gt;</a:t>
            </a:fld>
            <a:endParaRPr b="0" lang="en-US" sz="800" spc="-1" strike="noStrike">
              <a:solidFill>
                <a:srgbClr val="ffffff"/>
              </a:solidFill>
              <a:latin typeface="Times New Roman"/>
            </a:endParaRPr>
          </a:p>
        </p:txBody>
      </p:sp>
      <p:sp>
        <p:nvSpPr>
          <p:cNvPr id="59" name="PlaceHolder 4"/>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120000"/>
              </a:lnSpc>
              <a:spcBef>
                <a:spcPts val="1417"/>
              </a:spcBef>
              <a:buClr>
                <a:srgbClr val="ffffff"/>
              </a:buClr>
              <a:buSzPct val="45000"/>
              <a:buFont typeface="Wingdings" charset="2"/>
              <a:buChar char=""/>
            </a:pPr>
            <a:r>
              <a:rPr b="0" lang="de-DE" sz="1400" spc="-1" strike="noStrike">
                <a:solidFill>
                  <a:schemeClr val="dk1"/>
                </a:solidFill>
                <a:latin typeface="Noto Sans"/>
              </a:rPr>
              <a:t>Click to edit the outline text format</a:t>
            </a:r>
            <a:endParaRPr b="0" lang="de-DE" sz="1400" spc="-1" strike="noStrike">
              <a:solidFill>
                <a:schemeClr val="dk1"/>
              </a:solidFill>
              <a:latin typeface="Noto Sans"/>
            </a:endParaRPr>
          </a:p>
          <a:p>
            <a:pPr lvl="1" marL="864000" indent="-324000">
              <a:lnSpc>
                <a:spcPct val="120000"/>
              </a:lnSpc>
              <a:spcBef>
                <a:spcPts val="1134"/>
              </a:spcBef>
              <a:buClr>
                <a:srgbClr val="ffffff"/>
              </a:buClr>
              <a:buSzPct val="75000"/>
              <a:buFont typeface="Symbol" charset="2"/>
              <a:buChar char=""/>
            </a:pPr>
            <a:r>
              <a:rPr b="0" lang="de-DE" sz="1400" spc="-1" strike="noStrike">
                <a:solidFill>
                  <a:schemeClr val="dk1"/>
                </a:solidFill>
                <a:latin typeface="Noto Sans"/>
              </a:rPr>
              <a:t>Second Outline Level</a:t>
            </a:r>
            <a:endParaRPr b="0" lang="de-DE" sz="1400" spc="-1" strike="noStrike">
              <a:solidFill>
                <a:schemeClr val="dk1"/>
              </a:solidFill>
              <a:latin typeface="Noto Sans"/>
            </a:endParaRPr>
          </a:p>
          <a:p>
            <a:pPr lvl="2" marL="1296000" indent="-288000">
              <a:lnSpc>
                <a:spcPct val="120000"/>
              </a:lnSpc>
              <a:spcBef>
                <a:spcPts val="850"/>
              </a:spcBef>
              <a:buClr>
                <a:srgbClr val="ffffff"/>
              </a:buClr>
              <a:buSzPct val="45000"/>
              <a:buFont typeface="Wingdings" charset="2"/>
              <a:buChar char=""/>
            </a:pPr>
            <a:r>
              <a:rPr b="0" lang="de-DE" sz="1400" spc="-1" strike="noStrike">
                <a:solidFill>
                  <a:schemeClr val="dk1"/>
                </a:solidFill>
                <a:latin typeface="Noto Sans"/>
              </a:rPr>
              <a:t>Third Outline Level</a:t>
            </a:r>
            <a:endParaRPr b="0" lang="de-DE" sz="1400" spc="-1" strike="noStrike">
              <a:solidFill>
                <a:schemeClr val="dk1"/>
              </a:solidFill>
              <a:latin typeface="Noto Sans"/>
            </a:endParaRPr>
          </a:p>
          <a:p>
            <a:pPr lvl="3" marL="1728000" indent="-216000">
              <a:lnSpc>
                <a:spcPct val="120000"/>
              </a:lnSpc>
              <a:spcBef>
                <a:spcPts val="567"/>
              </a:spcBef>
              <a:buClr>
                <a:srgbClr val="ffffff"/>
              </a:buClr>
              <a:buSzPct val="75000"/>
              <a:buFont typeface="Symbol" charset="2"/>
              <a:buChar char=""/>
            </a:pPr>
            <a:r>
              <a:rPr b="0" lang="de-DE" sz="1400" spc="-1" strike="noStrike">
                <a:solidFill>
                  <a:schemeClr val="dk1"/>
                </a:solidFill>
                <a:latin typeface="Noto Sans"/>
              </a:rPr>
              <a:t>Fourth Outline Level</a:t>
            </a:r>
            <a:endParaRPr b="0" lang="de-DE" sz="1400" spc="-1" strike="noStrike">
              <a:solidFill>
                <a:schemeClr val="dk1"/>
              </a:solidFill>
              <a:latin typeface="Noto Sans"/>
            </a:endParaRPr>
          </a:p>
          <a:p>
            <a:pPr lvl="4" marL="2160000" indent="-216000">
              <a:lnSpc>
                <a:spcPct val="120000"/>
              </a:lnSpc>
              <a:spcBef>
                <a:spcPts val="283"/>
              </a:spcBef>
              <a:buClr>
                <a:srgbClr val="ffffff"/>
              </a:buClr>
              <a:buSzPct val="45000"/>
              <a:buFont typeface="Wingdings" charset="2"/>
              <a:buChar char=""/>
            </a:pPr>
            <a:r>
              <a:rPr b="0" lang="de-DE" sz="2000" spc="-1" strike="noStrike">
                <a:solidFill>
                  <a:schemeClr val="dk1"/>
                </a:solidFill>
                <a:latin typeface="Noto Sans"/>
              </a:rPr>
              <a:t>Fifth Outline Level</a:t>
            </a:r>
            <a:endParaRPr b="0" lang="de-DE" sz="2000" spc="-1" strike="noStrike">
              <a:solidFill>
                <a:schemeClr val="dk1"/>
              </a:solidFill>
              <a:latin typeface="Noto Sans"/>
            </a:endParaRPr>
          </a:p>
          <a:p>
            <a:pPr lvl="5" marL="2592000" indent="-216000">
              <a:lnSpc>
                <a:spcPct val="120000"/>
              </a:lnSpc>
              <a:spcBef>
                <a:spcPts val="283"/>
              </a:spcBef>
              <a:buClr>
                <a:srgbClr val="ffffff"/>
              </a:buClr>
              <a:buSzPct val="45000"/>
              <a:buFont typeface="Wingdings" charset="2"/>
              <a:buChar char=""/>
            </a:pPr>
            <a:r>
              <a:rPr b="0" lang="de-DE" sz="2000" spc="-1" strike="noStrike">
                <a:solidFill>
                  <a:schemeClr val="dk1"/>
                </a:solidFill>
                <a:latin typeface="Noto Sans"/>
              </a:rPr>
              <a:t>Sixth Outline Level</a:t>
            </a:r>
            <a:endParaRPr b="0" lang="de-DE" sz="2000" spc="-1" strike="noStrike">
              <a:solidFill>
                <a:schemeClr val="dk1"/>
              </a:solidFill>
              <a:latin typeface="Noto Sans"/>
            </a:endParaRPr>
          </a:p>
          <a:p>
            <a:pPr lvl="6" marL="3024000" indent="-216000">
              <a:lnSpc>
                <a:spcPct val="120000"/>
              </a:lnSpc>
              <a:spcBef>
                <a:spcPts val="283"/>
              </a:spcBef>
              <a:buClr>
                <a:srgbClr val="ffffff"/>
              </a:buClr>
              <a:buSzPct val="45000"/>
              <a:buFont typeface="Wingdings" charset="2"/>
              <a:buChar char=""/>
            </a:pPr>
            <a:r>
              <a:rPr b="0" lang="de-DE" sz="2000" spc="-1" strike="noStrike">
                <a:solidFill>
                  <a:schemeClr val="dk1"/>
                </a:solidFill>
                <a:latin typeface="Noto Sans"/>
              </a:rPr>
              <a:t>Seventh Outline Level</a:t>
            </a:r>
            <a:endParaRPr b="0" lang="de-DE" sz="20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73"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 name="PlaceHolder 1"/>
          <p:cNvSpPr>
            <a:spLocks noGrp="1"/>
          </p:cNvSpPr>
          <p:nvPr>
            <p:ph type="body"/>
          </p:nvPr>
        </p:nvSpPr>
        <p:spPr>
          <a:xfrm>
            <a:off x="5616000" y="0"/>
            <a:ext cx="6575760" cy="6857640"/>
          </a:xfrm>
          <a:prstGeom prst="rect">
            <a:avLst/>
          </a:prstGeom>
          <a:solidFill>
            <a:schemeClr val="lt1">
              <a:lumMod val="85000"/>
            </a:schemeClr>
          </a:solidFill>
          <a:ln w="0">
            <a:noFill/>
          </a:ln>
        </p:spPr>
        <p:txBody>
          <a:bodyPr lIns="90000" rIns="90000" tIns="45000" bIns="45000" anchor="ctr">
            <a:noAutofit/>
          </a:bodyPr>
          <a:p>
            <a:pPr marL="432000" indent="-324000">
              <a:lnSpc>
                <a:spcPct val="120000"/>
              </a:lnSpc>
              <a:spcBef>
                <a:spcPts val="1417"/>
              </a:spcBef>
              <a:buClr>
                <a:srgbClr val="000000"/>
              </a:buClr>
              <a:buSzPct val="45000"/>
              <a:buFont typeface="Wingdings" charset="2"/>
              <a:buChar char=""/>
            </a:pPr>
            <a:r>
              <a:rPr b="0" lang="de-DE" sz="1800" spc="-1" strike="noStrike">
                <a:solidFill>
                  <a:schemeClr val="dk1"/>
                </a:solidFill>
                <a:latin typeface="Noto Sans"/>
              </a:rPr>
              <a:t>Click to edit the outline text format</a:t>
            </a:r>
            <a:endParaRPr b="0" lang="de-DE" sz="1800" spc="-1" strike="noStrike">
              <a:solidFill>
                <a:schemeClr val="dk1"/>
              </a:solidFill>
              <a:latin typeface="Noto Sans"/>
            </a:endParaRPr>
          </a:p>
          <a:p>
            <a:pPr lvl="1" marL="864000" indent="-324000">
              <a:lnSpc>
                <a:spcPct val="120000"/>
              </a:lnSpc>
              <a:spcBef>
                <a:spcPts val="1134"/>
              </a:spcBef>
              <a:buClr>
                <a:srgbClr val="000000"/>
              </a:buClr>
              <a:buSzPct val="75000"/>
              <a:buFont typeface="Symbol" charset="2"/>
              <a:buChar char=""/>
            </a:pPr>
            <a:r>
              <a:rPr b="0" lang="de-DE" sz="1800" spc="-1" strike="noStrike">
                <a:solidFill>
                  <a:schemeClr val="dk1"/>
                </a:solidFill>
                <a:latin typeface="Noto Sans"/>
              </a:rPr>
              <a:t>Second Outline Level</a:t>
            </a:r>
            <a:endParaRPr b="0" lang="de-DE" sz="1800" spc="-1" strike="noStrike">
              <a:solidFill>
                <a:schemeClr val="dk1"/>
              </a:solidFill>
              <a:latin typeface="Noto Sans"/>
            </a:endParaRPr>
          </a:p>
          <a:p>
            <a:pPr lvl="2" marL="1296000" indent="-288000">
              <a:lnSpc>
                <a:spcPct val="120000"/>
              </a:lnSpc>
              <a:spcBef>
                <a:spcPts val="850"/>
              </a:spcBef>
              <a:buClr>
                <a:srgbClr val="000000"/>
              </a:buClr>
              <a:buSzPct val="45000"/>
              <a:buFont typeface="Wingdings" charset="2"/>
              <a:buChar char=""/>
            </a:pPr>
            <a:r>
              <a:rPr b="0" lang="de-DE" sz="1800" spc="-1" strike="noStrike">
                <a:solidFill>
                  <a:schemeClr val="dk1"/>
                </a:solidFill>
                <a:latin typeface="Noto Sans"/>
              </a:rPr>
              <a:t>Third Outline Level</a:t>
            </a:r>
            <a:endParaRPr b="0" lang="de-DE" sz="1800" spc="-1" strike="noStrike">
              <a:solidFill>
                <a:schemeClr val="dk1"/>
              </a:solidFill>
              <a:latin typeface="Noto Sans"/>
            </a:endParaRPr>
          </a:p>
          <a:p>
            <a:pPr lvl="3" marL="1728000" indent="-216000">
              <a:lnSpc>
                <a:spcPct val="120000"/>
              </a:lnSpc>
              <a:spcBef>
                <a:spcPts val="567"/>
              </a:spcBef>
              <a:buClr>
                <a:srgbClr val="000000"/>
              </a:buClr>
              <a:buSzPct val="75000"/>
              <a:buFont typeface="Symbol" charset="2"/>
              <a:buChar char=""/>
            </a:pPr>
            <a:r>
              <a:rPr b="0" lang="de-DE" sz="1800" spc="-1" strike="noStrike">
                <a:solidFill>
                  <a:schemeClr val="dk1"/>
                </a:solidFill>
                <a:latin typeface="Noto Sans"/>
              </a:rPr>
              <a:t>Fourth Outline Level</a:t>
            </a:r>
            <a:endParaRPr b="0" lang="de-DE" sz="1800" spc="-1" strike="noStrike">
              <a:solidFill>
                <a:schemeClr val="dk1"/>
              </a:solidFill>
              <a:latin typeface="Noto Sans"/>
            </a:endParaRPr>
          </a:p>
          <a:p>
            <a:pPr lvl="4" marL="2160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Fifth Outline Level</a:t>
            </a:r>
            <a:endParaRPr b="0" lang="de-DE" sz="1800" spc="-1" strike="noStrike">
              <a:solidFill>
                <a:schemeClr val="dk1"/>
              </a:solidFill>
              <a:latin typeface="Noto Sans"/>
            </a:endParaRPr>
          </a:p>
          <a:p>
            <a:pPr lvl="5" marL="2592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Sixth Outline Level</a:t>
            </a:r>
            <a:endParaRPr b="0" lang="de-DE" sz="1800" spc="-1" strike="noStrike">
              <a:solidFill>
                <a:schemeClr val="dk1"/>
              </a:solidFill>
              <a:latin typeface="Noto Sans"/>
            </a:endParaRPr>
          </a:p>
          <a:p>
            <a:pPr lvl="6" marL="3024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Seventh Outline Level</a:t>
            </a:r>
            <a:endParaRPr b="0" lang="de-DE" sz="1800" spc="-1" strike="noStrike">
              <a:solidFill>
                <a:schemeClr val="dk1"/>
              </a:solidFill>
              <a:latin typeface="Noto Sans"/>
            </a:endParaRPr>
          </a:p>
        </p:txBody>
      </p:sp>
      <p:sp>
        <p:nvSpPr>
          <p:cNvPr id="62" name="PlaceHolder 2"/>
          <p:cNvSpPr>
            <a:spLocks noGrp="1"/>
          </p:cNvSpPr>
          <p:nvPr>
            <p:ph type="title"/>
          </p:nvPr>
        </p:nvSpPr>
        <p:spPr>
          <a:xfrm>
            <a:off x="766800" y="798120"/>
            <a:ext cx="4513680" cy="2159640"/>
          </a:xfrm>
          <a:prstGeom prst="rect">
            <a:avLst/>
          </a:prstGeom>
          <a:noFill/>
          <a:ln w="0">
            <a:noFill/>
          </a:ln>
        </p:spPr>
        <p:txBody>
          <a:bodyPr lIns="0" rIns="0" tIns="0" bIns="0" anchor="t">
            <a:noAutofit/>
          </a:bodyPr>
          <a:p>
            <a:pPr indent="0" defTabSz="914400">
              <a:lnSpc>
                <a:spcPct val="105000"/>
              </a:lnSpc>
              <a:buNone/>
            </a:pPr>
            <a:r>
              <a:rPr b="0" lang="de-DE" sz="3600" spc="-1" strike="noStrike">
                <a:solidFill>
                  <a:schemeClr val="dk1"/>
                </a:solidFill>
                <a:latin typeface="Noto Sans"/>
              </a:rPr>
              <a:t>Mastertitelformat bearbeiten</a:t>
            </a:r>
            <a:endParaRPr b="0" lang="de-DE" sz="3600" spc="-1" strike="noStrike">
              <a:solidFill>
                <a:schemeClr val="dk1"/>
              </a:solidFill>
              <a:latin typeface="Noto Sans"/>
            </a:endParaRPr>
          </a:p>
        </p:txBody>
      </p:sp>
      <p:sp>
        <p:nvSpPr>
          <p:cNvPr id="63" name="PlaceHolder 3"/>
          <p:cNvSpPr>
            <a:spLocks noGrp="1"/>
          </p:cNvSpPr>
          <p:nvPr>
            <p:ph type="ftr" idx="17"/>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64" name="PlaceHolder 4">
            <a:extLst>
              <a:ext uri="{C183D7F6-B498-43B3-948B-1728B52AA6E4}">
                <adec:decorative xmlns:adec="http://schemas.microsoft.com/office/drawing/2017/decorative" val="1"/>
              </a:ext>
            </a:extLst>
          </p:cNvPr>
          <p:cNvSpPr>
            <a:spLocks noGrp="1"/>
          </p:cNvSpPr>
          <p:nvPr>
            <p:ph type="sldNum" idx="18"/>
          </p:nvPr>
        </p:nvSpPr>
        <p:spPr>
          <a:xfrm>
            <a:off x="11522880" y="6489720"/>
            <a:ext cx="333720" cy="177480"/>
          </a:xfrm>
          <a:prstGeom prst="rect">
            <a:avLst/>
          </a:prstGeom>
          <a:noFill/>
          <a:ln w="6480">
            <a:solidFill>
              <a:schemeClr val="lt1"/>
            </a:solidFill>
            <a:round/>
          </a:ln>
        </p:spPr>
        <p:txBody>
          <a:bodyPr lIns="0" rIns="0" tIns="0" bIns="0" anchor="ctr">
            <a:noAutofit/>
          </a:bodyPr>
          <a:lstStyle>
            <a:lvl1pPr indent="0" algn="ctr" defTabSz="914400">
              <a:lnSpc>
                <a:spcPct val="100000"/>
              </a:lnSpc>
              <a:buNone/>
              <a:defRPr b="0" lang="de-DE" sz="800" spc="-1" strike="noStrike">
                <a:solidFill>
                  <a:schemeClr val="lt1"/>
                </a:solidFill>
                <a:latin typeface="Noto Sans"/>
              </a:defRPr>
            </a:lvl1pPr>
          </a:lstStyle>
          <a:p>
            <a:pPr indent="0" algn="ctr" defTabSz="914400">
              <a:lnSpc>
                <a:spcPct val="100000"/>
              </a:lnSpc>
              <a:buNone/>
            </a:pPr>
            <a:fld id="{8DE0F7B5-029F-4D25-91EE-05570FA5D29C}" type="slidenum">
              <a:rPr b="0" lang="de-DE" sz="800" spc="-1" strike="noStrike">
                <a:solidFill>
                  <a:schemeClr val="lt1"/>
                </a:solidFill>
                <a:latin typeface="Noto Sans"/>
              </a:rPr>
              <a:t>&lt;number&gt;</a:t>
            </a:fld>
            <a:endParaRPr b="0" lang="en-US" sz="800" spc="-1" strike="noStrike">
              <a:solidFill>
                <a:srgbClr val="000000"/>
              </a:solidFill>
              <a:latin typeface="Times New Roman"/>
            </a:endParaRPr>
          </a:p>
        </p:txBody>
      </p:sp>
      <p:sp>
        <p:nvSpPr>
          <p:cNvPr id="65" name="PlaceHolder 5"/>
          <p:cNvSpPr>
            <a:spLocks noGrp="1"/>
          </p:cNvSpPr>
          <p:nvPr>
            <p:ph type="body"/>
          </p:nvPr>
        </p:nvSpPr>
        <p:spPr>
          <a:xfrm rot="16200000">
            <a:off x="9109440" y="3083760"/>
            <a:ext cx="5829480" cy="334440"/>
          </a:xfrm>
          <a:prstGeom prst="rect">
            <a:avLst/>
          </a:prstGeom>
          <a:noFill/>
          <a:ln w="0">
            <a:noFill/>
          </a:ln>
        </p:spPr>
        <p:txBody>
          <a:bodyPr lIns="108000" rIns="108000" tIns="36000" bIns="36000" anchor="ctr">
            <a:noAutofit/>
          </a:bodyPr>
          <a:p>
            <a:pPr indent="0" defTabSz="914400">
              <a:lnSpc>
                <a:spcPct val="100000"/>
              </a:lnSpc>
              <a:buNone/>
              <a:tabLst>
                <a:tab algn="l" pos="0"/>
              </a:tabLst>
            </a:pPr>
            <a:r>
              <a:rPr b="0" lang="de-DE" sz="800" spc="-1" strike="noStrike">
                <a:solidFill>
                  <a:schemeClr val="lt1"/>
                </a:solidFill>
                <a:latin typeface="Noto Sans"/>
              </a:rPr>
              <a:t>Bildnachweis</a:t>
            </a:r>
            <a:endParaRPr b="0" lang="de-DE" sz="8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75"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6" name="PlaceHolder 1"/>
          <p:cNvSpPr>
            <a:spLocks noGrp="1"/>
          </p:cNvSpPr>
          <p:nvPr>
            <p:ph type="title"/>
          </p:nvPr>
        </p:nvSpPr>
        <p:spPr>
          <a:xfrm>
            <a:off x="766800" y="333360"/>
            <a:ext cx="10658160" cy="899640"/>
          </a:xfrm>
          <a:prstGeom prst="rect">
            <a:avLst/>
          </a:prstGeom>
          <a:noFill/>
          <a:ln w="0">
            <a:noFill/>
          </a:ln>
        </p:spPr>
        <p:txBody>
          <a:bodyPr lIns="0" rIns="0" tIns="0" bIns="0" anchor="t">
            <a:noAutofit/>
          </a:bodyPr>
          <a:p>
            <a:pPr indent="0" defTabSz="914400">
              <a:lnSpc>
                <a:spcPct val="110000"/>
              </a:lnSpc>
              <a:buNone/>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67" name="PlaceHolder 2"/>
          <p:cNvSpPr>
            <a:spLocks noGrp="1"/>
          </p:cNvSpPr>
          <p:nvPr>
            <p:ph type="body"/>
          </p:nvPr>
        </p:nvSpPr>
        <p:spPr>
          <a:xfrm>
            <a:off x="766800" y="1665360"/>
            <a:ext cx="10658160" cy="4500360"/>
          </a:xfrm>
          <a:prstGeom prst="rect">
            <a:avLst/>
          </a:prstGeom>
          <a:noFill/>
          <a:ln w="0">
            <a:noFill/>
          </a:ln>
        </p:spPr>
        <p:txBody>
          <a:bodyPr lIns="0" rIns="0" tIns="0" bIns="0" anchor="t">
            <a:noAutofit/>
          </a:bodyPr>
          <a:p>
            <a:pPr marL="181080" indent="-181080" defTabSz="914400">
              <a:lnSpc>
                <a:spcPct val="120000"/>
              </a:lnSpc>
              <a:buClr>
                <a:srgbClr val="000000"/>
              </a:buClr>
              <a:buFont typeface="Noto Sans"/>
              <a:buChar char="‒"/>
            </a:pPr>
            <a:r>
              <a:rPr b="0" lang="de-DE" sz="1400" spc="-1" strike="noStrike">
                <a:solidFill>
                  <a:schemeClr val="dk1"/>
                </a:solidFill>
                <a:latin typeface="Noto Sans"/>
              </a:rPr>
              <a:t>Mastertextformat bearbeiten</a:t>
            </a:r>
            <a:endParaRPr b="0" lang="de-DE" sz="1400" spc="-1" strike="noStrike">
              <a:solidFill>
                <a:schemeClr val="dk1"/>
              </a:solidFill>
              <a:latin typeface="Noto Sans"/>
            </a:endParaRPr>
          </a:p>
          <a:p>
            <a:pPr lvl="1" marL="355680" indent="-174600" defTabSz="914400">
              <a:lnSpc>
                <a:spcPct val="120000"/>
              </a:lnSpc>
              <a:buClr>
                <a:srgbClr val="000000"/>
              </a:buClr>
              <a:buFont typeface="Noto Sans"/>
              <a:buChar char="‒"/>
            </a:pPr>
            <a:r>
              <a:rPr b="0" lang="de-DE" sz="1400" spc="-1" strike="noStrike">
                <a:solidFill>
                  <a:schemeClr val="dk1"/>
                </a:solidFill>
                <a:latin typeface="Noto Sans"/>
              </a:rPr>
              <a:t>Zweite Ebene</a:t>
            </a:r>
            <a:endParaRPr b="0" lang="de-DE" sz="1400" spc="-1" strike="noStrike">
              <a:solidFill>
                <a:schemeClr val="dk1"/>
              </a:solidFill>
              <a:latin typeface="Noto Sans"/>
            </a:endParaRPr>
          </a:p>
          <a:p>
            <a:pPr lvl="2" marL="538200" indent="-182520" defTabSz="914400">
              <a:lnSpc>
                <a:spcPct val="120000"/>
              </a:lnSpc>
              <a:buClr>
                <a:srgbClr val="000000"/>
              </a:buClr>
              <a:buFont typeface="Noto Sans"/>
              <a:buChar char="‒"/>
            </a:pPr>
            <a:r>
              <a:rPr b="0" lang="de-DE" sz="1400" spc="-1" strike="noStrike">
                <a:solidFill>
                  <a:schemeClr val="dk1"/>
                </a:solidFill>
                <a:latin typeface="Noto Sans"/>
              </a:rPr>
              <a:t>Dritte Ebene</a:t>
            </a:r>
            <a:endParaRPr b="0" lang="de-DE" sz="1400" spc="-1" strike="noStrike">
              <a:solidFill>
                <a:schemeClr val="dk1"/>
              </a:solidFill>
              <a:latin typeface="Noto Sans"/>
            </a:endParaRPr>
          </a:p>
          <a:p>
            <a:pPr lvl="3" marL="719280" indent="-181080" defTabSz="914400">
              <a:lnSpc>
                <a:spcPct val="120000"/>
              </a:lnSpc>
              <a:buClr>
                <a:srgbClr val="000000"/>
              </a:buClr>
              <a:buFont typeface="Noto Sans"/>
              <a:buChar char="‒"/>
            </a:pPr>
            <a:r>
              <a:rPr b="0" lang="de-DE" sz="1400" spc="-1" strike="noStrike">
                <a:solidFill>
                  <a:schemeClr val="dk1"/>
                </a:solidFill>
                <a:latin typeface="Noto Sans"/>
              </a:rPr>
              <a:t>Vierte Ebene</a:t>
            </a:r>
            <a:endParaRPr b="0" lang="de-DE" sz="1400" spc="-1" strike="noStrike">
              <a:solidFill>
                <a:schemeClr val="dk1"/>
              </a:solidFill>
              <a:latin typeface="Noto Sans"/>
            </a:endParaRPr>
          </a:p>
          <a:p>
            <a:pPr lvl="4" marL="893880" indent="-174600" defTabSz="914400">
              <a:lnSpc>
                <a:spcPct val="120000"/>
              </a:lnSpc>
              <a:buClr>
                <a:srgbClr val="000000"/>
              </a:buClr>
              <a:buFont typeface="Noto Sans"/>
              <a:buChar char="‒"/>
            </a:pPr>
            <a:r>
              <a:rPr b="0" lang="de-DE" sz="1400" spc="-1" strike="noStrike">
                <a:solidFill>
                  <a:schemeClr val="dk1"/>
                </a:solidFill>
                <a:latin typeface="Noto Sans"/>
              </a:rPr>
              <a:t>Fünfte Ebene</a:t>
            </a:r>
            <a:endParaRPr b="0" lang="de-DE" sz="1400" spc="-1" strike="noStrike">
              <a:solidFill>
                <a:schemeClr val="dk1"/>
              </a:solidFill>
              <a:latin typeface="Noto Sans"/>
            </a:endParaRPr>
          </a:p>
        </p:txBody>
      </p:sp>
      <p:sp>
        <p:nvSpPr>
          <p:cNvPr id="68" name="PlaceHolder 3"/>
          <p:cNvSpPr>
            <a:spLocks noGrp="1"/>
          </p:cNvSpPr>
          <p:nvPr>
            <p:ph type="ftr" idx="19"/>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69" name="PlaceHolder 4">
            <a:extLst>
              <a:ext uri="{C183D7F6-B498-43B3-948B-1728B52AA6E4}">
                <adec:decorative xmlns:adec="http://schemas.microsoft.com/office/drawing/2017/decorative" val="1"/>
              </a:ext>
            </a:extLst>
          </p:cNvPr>
          <p:cNvSpPr>
            <a:spLocks noGrp="1"/>
          </p:cNvSpPr>
          <p:nvPr>
            <p:ph type="sldNum" idx="20"/>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D68D370A-D993-4E8E-A84F-3DCF9A32C902}"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7" r:id="rId2"/>
    <p:sldLayoutId id="2147483678" r:id="rId3"/>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2" name="PlaceHolder 1"/>
          <p:cNvSpPr>
            <a:spLocks noGrp="1"/>
          </p:cNvSpPr>
          <p:nvPr>
            <p:ph type="title"/>
          </p:nvPr>
        </p:nvSpPr>
        <p:spPr>
          <a:xfrm>
            <a:off x="766800" y="333360"/>
            <a:ext cx="10658160" cy="899640"/>
          </a:xfrm>
          <a:prstGeom prst="rect">
            <a:avLst/>
          </a:prstGeom>
          <a:noFill/>
          <a:ln w="0">
            <a:noFill/>
          </a:ln>
        </p:spPr>
        <p:txBody>
          <a:bodyPr lIns="0" rIns="0" tIns="0" bIns="0" anchor="t">
            <a:noAutofit/>
          </a:bodyPr>
          <a:p>
            <a:pPr indent="0" defTabSz="914400">
              <a:lnSpc>
                <a:spcPct val="110000"/>
              </a:lnSpc>
              <a:buNone/>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73" name="PlaceHolder 2"/>
          <p:cNvSpPr>
            <a:spLocks noGrp="1"/>
          </p:cNvSpPr>
          <p:nvPr>
            <p:ph type="body"/>
          </p:nvPr>
        </p:nvSpPr>
        <p:spPr>
          <a:xfrm>
            <a:off x="766800" y="1665360"/>
            <a:ext cx="5113080" cy="4500360"/>
          </a:xfrm>
          <a:prstGeom prst="rect">
            <a:avLst/>
          </a:prstGeom>
          <a:noFill/>
          <a:ln w="0">
            <a:noFill/>
          </a:ln>
        </p:spPr>
        <p:txBody>
          <a:bodyPr lIns="0" rIns="0" tIns="0" bIns="0" anchor="t">
            <a:noAutofit/>
          </a:bodyPr>
          <a:p>
            <a:pPr marL="181080" indent="-181080" defTabSz="914400">
              <a:lnSpc>
                <a:spcPct val="120000"/>
              </a:lnSpc>
              <a:buClr>
                <a:srgbClr val="000000"/>
              </a:buClr>
              <a:buFont typeface="Noto Sans"/>
              <a:buChar char="‒"/>
            </a:pPr>
            <a:r>
              <a:rPr b="0" lang="de-DE" sz="1400" spc="-1" strike="noStrike">
                <a:solidFill>
                  <a:schemeClr val="dk1"/>
                </a:solidFill>
                <a:latin typeface="Noto Sans"/>
              </a:rPr>
              <a:t>Mastertextformat bearbeiten</a:t>
            </a:r>
            <a:endParaRPr b="0" lang="de-DE" sz="1400" spc="-1" strike="noStrike">
              <a:solidFill>
                <a:schemeClr val="dk1"/>
              </a:solidFill>
              <a:latin typeface="Noto Sans"/>
            </a:endParaRPr>
          </a:p>
          <a:p>
            <a:pPr lvl="1" marL="355680" indent="-174600" defTabSz="914400">
              <a:lnSpc>
                <a:spcPct val="120000"/>
              </a:lnSpc>
              <a:buClr>
                <a:srgbClr val="000000"/>
              </a:buClr>
              <a:buFont typeface="Noto Sans"/>
              <a:buChar char="‒"/>
            </a:pPr>
            <a:r>
              <a:rPr b="0" lang="de-DE" sz="1400" spc="-1" strike="noStrike">
                <a:solidFill>
                  <a:schemeClr val="dk1"/>
                </a:solidFill>
                <a:latin typeface="Noto Sans"/>
              </a:rPr>
              <a:t>Zweite Ebene</a:t>
            </a:r>
            <a:endParaRPr b="0" lang="de-DE" sz="1400" spc="-1" strike="noStrike">
              <a:solidFill>
                <a:schemeClr val="dk1"/>
              </a:solidFill>
              <a:latin typeface="Noto Sans"/>
            </a:endParaRPr>
          </a:p>
          <a:p>
            <a:pPr lvl="2" marL="538200" indent="-182520" defTabSz="914400">
              <a:lnSpc>
                <a:spcPct val="120000"/>
              </a:lnSpc>
              <a:buClr>
                <a:srgbClr val="000000"/>
              </a:buClr>
              <a:buFont typeface="Noto Sans"/>
              <a:buChar char="‒"/>
            </a:pPr>
            <a:r>
              <a:rPr b="0" lang="de-DE" sz="1400" spc="-1" strike="noStrike">
                <a:solidFill>
                  <a:schemeClr val="dk1"/>
                </a:solidFill>
                <a:latin typeface="Noto Sans"/>
              </a:rPr>
              <a:t>Dritte Ebene</a:t>
            </a:r>
            <a:endParaRPr b="0" lang="de-DE" sz="1400" spc="-1" strike="noStrike">
              <a:solidFill>
                <a:schemeClr val="dk1"/>
              </a:solidFill>
              <a:latin typeface="Noto Sans"/>
            </a:endParaRPr>
          </a:p>
          <a:p>
            <a:pPr lvl="3" marL="719280" indent="-181080" defTabSz="914400">
              <a:lnSpc>
                <a:spcPct val="120000"/>
              </a:lnSpc>
              <a:buClr>
                <a:srgbClr val="000000"/>
              </a:buClr>
              <a:buFont typeface="Noto Sans"/>
              <a:buChar char="‒"/>
            </a:pPr>
            <a:r>
              <a:rPr b="0" lang="de-DE" sz="1400" spc="-1" strike="noStrike">
                <a:solidFill>
                  <a:schemeClr val="dk1"/>
                </a:solidFill>
                <a:latin typeface="Noto Sans"/>
              </a:rPr>
              <a:t>Vierte Ebene</a:t>
            </a:r>
            <a:endParaRPr b="0" lang="de-DE" sz="1400" spc="-1" strike="noStrike">
              <a:solidFill>
                <a:schemeClr val="dk1"/>
              </a:solidFill>
              <a:latin typeface="Noto Sans"/>
            </a:endParaRPr>
          </a:p>
          <a:p>
            <a:pPr lvl="4" marL="893880" indent="-174600" defTabSz="914400">
              <a:lnSpc>
                <a:spcPct val="120000"/>
              </a:lnSpc>
              <a:buClr>
                <a:srgbClr val="000000"/>
              </a:buClr>
              <a:buFont typeface="Noto Sans"/>
              <a:buChar char="‒"/>
            </a:pPr>
            <a:r>
              <a:rPr b="0" lang="de-DE" sz="1400" spc="-1" strike="noStrike">
                <a:solidFill>
                  <a:schemeClr val="dk1"/>
                </a:solidFill>
                <a:latin typeface="Noto Sans"/>
              </a:rPr>
              <a:t>Fünfte Ebene</a:t>
            </a:r>
            <a:endParaRPr b="0" lang="de-DE" sz="1400" spc="-1" strike="noStrike">
              <a:solidFill>
                <a:schemeClr val="dk1"/>
              </a:solidFill>
              <a:latin typeface="Noto Sans"/>
            </a:endParaRPr>
          </a:p>
        </p:txBody>
      </p:sp>
      <p:sp>
        <p:nvSpPr>
          <p:cNvPr id="74" name="PlaceHolder 3"/>
          <p:cNvSpPr>
            <a:spLocks noGrp="1"/>
          </p:cNvSpPr>
          <p:nvPr>
            <p:ph type="body"/>
          </p:nvPr>
        </p:nvSpPr>
        <p:spPr>
          <a:xfrm>
            <a:off x="6311880" y="1665360"/>
            <a:ext cx="5113080" cy="4500360"/>
          </a:xfrm>
          <a:prstGeom prst="rect">
            <a:avLst/>
          </a:prstGeom>
          <a:noFill/>
          <a:ln w="0">
            <a:noFill/>
          </a:ln>
        </p:spPr>
        <p:txBody>
          <a:bodyPr lIns="0" rIns="0" tIns="0" bIns="0" anchor="t">
            <a:noAutofit/>
          </a:bodyPr>
          <a:p>
            <a:pPr marL="181080" indent="-181080" defTabSz="914400">
              <a:lnSpc>
                <a:spcPct val="120000"/>
              </a:lnSpc>
              <a:buClr>
                <a:srgbClr val="000000"/>
              </a:buClr>
              <a:buFont typeface="Noto Sans"/>
              <a:buChar char="‒"/>
            </a:pPr>
            <a:r>
              <a:rPr b="0" lang="de-DE" sz="1400" spc="-1" strike="noStrike">
                <a:solidFill>
                  <a:schemeClr val="dk1"/>
                </a:solidFill>
                <a:latin typeface="Noto Sans"/>
              </a:rPr>
              <a:t>Mastertextformat bearbeiten</a:t>
            </a:r>
            <a:endParaRPr b="0" lang="de-DE" sz="1400" spc="-1" strike="noStrike">
              <a:solidFill>
                <a:schemeClr val="dk1"/>
              </a:solidFill>
              <a:latin typeface="Noto Sans"/>
            </a:endParaRPr>
          </a:p>
          <a:p>
            <a:pPr lvl="1" marL="355680" indent="-174600" defTabSz="914400">
              <a:lnSpc>
                <a:spcPct val="120000"/>
              </a:lnSpc>
              <a:buClr>
                <a:srgbClr val="000000"/>
              </a:buClr>
              <a:buFont typeface="Noto Sans"/>
              <a:buChar char="‒"/>
            </a:pPr>
            <a:r>
              <a:rPr b="0" lang="de-DE" sz="1400" spc="-1" strike="noStrike">
                <a:solidFill>
                  <a:schemeClr val="dk1"/>
                </a:solidFill>
                <a:latin typeface="Noto Sans"/>
              </a:rPr>
              <a:t>Zweite Ebene</a:t>
            </a:r>
            <a:endParaRPr b="0" lang="de-DE" sz="1400" spc="-1" strike="noStrike">
              <a:solidFill>
                <a:schemeClr val="dk1"/>
              </a:solidFill>
              <a:latin typeface="Noto Sans"/>
            </a:endParaRPr>
          </a:p>
          <a:p>
            <a:pPr lvl="2" marL="538200" indent="-182520" defTabSz="914400">
              <a:lnSpc>
                <a:spcPct val="120000"/>
              </a:lnSpc>
              <a:buClr>
                <a:srgbClr val="000000"/>
              </a:buClr>
              <a:buFont typeface="Noto Sans"/>
              <a:buChar char="‒"/>
            </a:pPr>
            <a:r>
              <a:rPr b="0" lang="de-DE" sz="1400" spc="-1" strike="noStrike">
                <a:solidFill>
                  <a:schemeClr val="dk1"/>
                </a:solidFill>
                <a:latin typeface="Noto Sans"/>
              </a:rPr>
              <a:t>Dritte Ebene</a:t>
            </a:r>
            <a:endParaRPr b="0" lang="de-DE" sz="1400" spc="-1" strike="noStrike">
              <a:solidFill>
                <a:schemeClr val="dk1"/>
              </a:solidFill>
              <a:latin typeface="Noto Sans"/>
            </a:endParaRPr>
          </a:p>
          <a:p>
            <a:pPr lvl="3" marL="719280" indent="-181080" defTabSz="914400">
              <a:lnSpc>
                <a:spcPct val="120000"/>
              </a:lnSpc>
              <a:buClr>
                <a:srgbClr val="000000"/>
              </a:buClr>
              <a:buFont typeface="Noto Sans"/>
              <a:buChar char="‒"/>
            </a:pPr>
            <a:r>
              <a:rPr b="0" lang="de-DE" sz="1400" spc="-1" strike="noStrike">
                <a:solidFill>
                  <a:schemeClr val="dk1"/>
                </a:solidFill>
                <a:latin typeface="Noto Sans"/>
              </a:rPr>
              <a:t>Vierte Ebene</a:t>
            </a:r>
            <a:endParaRPr b="0" lang="de-DE" sz="1400" spc="-1" strike="noStrike">
              <a:solidFill>
                <a:schemeClr val="dk1"/>
              </a:solidFill>
              <a:latin typeface="Noto Sans"/>
            </a:endParaRPr>
          </a:p>
          <a:p>
            <a:pPr lvl="4" marL="893880" indent="-174600" defTabSz="914400">
              <a:lnSpc>
                <a:spcPct val="120000"/>
              </a:lnSpc>
              <a:buClr>
                <a:srgbClr val="000000"/>
              </a:buClr>
              <a:buFont typeface="Noto Sans"/>
              <a:buChar char="‒"/>
            </a:pPr>
            <a:r>
              <a:rPr b="0" lang="de-DE" sz="1400" spc="-1" strike="noStrike">
                <a:solidFill>
                  <a:schemeClr val="dk1"/>
                </a:solidFill>
                <a:latin typeface="Noto Sans"/>
              </a:rPr>
              <a:t>Fünfte Ebene</a:t>
            </a:r>
            <a:endParaRPr b="0" lang="de-DE" sz="1400" spc="-1" strike="noStrike">
              <a:solidFill>
                <a:schemeClr val="dk1"/>
              </a:solidFill>
              <a:latin typeface="Noto Sans"/>
            </a:endParaRPr>
          </a:p>
        </p:txBody>
      </p:sp>
      <p:sp>
        <p:nvSpPr>
          <p:cNvPr id="75" name="PlaceHolder 4"/>
          <p:cNvSpPr>
            <a:spLocks noGrp="1"/>
          </p:cNvSpPr>
          <p:nvPr>
            <p:ph type="ftr" idx="21"/>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76" name="PlaceHolder 5">
            <a:extLst>
              <a:ext uri="{C183D7F6-B498-43B3-948B-1728B52AA6E4}">
                <adec:decorative xmlns:adec="http://schemas.microsoft.com/office/drawing/2017/decorative" val="1"/>
              </a:ext>
            </a:extLst>
          </p:cNvPr>
          <p:cNvSpPr>
            <a:spLocks noGrp="1"/>
          </p:cNvSpPr>
          <p:nvPr>
            <p:ph type="sldNum" idx="22"/>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B81051B3-CFEF-4561-A0C2-CFEECA9EF231}"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0"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9" name="PlaceHolder 1"/>
          <p:cNvSpPr>
            <a:spLocks noGrp="1"/>
          </p:cNvSpPr>
          <p:nvPr>
            <p:ph type="title"/>
          </p:nvPr>
        </p:nvSpPr>
        <p:spPr>
          <a:xfrm>
            <a:off x="766800" y="333360"/>
            <a:ext cx="5113080" cy="899640"/>
          </a:xfrm>
          <a:prstGeom prst="rect">
            <a:avLst/>
          </a:prstGeom>
          <a:noFill/>
          <a:ln w="0">
            <a:noFill/>
          </a:ln>
        </p:spPr>
        <p:txBody>
          <a:bodyPr lIns="0" rIns="0" tIns="0" bIns="0" anchor="t">
            <a:noAutofit/>
          </a:bodyPr>
          <a:p>
            <a:pPr indent="0" defTabSz="914400">
              <a:lnSpc>
                <a:spcPct val="110000"/>
              </a:lnSpc>
              <a:buNone/>
            </a:pPr>
            <a:r>
              <a:rPr b="1" lang="de-DE" sz="2200" spc="-1" strike="noStrike">
                <a:solidFill>
                  <a:schemeClr val="dk1"/>
                </a:solidFill>
                <a:latin typeface="Noto Sans"/>
              </a:rPr>
              <a:t>Mastertitelformat bearbeiten</a:t>
            </a:r>
            <a:endParaRPr b="0" lang="de-DE" sz="2200" spc="-1" strike="noStrike">
              <a:solidFill>
                <a:schemeClr val="dk1"/>
              </a:solidFill>
              <a:latin typeface="Noto Sans"/>
            </a:endParaRPr>
          </a:p>
        </p:txBody>
      </p:sp>
      <p:sp>
        <p:nvSpPr>
          <p:cNvPr id="80" name="PlaceHolder 2"/>
          <p:cNvSpPr>
            <a:spLocks noGrp="1"/>
          </p:cNvSpPr>
          <p:nvPr>
            <p:ph type="body"/>
          </p:nvPr>
        </p:nvSpPr>
        <p:spPr>
          <a:xfrm>
            <a:off x="766800" y="1665360"/>
            <a:ext cx="5113080" cy="4500360"/>
          </a:xfrm>
          <a:prstGeom prst="rect">
            <a:avLst/>
          </a:prstGeom>
          <a:noFill/>
          <a:ln w="0">
            <a:noFill/>
          </a:ln>
        </p:spPr>
        <p:txBody>
          <a:bodyPr lIns="0" rIns="0" tIns="0" bIns="0" anchor="t">
            <a:noAutofit/>
          </a:bodyPr>
          <a:p>
            <a:pPr marL="181080" indent="-181080" defTabSz="914400">
              <a:lnSpc>
                <a:spcPct val="120000"/>
              </a:lnSpc>
              <a:buClr>
                <a:srgbClr val="000000"/>
              </a:buClr>
              <a:buFont typeface="Noto Sans"/>
              <a:buChar char="‒"/>
            </a:pPr>
            <a:r>
              <a:rPr b="0" lang="de-DE" sz="1400" spc="-1" strike="noStrike">
                <a:solidFill>
                  <a:schemeClr val="dk1"/>
                </a:solidFill>
                <a:latin typeface="Noto Sans"/>
              </a:rPr>
              <a:t>Mastertextformat bearbeiten</a:t>
            </a:r>
            <a:endParaRPr b="0" lang="de-DE" sz="1400" spc="-1" strike="noStrike">
              <a:solidFill>
                <a:schemeClr val="dk1"/>
              </a:solidFill>
              <a:latin typeface="Noto Sans"/>
            </a:endParaRPr>
          </a:p>
          <a:p>
            <a:pPr lvl="1" marL="355680" indent="-174600" defTabSz="914400">
              <a:lnSpc>
                <a:spcPct val="120000"/>
              </a:lnSpc>
              <a:buClr>
                <a:srgbClr val="000000"/>
              </a:buClr>
              <a:buFont typeface="Noto Sans"/>
              <a:buChar char="‒"/>
            </a:pPr>
            <a:r>
              <a:rPr b="0" lang="de-DE" sz="1400" spc="-1" strike="noStrike">
                <a:solidFill>
                  <a:schemeClr val="dk1"/>
                </a:solidFill>
                <a:latin typeface="Noto Sans"/>
              </a:rPr>
              <a:t>Zweite Ebene</a:t>
            </a:r>
            <a:endParaRPr b="0" lang="de-DE" sz="1400" spc="-1" strike="noStrike">
              <a:solidFill>
                <a:schemeClr val="dk1"/>
              </a:solidFill>
              <a:latin typeface="Noto Sans"/>
            </a:endParaRPr>
          </a:p>
          <a:p>
            <a:pPr lvl="2" marL="538200" indent="-182520" defTabSz="914400">
              <a:lnSpc>
                <a:spcPct val="120000"/>
              </a:lnSpc>
              <a:buClr>
                <a:srgbClr val="000000"/>
              </a:buClr>
              <a:buFont typeface="Noto Sans"/>
              <a:buChar char="‒"/>
            </a:pPr>
            <a:r>
              <a:rPr b="0" lang="de-DE" sz="1400" spc="-1" strike="noStrike">
                <a:solidFill>
                  <a:schemeClr val="dk1"/>
                </a:solidFill>
                <a:latin typeface="Noto Sans"/>
              </a:rPr>
              <a:t>Dritte Ebene</a:t>
            </a:r>
            <a:endParaRPr b="0" lang="de-DE" sz="1400" spc="-1" strike="noStrike">
              <a:solidFill>
                <a:schemeClr val="dk1"/>
              </a:solidFill>
              <a:latin typeface="Noto Sans"/>
            </a:endParaRPr>
          </a:p>
          <a:p>
            <a:pPr lvl="3" marL="719280" indent="-181080" defTabSz="914400">
              <a:lnSpc>
                <a:spcPct val="120000"/>
              </a:lnSpc>
              <a:buClr>
                <a:srgbClr val="000000"/>
              </a:buClr>
              <a:buFont typeface="Noto Sans"/>
              <a:buChar char="‒"/>
            </a:pPr>
            <a:r>
              <a:rPr b="0" lang="de-DE" sz="1400" spc="-1" strike="noStrike">
                <a:solidFill>
                  <a:schemeClr val="dk1"/>
                </a:solidFill>
                <a:latin typeface="Noto Sans"/>
              </a:rPr>
              <a:t>Vierte Ebene</a:t>
            </a:r>
            <a:endParaRPr b="0" lang="de-DE" sz="1400" spc="-1" strike="noStrike">
              <a:solidFill>
                <a:schemeClr val="dk1"/>
              </a:solidFill>
              <a:latin typeface="Noto Sans"/>
            </a:endParaRPr>
          </a:p>
          <a:p>
            <a:pPr lvl="4" marL="893880" indent="-174600" defTabSz="914400">
              <a:lnSpc>
                <a:spcPct val="120000"/>
              </a:lnSpc>
              <a:buClr>
                <a:srgbClr val="000000"/>
              </a:buClr>
              <a:buFont typeface="Noto Sans"/>
              <a:buChar char="‒"/>
            </a:pPr>
            <a:r>
              <a:rPr b="0" lang="de-DE" sz="1400" spc="-1" strike="noStrike">
                <a:solidFill>
                  <a:schemeClr val="dk1"/>
                </a:solidFill>
                <a:latin typeface="Noto Sans"/>
              </a:rPr>
              <a:t>Fünfte Ebene</a:t>
            </a:r>
            <a:endParaRPr b="0" lang="de-DE" sz="1400" spc="-1" strike="noStrike">
              <a:solidFill>
                <a:schemeClr val="dk1"/>
              </a:solidFill>
              <a:latin typeface="Noto Sans"/>
            </a:endParaRPr>
          </a:p>
        </p:txBody>
      </p:sp>
      <p:sp>
        <p:nvSpPr>
          <p:cNvPr id="81" name="PlaceHolder 3"/>
          <p:cNvSpPr>
            <a:spLocks noGrp="1"/>
          </p:cNvSpPr>
          <p:nvPr>
            <p:ph type="body"/>
          </p:nvPr>
        </p:nvSpPr>
        <p:spPr>
          <a:xfrm>
            <a:off x="6537960" y="333360"/>
            <a:ext cx="5318640" cy="5297400"/>
          </a:xfrm>
          <a:prstGeom prst="rect">
            <a:avLst/>
          </a:prstGeom>
          <a:solidFill>
            <a:schemeClr val="lt1">
              <a:lumMod val="85000"/>
            </a:schemeClr>
          </a:solidFill>
          <a:ln w="0">
            <a:noFill/>
          </a:ln>
        </p:spPr>
        <p:txBody>
          <a:bodyPr lIns="90000" rIns="90000" tIns="45000" bIns="45000" anchor="ctr">
            <a:noAutofit/>
          </a:bodyPr>
          <a:p>
            <a:pPr marL="432000" indent="-324000">
              <a:lnSpc>
                <a:spcPct val="120000"/>
              </a:lnSpc>
              <a:spcBef>
                <a:spcPts val="1417"/>
              </a:spcBef>
              <a:buClr>
                <a:srgbClr val="000000"/>
              </a:buClr>
              <a:buSzPct val="45000"/>
              <a:buFont typeface="Wingdings" charset="2"/>
              <a:buChar char=""/>
            </a:pPr>
            <a:r>
              <a:rPr b="0" lang="de-DE" sz="1800" spc="-1" strike="noStrike">
                <a:solidFill>
                  <a:schemeClr val="dk1"/>
                </a:solidFill>
                <a:latin typeface="Noto Sans"/>
              </a:rPr>
              <a:t>Click to edit the outline text format</a:t>
            </a:r>
            <a:endParaRPr b="0" lang="de-DE" sz="1800" spc="-1" strike="noStrike">
              <a:solidFill>
                <a:schemeClr val="dk1"/>
              </a:solidFill>
              <a:latin typeface="Noto Sans"/>
            </a:endParaRPr>
          </a:p>
          <a:p>
            <a:pPr lvl="1" marL="864000" indent="-324000">
              <a:lnSpc>
                <a:spcPct val="120000"/>
              </a:lnSpc>
              <a:spcBef>
                <a:spcPts val="1134"/>
              </a:spcBef>
              <a:buClr>
                <a:srgbClr val="000000"/>
              </a:buClr>
              <a:buSzPct val="75000"/>
              <a:buFont typeface="Symbol" charset="2"/>
              <a:buChar char=""/>
            </a:pPr>
            <a:r>
              <a:rPr b="0" lang="de-DE" sz="1800" spc="-1" strike="noStrike">
                <a:solidFill>
                  <a:schemeClr val="dk1"/>
                </a:solidFill>
                <a:latin typeface="Noto Sans"/>
              </a:rPr>
              <a:t>Second Outline Level</a:t>
            </a:r>
            <a:endParaRPr b="0" lang="de-DE" sz="1800" spc="-1" strike="noStrike">
              <a:solidFill>
                <a:schemeClr val="dk1"/>
              </a:solidFill>
              <a:latin typeface="Noto Sans"/>
            </a:endParaRPr>
          </a:p>
          <a:p>
            <a:pPr lvl="2" marL="1296000" indent="-288000">
              <a:lnSpc>
                <a:spcPct val="120000"/>
              </a:lnSpc>
              <a:spcBef>
                <a:spcPts val="850"/>
              </a:spcBef>
              <a:buClr>
                <a:srgbClr val="000000"/>
              </a:buClr>
              <a:buSzPct val="45000"/>
              <a:buFont typeface="Wingdings" charset="2"/>
              <a:buChar char=""/>
            </a:pPr>
            <a:r>
              <a:rPr b="0" lang="de-DE" sz="1800" spc="-1" strike="noStrike">
                <a:solidFill>
                  <a:schemeClr val="dk1"/>
                </a:solidFill>
                <a:latin typeface="Noto Sans"/>
              </a:rPr>
              <a:t>Third Outline Level</a:t>
            </a:r>
            <a:endParaRPr b="0" lang="de-DE" sz="1800" spc="-1" strike="noStrike">
              <a:solidFill>
                <a:schemeClr val="dk1"/>
              </a:solidFill>
              <a:latin typeface="Noto Sans"/>
            </a:endParaRPr>
          </a:p>
          <a:p>
            <a:pPr lvl="3" marL="1728000" indent="-216000">
              <a:lnSpc>
                <a:spcPct val="120000"/>
              </a:lnSpc>
              <a:spcBef>
                <a:spcPts val="567"/>
              </a:spcBef>
              <a:buClr>
                <a:srgbClr val="000000"/>
              </a:buClr>
              <a:buSzPct val="75000"/>
              <a:buFont typeface="Symbol" charset="2"/>
              <a:buChar char=""/>
            </a:pPr>
            <a:r>
              <a:rPr b="0" lang="de-DE" sz="1800" spc="-1" strike="noStrike">
                <a:solidFill>
                  <a:schemeClr val="dk1"/>
                </a:solidFill>
                <a:latin typeface="Noto Sans"/>
              </a:rPr>
              <a:t>Fourth Outline Level</a:t>
            </a:r>
            <a:endParaRPr b="0" lang="de-DE" sz="1800" spc="-1" strike="noStrike">
              <a:solidFill>
                <a:schemeClr val="dk1"/>
              </a:solidFill>
              <a:latin typeface="Noto Sans"/>
            </a:endParaRPr>
          </a:p>
          <a:p>
            <a:pPr lvl="4" marL="2160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Fifth Outline Level</a:t>
            </a:r>
            <a:endParaRPr b="0" lang="de-DE" sz="1800" spc="-1" strike="noStrike">
              <a:solidFill>
                <a:schemeClr val="dk1"/>
              </a:solidFill>
              <a:latin typeface="Noto Sans"/>
            </a:endParaRPr>
          </a:p>
          <a:p>
            <a:pPr lvl="5" marL="2592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Sixth Outline Level</a:t>
            </a:r>
            <a:endParaRPr b="0" lang="de-DE" sz="1800" spc="-1" strike="noStrike">
              <a:solidFill>
                <a:schemeClr val="dk1"/>
              </a:solidFill>
              <a:latin typeface="Noto Sans"/>
            </a:endParaRPr>
          </a:p>
          <a:p>
            <a:pPr lvl="6" marL="3024000" indent="-216000">
              <a:lnSpc>
                <a:spcPct val="120000"/>
              </a:lnSpc>
              <a:spcBef>
                <a:spcPts val="283"/>
              </a:spcBef>
              <a:buClr>
                <a:srgbClr val="000000"/>
              </a:buClr>
              <a:buSzPct val="45000"/>
              <a:buFont typeface="Wingdings" charset="2"/>
              <a:buChar char=""/>
            </a:pPr>
            <a:r>
              <a:rPr b="0" lang="de-DE" sz="1800" spc="-1" strike="noStrike">
                <a:solidFill>
                  <a:schemeClr val="dk1"/>
                </a:solidFill>
                <a:latin typeface="Noto Sans"/>
              </a:rPr>
              <a:t>Seventh Outline Level</a:t>
            </a:r>
            <a:endParaRPr b="0" lang="de-DE" sz="1800" spc="-1" strike="noStrike">
              <a:solidFill>
                <a:schemeClr val="dk1"/>
              </a:solidFill>
              <a:latin typeface="Noto Sans"/>
            </a:endParaRPr>
          </a:p>
        </p:txBody>
      </p:sp>
      <p:sp>
        <p:nvSpPr>
          <p:cNvPr id="82" name="PlaceHolder 4"/>
          <p:cNvSpPr>
            <a:spLocks noGrp="1"/>
          </p:cNvSpPr>
          <p:nvPr>
            <p:ph type="ftr" idx="23"/>
          </p:nvPr>
        </p:nvSpPr>
        <p:spPr>
          <a:xfrm>
            <a:off x="766800" y="6489720"/>
            <a:ext cx="10658160" cy="177480"/>
          </a:xfrm>
          <a:prstGeom prst="rect">
            <a:avLst/>
          </a:prstGeom>
          <a:noFill/>
          <a:ln w="0">
            <a:noFill/>
          </a:ln>
        </p:spPr>
        <p:txBody>
          <a:bodyPr lIns="0" rIns="0" tIns="0" bIns="0" anchor="ctr">
            <a:noAutofit/>
          </a:bodyPr>
          <a:lstStyle>
            <a:lvl1pPr indent="0" defTabSz="914400">
              <a:lnSpc>
                <a:spcPct val="100000"/>
              </a:lnSpc>
              <a:buNone/>
              <a:defRPr b="0" lang="de-DE" sz="800" spc="-1" strike="noStrike">
                <a:solidFill>
                  <a:schemeClr val="dk1"/>
                </a:solidFill>
                <a:latin typeface="Noto Sans"/>
              </a:defRPr>
            </a:lvl1pPr>
          </a:lstStyle>
          <a:p>
            <a:pPr indent="0" defTabSz="914400">
              <a:lnSpc>
                <a:spcPct val="100000"/>
              </a:lnSpc>
              <a:buNone/>
            </a:pPr>
            <a:r>
              <a:rPr b="0" lang="de-DE" sz="800" spc="-1" strike="noStrike">
                <a:solidFill>
                  <a:schemeClr val="dk1"/>
                </a:solidFill>
                <a:latin typeface="Noto Sans"/>
              </a:rPr>
              <a:t>&lt;footer&gt;</a:t>
            </a:r>
            <a:endParaRPr b="0" lang="en-US" sz="800" spc="-1" strike="noStrike">
              <a:solidFill>
                <a:srgbClr val="000000"/>
              </a:solidFill>
              <a:latin typeface="Times New Roman"/>
            </a:endParaRPr>
          </a:p>
        </p:txBody>
      </p:sp>
      <p:sp>
        <p:nvSpPr>
          <p:cNvPr id="83" name="PlaceHolder 5">
            <a:extLst>
              <a:ext uri="{C183D7F6-B498-43B3-948B-1728B52AA6E4}">
                <adec:decorative xmlns:adec="http://schemas.microsoft.com/office/drawing/2017/decorative" val="1"/>
              </a:ext>
            </a:extLst>
          </p:cNvPr>
          <p:cNvSpPr>
            <a:spLocks noGrp="1"/>
          </p:cNvSpPr>
          <p:nvPr>
            <p:ph type="sldNum" idx="24"/>
          </p:nvPr>
        </p:nvSpPr>
        <p:spPr>
          <a:xfrm>
            <a:off x="11522880" y="6489720"/>
            <a:ext cx="333720" cy="177480"/>
          </a:xfrm>
          <a:prstGeom prst="rect">
            <a:avLst/>
          </a:prstGeom>
          <a:noFill/>
          <a:ln w="6480">
            <a:solidFill>
              <a:schemeClr val="accent1"/>
            </a:solidFill>
            <a:round/>
          </a:ln>
        </p:spPr>
        <p:txBody>
          <a:bodyPr lIns="0" rIns="0" tIns="0" bIns="0" anchor="ctr">
            <a:noAutofit/>
          </a:bodyPr>
          <a:lstStyle>
            <a:lvl1pPr indent="0" algn="ctr" defTabSz="914400">
              <a:lnSpc>
                <a:spcPct val="100000"/>
              </a:lnSpc>
              <a:buNone/>
              <a:defRPr b="0" lang="de-DE" sz="800" spc="-1" strike="noStrike">
                <a:solidFill>
                  <a:schemeClr val="dk1"/>
                </a:solidFill>
                <a:latin typeface="Noto Sans"/>
              </a:defRPr>
            </a:lvl1pPr>
          </a:lstStyle>
          <a:p>
            <a:pPr indent="0" algn="ctr" defTabSz="914400">
              <a:lnSpc>
                <a:spcPct val="100000"/>
              </a:lnSpc>
              <a:buNone/>
            </a:pPr>
            <a:fld id="{B8CB8BE2-56D4-447A-8DFF-5058D2814B66}" type="slidenum">
              <a:rPr b="0" lang="de-DE" sz="800" spc="-1" strike="noStrike">
                <a:solidFill>
                  <a:schemeClr val="dk1"/>
                </a:solidFill>
                <a:latin typeface="Noto Sans"/>
              </a:rPr>
              <a:t>&lt;number&gt;</a:t>
            </a:fld>
            <a:endParaRPr b="0" lang="en-US" sz="800" spc="-1" strike="noStrike">
              <a:solidFill>
                <a:srgbClr val="000000"/>
              </a:solidFill>
              <a:latin typeface="Times New Roman"/>
            </a:endParaRPr>
          </a:p>
        </p:txBody>
      </p:sp>
      <p:sp>
        <p:nvSpPr>
          <p:cNvPr id="84" name="PlaceHolder 6"/>
          <p:cNvSpPr>
            <a:spLocks noGrp="1"/>
          </p:cNvSpPr>
          <p:nvPr>
            <p:ph type="body"/>
          </p:nvPr>
        </p:nvSpPr>
        <p:spPr>
          <a:xfrm rot="16200000">
            <a:off x="9041760" y="2816280"/>
            <a:ext cx="5294880" cy="334440"/>
          </a:xfrm>
          <a:prstGeom prst="rect">
            <a:avLst/>
          </a:prstGeom>
          <a:noFill/>
          <a:ln w="0">
            <a:noFill/>
          </a:ln>
        </p:spPr>
        <p:txBody>
          <a:bodyPr lIns="108000" rIns="108000" tIns="36000" bIns="36000" anchor="ctr">
            <a:noAutofit/>
          </a:bodyPr>
          <a:p>
            <a:pPr indent="0" defTabSz="914400">
              <a:lnSpc>
                <a:spcPct val="100000"/>
              </a:lnSpc>
              <a:buNone/>
              <a:tabLst>
                <a:tab algn="l" pos="0"/>
              </a:tabLst>
            </a:pPr>
            <a:r>
              <a:rPr b="0" lang="de-DE" sz="800" spc="-1" strike="noStrike">
                <a:solidFill>
                  <a:schemeClr val="lt1"/>
                </a:solidFill>
                <a:latin typeface="Noto Sans"/>
              </a:rPr>
              <a:t>Bildnachweis</a:t>
            </a:r>
            <a:endParaRPr b="0" lang="de-DE" sz="800" spc="-1" strike="noStrike">
              <a:solidFill>
                <a:schemeClr val="dk1"/>
              </a:solidFill>
              <a:latin typeface="Noto Sans"/>
            </a:endParaRPr>
          </a:p>
        </p:txBody>
      </p:sp>
    </p:spTree>
  </p:cSld>
  <p:clrMap bg1="lt1" bg2="lt2" tx1="dk1" tx2="dk2" accent1="accent1" accent2="accent2" accent3="accent3" accent4="accent4" accent5="accent5" accent6="accent6" hlink="hlink" folHlink="folHlink"/>
  <p:sldLayoutIdLst>
    <p:sldLayoutId id="2147483682"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6.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svg"/><Relationship Id="rId3" Type="http://schemas.openxmlformats.org/officeDocument/2006/relationships/slideLayout" Target="../slideLayouts/slideLayout16.xml"/><Relationship Id="rId4"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svg"/><Relationship Id="rId3" Type="http://schemas.openxmlformats.org/officeDocument/2006/relationships/slideLayout" Target="../slideLayouts/slideLayout16.xml"/><Relationship Id="rId4"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svg"/><Relationship Id="rId3" Type="http://schemas.openxmlformats.org/officeDocument/2006/relationships/slideLayout" Target="../slideLayouts/slideLayout16.xml"/><Relationship Id="rId4"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svg"/><Relationship Id="rId3" Type="http://schemas.openxmlformats.org/officeDocument/2006/relationships/slideLayout" Target="../slideLayouts/slideLayout16.xml"/><Relationship Id="rId4"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slideLayout" Target="../slideLayouts/slideLayout16.xml"/><Relationship Id="rId4"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svg"/><Relationship Id="rId3" Type="http://schemas.openxmlformats.org/officeDocument/2006/relationships/slideLayout" Target="../slideLayouts/slideLayout16.xml"/><Relationship Id="rId4"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hyperlink" Target="https://geomoer.github.io/moer-bsc-geodaten/unit13/unit13-00_overview.html" TargetMode="External"/><Relationship Id="rId2" Type="http://schemas.openxmlformats.org/officeDocument/2006/relationships/hyperlink" Target="https://geomoer.github.io/moer-bsc-geodaten/unit13/unit13-01_rasterdaten.html" TargetMode="External"/><Relationship Id="rId3" Type="http://schemas.openxmlformats.org/officeDocument/2006/relationships/hyperlink" Target="https://geomoer.github.io/moer-bsc-geodaten/unit13/unit13-02_rastereigenschaften.html" TargetMode="External"/><Relationship Id="rId4" Type="http://schemas.openxmlformats.org/officeDocument/2006/relationships/hyperlink" Target="https://geomoer.github.io/moer-bsc-geodaten/unit13/unit13-03_raster_qgis.html" TargetMode="External"/><Relationship Id="rId5" Type="http://schemas.openxmlformats.org/officeDocument/2006/relationships/hyperlink" Target="https://docs.qgis.org/3.40/en/docs/user_manual/" TargetMode="External"/><Relationship Id="rId6" Type="http://schemas.openxmlformats.org/officeDocument/2006/relationships/hyperlink" Target="https://hvbg.hessen.de/landesvermessung/geotopographie/3d-daten/digitale-gelaendemodelle" TargetMode="External"/><Relationship Id="rId7" Type="http://schemas.openxmlformats.org/officeDocument/2006/relationships/hyperlink" Target="https://hvbg.hessen.de/geoinformation/open-data" TargetMode="External"/><Relationship Id="rId8" Type="http://schemas.openxmlformats.org/officeDocument/2006/relationships/slideLayout" Target="../slideLayouts/slideLayout16.xml"/><Relationship Id="rId9"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8.xml"/><Relationship Id="rId3" Type="http://schemas.openxmlformats.org/officeDocument/2006/relationships/notesSlide" Target="../notesSlides/notesSlide3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1" name="" descr=""/>
          <p:cNvPicPr/>
          <p:nvPr/>
        </p:nvPicPr>
        <p:blipFill>
          <a:blip r:embed="rId1"/>
          <a:stretch/>
        </p:blipFill>
        <p:spPr>
          <a:xfrm>
            <a:off x="335160" y="2666880"/>
            <a:ext cx="4107240" cy="1407240"/>
          </a:xfrm>
          <a:prstGeom prst="rect">
            <a:avLst/>
          </a:prstGeom>
          <a:ln w="0">
            <a:noFill/>
          </a:ln>
        </p:spPr>
      </p:pic>
      <p:sp>
        <p:nvSpPr>
          <p:cNvPr id="92" name=""/>
          <p:cNvSpPr txBox="1"/>
          <p:nvPr/>
        </p:nvSpPr>
        <p:spPr>
          <a:xfrm>
            <a:off x="4762440" y="2171880"/>
            <a:ext cx="6477120" cy="2286000"/>
          </a:xfrm>
          <a:prstGeom prst="rect">
            <a:avLst/>
          </a:prstGeom>
          <a:noFill/>
          <a:ln w="0">
            <a:noFill/>
          </a:ln>
        </p:spPr>
        <p:txBody>
          <a:bodyPr lIns="0" rIns="0" tIns="0" bIns="0" anchor="t">
            <a:noAutofit/>
          </a:bodyPr>
          <a:p>
            <a:r>
              <a:rPr b="0" lang="en-US" sz="4140" spc="-1" strike="noStrike">
                <a:solidFill>
                  <a:srgbClr val="ffffff"/>
                </a:solidFill>
                <a:latin typeface="Noto Sans"/>
              </a:rPr>
              <a:t>Rasterdaten und</a:t>
            </a:r>
            <a:endParaRPr b="0" lang="en-US" sz="4140" spc="-1" strike="noStrike">
              <a:solidFill>
                <a:srgbClr val="ffffff"/>
              </a:solidFill>
              <a:latin typeface="Arial"/>
            </a:endParaRPr>
          </a:p>
          <a:p>
            <a:r>
              <a:rPr b="0" lang="en-US" sz="4140" spc="-1" strike="noStrike">
                <a:solidFill>
                  <a:srgbClr val="ffffff"/>
                </a:solidFill>
                <a:latin typeface="Noto Sans"/>
              </a:rPr>
              <a:t>Höhenwerte</a:t>
            </a:r>
            <a:endParaRPr b="0" lang="en-US" sz="4140" spc="-1" strike="noStrike">
              <a:solidFill>
                <a:srgbClr val="ffffff"/>
              </a:solidFill>
              <a:latin typeface="Arial"/>
            </a:endParaRPr>
          </a:p>
        </p:txBody>
      </p:sp>
      <p:sp>
        <p:nvSpPr>
          <p:cNvPr id="93" name=""/>
          <p:cNvSpPr txBox="1"/>
          <p:nvPr/>
        </p:nvSpPr>
        <p:spPr>
          <a:xfrm>
            <a:off x="4762440" y="4678560"/>
            <a:ext cx="6400800" cy="533520"/>
          </a:xfrm>
          <a:prstGeom prst="rect">
            <a:avLst/>
          </a:prstGeom>
          <a:noFill/>
          <a:ln w="0">
            <a:noFill/>
          </a:ln>
        </p:spPr>
        <p:txBody>
          <a:bodyPr lIns="0" rIns="0" tIns="0" bIns="0" anchor="t">
            <a:noAutofit/>
          </a:bodyPr>
          <a:p>
            <a:r>
              <a:rPr b="0" lang="en-US" sz="2630" spc="-1" strike="noStrike">
                <a:solidFill>
                  <a:srgbClr val="ffffff"/>
                </a:solidFill>
                <a:latin typeface="Noto Sans"/>
              </a:rPr>
              <a:t>Unit 13</a:t>
            </a:r>
            <a:endParaRPr b="0" lang="en-US" sz="2630" spc="-1" strike="noStrike">
              <a:solidFill>
                <a:srgbClr val="ffffff"/>
              </a:solidFill>
              <a:latin typeface="Arial"/>
            </a:endParaRPr>
          </a:p>
        </p:txBody>
      </p:sp>
      <p:sp>
        <p:nvSpPr>
          <p:cNvPr id="94" name=""/>
          <p:cNvSpPr txBox="1"/>
          <p:nvPr/>
        </p:nvSpPr>
        <p:spPr>
          <a:xfrm>
            <a:off x="4762440" y="5669280"/>
            <a:ext cx="6400800" cy="762120"/>
          </a:xfrm>
          <a:prstGeom prst="rect">
            <a:avLst/>
          </a:prstGeom>
          <a:noFill/>
          <a:ln w="0">
            <a:noFill/>
          </a:ln>
        </p:spPr>
        <p:txBody>
          <a:bodyPr lIns="0" rIns="0" tIns="0" bIns="0" anchor="t">
            <a:noAutofit/>
          </a:bodyPr>
          <a:p>
            <a:r>
              <a:rPr b="0" lang="en-US" sz="1790" spc="-1" strike="noStrike">
                <a:solidFill>
                  <a:srgbClr val="ffffff"/>
                </a:solidFill>
                <a:latin typeface="Noto Sans"/>
              </a:rPr>
              <a:t>Fachbereich 19 · Geographie</a:t>
            </a:r>
            <a:endParaRPr b="0" lang="en-US" sz="1790" spc="-1" strike="noStrike">
              <a:solidFill>
                <a:srgbClr val="ffffff"/>
              </a:solidFill>
              <a:latin typeface="Arial"/>
            </a:endParaRPr>
          </a:p>
          <a:p>
            <a:r>
              <a:rPr b="0" lang="en-US" sz="1790" spc="-1" strike="noStrike">
                <a:solidFill>
                  <a:srgbClr val="ffffff"/>
                </a:solidFill>
                <a:latin typeface="Noto Sans"/>
              </a:rPr>
              <a:t>Philipps-Universität Marburg</a:t>
            </a:r>
            <a:endParaRPr b="0" lang="en-US" sz="179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JiTT · Rückblick auf Unit 12</a:t>
            </a:r>
            <a:endParaRPr b="0" lang="en-US" sz="3190" spc="-1" strike="noStrike">
              <a:solidFill>
                <a:srgbClr val="000000"/>
              </a:solidFill>
              <a:latin typeface="Arial"/>
            </a:endParaRPr>
          </a:p>
        </p:txBody>
      </p:sp>
      <p:sp>
        <p:nvSpPr>
          <p:cNvPr id="96"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PLATZHALTER · VOLLSTÄNDIG AUSTAUSCHBAR</a:t>
            </a:r>
            <a:endParaRPr b="0" lang="en-US" sz="1130" spc="-1" strike="noStrike">
              <a:solidFill>
                <a:srgbClr val="000000"/>
              </a:solidFill>
              <a:latin typeface="Arial"/>
            </a:endParaRPr>
          </a:p>
        </p:txBody>
      </p:sp>
      <p:sp>
        <p:nvSpPr>
          <p:cNvPr id="97"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13</a:t>
            </a:r>
            <a:endParaRPr b="0" lang="en-US" sz="939" spc="-1" strike="noStrike">
              <a:solidFill>
                <a:srgbClr val="000000"/>
              </a:solidFill>
              <a:latin typeface="Arial"/>
            </a:endParaRPr>
          </a:p>
        </p:txBody>
      </p:sp>
      <p:sp>
        <p:nvSpPr>
          <p:cNvPr id="98"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a:t>
            </a:r>
            <a:endParaRPr b="0" lang="en-US" sz="939" spc="-1" strike="noStrike">
              <a:solidFill>
                <a:srgbClr val="000000"/>
              </a:solidFill>
              <a:latin typeface="Arial"/>
            </a:endParaRPr>
          </a:p>
        </p:txBody>
      </p:sp>
      <p:sp>
        <p:nvSpPr>
          <p:cNvPr id="99" name="JiTT – vollständigen Block ersetzen"/>
          <p:cNvSpPr/>
          <p:nvPr/>
        </p:nvSpPr>
        <p:spPr>
          <a:xfrm>
            <a:off x="762120" y="1806120"/>
            <a:ext cx="10668240" cy="4152960"/>
          </a:xfrm>
          <a:prstGeom prst="rect">
            <a:avLst/>
          </a:prstGeom>
          <a:solidFill>
            <a:srgbClr val="eaf5f7"/>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100" name=""/>
          <p:cNvSpPr txBox="1"/>
          <p:nvPr/>
        </p:nvSpPr>
        <p:spPr>
          <a:xfrm>
            <a:off x="1371600" y="3276720"/>
            <a:ext cx="9448920" cy="990720"/>
          </a:xfrm>
          <a:prstGeom prst="rect">
            <a:avLst/>
          </a:prstGeom>
          <a:noFill/>
          <a:ln w="0">
            <a:noFill/>
          </a:ln>
        </p:spPr>
        <p:txBody>
          <a:bodyPr lIns="0" rIns="0" tIns="0" bIns="0" anchor="t">
            <a:noAutofit/>
          </a:bodyPr>
          <a:p>
            <a:pPr algn="ctr"/>
            <a:r>
              <a:rPr b="0" lang="en-US" sz="3570" spc="-1" strike="noStrike">
                <a:solidFill>
                  <a:srgbClr val="004899"/>
                </a:solidFill>
                <a:latin typeface="Noto Sans"/>
              </a:rPr>
              <a:t>[Hier den vollständigen</a:t>
            </a:r>
            <a:endParaRPr b="0" lang="en-US" sz="3570" spc="-1" strike="noStrike">
              <a:solidFill>
                <a:srgbClr val="000000"/>
              </a:solidFill>
              <a:latin typeface="Arial"/>
            </a:endParaRPr>
          </a:p>
          <a:p>
            <a:pPr algn="ctr"/>
            <a:r>
              <a:rPr b="0" lang="en-US" sz="3570" spc="-1" strike="noStrike">
                <a:solidFill>
                  <a:srgbClr val="004899"/>
                </a:solidFill>
                <a:latin typeface="Noto Sans"/>
              </a:rPr>
              <a:t>JiTT-Block einfügen]</a:t>
            </a:r>
            <a:endParaRPr b="0" lang="en-US" sz="35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Vom Höhenraster zum Punktattribut</a:t>
            </a:r>
            <a:endParaRPr b="0" lang="en-US" sz="3190" spc="-1" strike="noStrike">
              <a:solidFill>
                <a:srgbClr val="000000"/>
              </a:solidFill>
              <a:latin typeface="Arial"/>
            </a:endParaRPr>
          </a:p>
        </p:txBody>
      </p:sp>
      <p:sp>
        <p:nvSpPr>
          <p:cNvPr id="102"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UNIT 13 · ORIENTIERUNG</a:t>
            </a:r>
            <a:endParaRPr b="0" lang="en-US" sz="1130" spc="-1" strike="noStrike">
              <a:solidFill>
                <a:srgbClr val="000000"/>
              </a:solidFill>
              <a:latin typeface="Arial"/>
            </a:endParaRPr>
          </a:p>
        </p:txBody>
      </p:sp>
      <p:sp>
        <p:nvSpPr>
          <p:cNvPr id="103"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13</a:t>
            </a:r>
            <a:endParaRPr b="0" lang="en-US" sz="939" spc="-1" strike="noStrike">
              <a:solidFill>
                <a:srgbClr val="000000"/>
              </a:solidFill>
              <a:latin typeface="Arial"/>
            </a:endParaRPr>
          </a:p>
        </p:txBody>
      </p:sp>
      <p:sp>
        <p:nvSpPr>
          <p:cNvPr id="104"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3</a:t>
            </a:r>
            <a:endParaRPr b="0" lang="en-US" sz="939" spc="-1" strike="noStrike">
              <a:solidFill>
                <a:srgbClr val="000000"/>
              </a:solidFill>
              <a:latin typeface="Arial"/>
            </a:endParaRPr>
          </a:p>
        </p:txBody>
      </p:sp>
      <p:pic>
        <p:nvPicPr>
          <p:cNvPr id="105" name="" descr=""/>
          <p:cNvPicPr/>
          <p:nvPr/>
        </p:nvPicPr>
        <p:blipFill>
          <a:blip r:embed="rId1"/>
          <a:stretch/>
        </p:blipFill>
        <p:spPr>
          <a:xfrm>
            <a:off x="647640" y="1714680"/>
            <a:ext cx="10896840" cy="1816200"/>
          </a:xfrm>
          <a:prstGeom prst="rect">
            <a:avLst/>
          </a:prstGeom>
          <a:ln w="0">
            <a:noFill/>
          </a:ln>
        </p:spPr>
      </p:pic>
      <p:sp>
        <p:nvSpPr>
          <p:cNvPr id="106" name=""/>
          <p:cNvSpPr/>
          <p:nvPr/>
        </p:nvSpPr>
        <p:spPr>
          <a:xfrm>
            <a:off x="647640" y="3772080"/>
            <a:ext cx="3505320" cy="15620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07" name=""/>
          <p:cNvSpPr/>
          <p:nvPr/>
        </p:nvSpPr>
        <p:spPr>
          <a:xfrm>
            <a:off x="647640" y="3772080"/>
            <a:ext cx="53280" cy="156204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08" name=""/>
          <p:cNvSpPr txBox="1"/>
          <p:nvPr/>
        </p:nvSpPr>
        <p:spPr>
          <a:xfrm>
            <a:off x="853560" y="3954960"/>
            <a:ext cx="3093840" cy="647640"/>
          </a:xfrm>
          <a:prstGeom prst="rect">
            <a:avLst/>
          </a:prstGeom>
          <a:noFill/>
          <a:ln w="0">
            <a:noFill/>
          </a:ln>
        </p:spPr>
        <p:txBody>
          <a:bodyPr lIns="0" rIns="0" tIns="0" bIns="0" anchor="t">
            <a:noAutofit/>
          </a:bodyPr>
          <a:p>
            <a:r>
              <a:rPr b="1" lang="en-US" sz="2540" spc="-1" strike="noStrike">
                <a:solidFill>
                  <a:srgbClr val="004899"/>
                </a:solidFill>
                <a:latin typeface="Noto Sans"/>
              </a:rPr>
              <a:t>Raster lesen</a:t>
            </a:r>
            <a:endParaRPr b="0" lang="en-US" sz="2540" spc="-1" strike="noStrike">
              <a:solidFill>
                <a:srgbClr val="000000"/>
              </a:solidFill>
              <a:latin typeface="Arial"/>
            </a:endParaRPr>
          </a:p>
        </p:txBody>
      </p:sp>
      <p:sp>
        <p:nvSpPr>
          <p:cNvPr id="109" name=""/>
          <p:cNvSpPr txBox="1"/>
          <p:nvPr/>
        </p:nvSpPr>
        <p:spPr>
          <a:xfrm>
            <a:off x="853560" y="4533840"/>
            <a:ext cx="3093840" cy="663120"/>
          </a:xfrm>
          <a:prstGeom prst="rect">
            <a:avLst/>
          </a:prstGeom>
          <a:noFill/>
          <a:ln w="0">
            <a:noFill/>
          </a:ln>
        </p:spPr>
        <p:txBody>
          <a:bodyPr lIns="0" rIns="0" tIns="0" bIns="0" anchor="t">
            <a:noAutofit/>
          </a:bodyPr>
          <a:p>
            <a:r>
              <a:rPr b="0" lang="en-US" sz="2070" spc="-1" strike="noStrike">
                <a:solidFill>
                  <a:srgbClr val="000000"/>
                </a:solidFill>
                <a:latin typeface="Noto Sans"/>
              </a:rPr>
              <a:t>Zellen, Werte und</a:t>
            </a:r>
            <a:endParaRPr b="0" lang="en-US" sz="2070" spc="-1" strike="noStrike">
              <a:solidFill>
                <a:srgbClr val="000000"/>
              </a:solidFill>
              <a:latin typeface="Arial"/>
            </a:endParaRPr>
          </a:p>
          <a:p>
            <a:r>
              <a:rPr b="0" lang="en-US" sz="2070" spc="-1" strike="noStrike">
                <a:solidFill>
                  <a:srgbClr val="000000"/>
                </a:solidFill>
                <a:latin typeface="Noto Sans"/>
              </a:rPr>
              <a:t>Metadaten unterscheiden</a:t>
            </a:r>
            <a:endParaRPr b="0" lang="en-US" sz="2070" spc="-1" strike="noStrike">
              <a:solidFill>
                <a:srgbClr val="000000"/>
              </a:solidFill>
              <a:latin typeface="Arial"/>
            </a:endParaRPr>
          </a:p>
        </p:txBody>
      </p:sp>
      <p:sp>
        <p:nvSpPr>
          <p:cNvPr id="110" name=""/>
          <p:cNvSpPr/>
          <p:nvPr/>
        </p:nvSpPr>
        <p:spPr>
          <a:xfrm>
            <a:off x="4343400" y="3772080"/>
            <a:ext cx="3505320" cy="15620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11" name=""/>
          <p:cNvSpPr/>
          <p:nvPr/>
        </p:nvSpPr>
        <p:spPr>
          <a:xfrm>
            <a:off x="4343400" y="3772080"/>
            <a:ext cx="53280" cy="156204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12" name=""/>
          <p:cNvSpPr txBox="1"/>
          <p:nvPr/>
        </p:nvSpPr>
        <p:spPr>
          <a:xfrm>
            <a:off x="4549320" y="3954960"/>
            <a:ext cx="3093840" cy="647640"/>
          </a:xfrm>
          <a:prstGeom prst="rect">
            <a:avLst/>
          </a:prstGeom>
          <a:noFill/>
          <a:ln w="0">
            <a:noFill/>
          </a:ln>
        </p:spPr>
        <p:txBody>
          <a:bodyPr lIns="0" rIns="0" tIns="0" bIns="0" anchor="t">
            <a:noAutofit/>
          </a:bodyPr>
          <a:p>
            <a:r>
              <a:rPr b="1" lang="en-US" sz="2540" spc="-1" strike="noStrike">
                <a:solidFill>
                  <a:srgbClr val="004899"/>
                </a:solidFill>
                <a:latin typeface="Noto Sans"/>
              </a:rPr>
              <a:t>Werte prüfen</a:t>
            </a:r>
            <a:endParaRPr b="0" lang="en-US" sz="2540" spc="-1" strike="noStrike">
              <a:solidFill>
                <a:srgbClr val="000000"/>
              </a:solidFill>
              <a:latin typeface="Arial"/>
            </a:endParaRPr>
          </a:p>
        </p:txBody>
      </p:sp>
      <p:sp>
        <p:nvSpPr>
          <p:cNvPr id="113" name=""/>
          <p:cNvSpPr txBox="1"/>
          <p:nvPr/>
        </p:nvSpPr>
        <p:spPr>
          <a:xfrm>
            <a:off x="4549320" y="4533840"/>
            <a:ext cx="3093840" cy="663120"/>
          </a:xfrm>
          <a:prstGeom prst="rect">
            <a:avLst/>
          </a:prstGeom>
          <a:noFill/>
          <a:ln w="0">
            <a:noFill/>
          </a:ln>
        </p:spPr>
        <p:txBody>
          <a:bodyPr lIns="0" rIns="0" tIns="0" bIns="0" anchor="t">
            <a:noAutofit/>
          </a:bodyPr>
          <a:p>
            <a:r>
              <a:rPr b="0" lang="en-US" sz="2070" spc="-1" strike="noStrike">
                <a:solidFill>
                  <a:srgbClr val="000000"/>
                </a:solidFill>
                <a:latin typeface="Noto Sans"/>
              </a:rPr>
              <a:t>Darstellung und NoData</a:t>
            </a:r>
            <a:endParaRPr b="0" lang="en-US" sz="2070" spc="-1" strike="noStrike">
              <a:solidFill>
                <a:srgbClr val="000000"/>
              </a:solidFill>
              <a:latin typeface="Arial"/>
            </a:endParaRPr>
          </a:p>
          <a:p>
            <a:r>
              <a:rPr b="0" lang="en-US" sz="2070" spc="-1" strike="noStrike">
                <a:solidFill>
                  <a:srgbClr val="000000"/>
                </a:solidFill>
                <a:latin typeface="Noto Sans"/>
              </a:rPr>
              <a:t>kontrollieren</a:t>
            </a:r>
            <a:endParaRPr b="0" lang="en-US" sz="2070" spc="-1" strike="noStrike">
              <a:solidFill>
                <a:srgbClr val="000000"/>
              </a:solidFill>
              <a:latin typeface="Arial"/>
            </a:endParaRPr>
          </a:p>
        </p:txBody>
      </p:sp>
      <p:sp>
        <p:nvSpPr>
          <p:cNvPr id="114" name=""/>
          <p:cNvSpPr/>
          <p:nvPr/>
        </p:nvSpPr>
        <p:spPr>
          <a:xfrm>
            <a:off x="8039160" y="3772080"/>
            <a:ext cx="3505320" cy="15620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15" name=""/>
          <p:cNvSpPr/>
          <p:nvPr/>
        </p:nvSpPr>
        <p:spPr>
          <a:xfrm>
            <a:off x="8039160" y="3772080"/>
            <a:ext cx="53280" cy="156204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16" name=""/>
          <p:cNvSpPr txBox="1"/>
          <p:nvPr/>
        </p:nvSpPr>
        <p:spPr>
          <a:xfrm>
            <a:off x="8245080" y="3954960"/>
            <a:ext cx="3093840" cy="647640"/>
          </a:xfrm>
          <a:prstGeom prst="rect">
            <a:avLst/>
          </a:prstGeom>
          <a:noFill/>
          <a:ln w="0">
            <a:noFill/>
          </a:ln>
        </p:spPr>
        <p:txBody>
          <a:bodyPr lIns="0" rIns="0" tIns="0" bIns="0" anchor="t">
            <a:noAutofit/>
          </a:bodyPr>
          <a:p>
            <a:r>
              <a:rPr b="1" lang="en-US" sz="2540" spc="-1" strike="noStrike">
                <a:solidFill>
                  <a:srgbClr val="004899"/>
                </a:solidFill>
                <a:latin typeface="Noto Sans"/>
              </a:rPr>
              <a:t>Punkte ergänzen</a:t>
            </a:r>
            <a:endParaRPr b="0" lang="en-US" sz="2540" spc="-1" strike="noStrike">
              <a:solidFill>
                <a:srgbClr val="000000"/>
              </a:solidFill>
              <a:latin typeface="Arial"/>
            </a:endParaRPr>
          </a:p>
        </p:txBody>
      </p:sp>
      <p:sp>
        <p:nvSpPr>
          <p:cNvPr id="117" name=""/>
          <p:cNvSpPr txBox="1"/>
          <p:nvPr/>
        </p:nvSpPr>
        <p:spPr>
          <a:xfrm>
            <a:off x="8245080" y="4533840"/>
            <a:ext cx="3093840" cy="663120"/>
          </a:xfrm>
          <a:prstGeom prst="rect">
            <a:avLst/>
          </a:prstGeom>
          <a:noFill/>
          <a:ln w="0">
            <a:noFill/>
          </a:ln>
        </p:spPr>
        <p:txBody>
          <a:bodyPr lIns="0" rIns="0" tIns="0" bIns="0" anchor="t">
            <a:noAutofit/>
          </a:bodyPr>
          <a:p>
            <a:r>
              <a:rPr b="0" lang="en-US" sz="2070" spc="-1" strike="noStrike">
                <a:solidFill>
                  <a:srgbClr val="000000"/>
                </a:solidFill>
                <a:latin typeface="Noto Sans"/>
              </a:rPr>
              <a:t>35 Werte · 21 NULL</a:t>
            </a:r>
            <a:endParaRPr b="0" lang="en-US" sz="2070" spc="-1" strike="noStrike">
              <a:solidFill>
                <a:srgbClr val="000000"/>
              </a:solidFill>
              <a:latin typeface="Arial"/>
            </a:endParaRPr>
          </a:p>
          <a:p>
            <a:r>
              <a:rPr b="0" lang="en-US" sz="2070" spc="-1" strike="noStrike">
                <a:solidFill>
                  <a:srgbClr val="000000"/>
                </a:solidFill>
                <a:latin typeface="Noto Sans"/>
              </a:rPr>
              <a:t>als hoehe_m sichern</a:t>
            </a:r>
            <a:endParaRPr b="0" lang="en-US" sz="2070" spc="-1" strike="noStrike">
              <a:solidFill>
                <a:srgbClr val="000000"/>
              </a:solidFill>
              <a:latin typeface="Arial"/>
            </a:endParaRPr>
          </a:p>
        </p:txBody>
      </p:sp>
      <p:sp>
        <p:nvSpPr>
          <p:cNvPr id="118"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19" name=""/>
          <p:cNvSpPr txBox="1"/>
          <p:nvPr/>
        </p:nvSpPr>
        <p:spPr>
          <a:xfrm>
            <a:off x="838080" y="5623560"/>
            <a:ext cx="10515600" cy="442080"/>
          </a:xfrm>
          <a:prstGeom prst="rect">
            <a:avLst/>
          </a:prstGeom>
          <a:noFill/>
          <a:ln w="0">
            <a:noFill/>
          </a:ln>
        </p:spPr>
        <p:txBody>
          <a:bodyPr lIns="0" rIns="0" tIns="0" bIns="0" anchor="t">
            <a:noAutofit/>
          </a:bodyPr>
          <a:p>
            <a:r>
              <a:rPr b="1" lang="en-US" sz="1979" spc="-1" strike="noStrike">
                <a:solidFill>
                  <a:srgbClr val="004899"/>
                </a:solidFill>
                <a:latin typeface="Noto Sans"/>
              </a:rPr>
              <a:t>Leitfrage: Auf welcher Geländehöhe liegen die dokumentierten Beobachtungen?</a:t>
            </a:r>
            <a:endParaRPr b="0" lang="en-US" sz="197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Objekte oder flächendeckendes Wertefeld?</a:t>
            </a:r>
            <a:endParaRPr b="0" lang="en-US" sz="3190" spc="-1" strike="noStrike">
              <a:solidFill>
                <a:srgbClr val="000000"/>
              </a:solidFill>
              <a:latin typeface="Arial"/>
            </a:endParaRPr>
          </a:p>
        </p:txBody>
      </p:sp>
      <p:sp>
        <p:nvSpPr>
          <p:cNvPr id="121"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RASTERMODELL · VERGLEICH</a:t>
            </a:r>
            <a:endParaRPr b="0" lang="en-US" sz="1130" spc="-1" strike="noStrike">
              <a:solidFill>
                <a:srgbClr val="000000"/>
              </a:solidFill>
              <a:latin typeface="Arial"/>
            </a:endParaRPr>
          </a:p>
        </p:txBody>
      </p:sp>
      <p:sp>
        <p:nvSpPr>
          <p:cNvPr id="122"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13</a:t>
            </a:r>
            <a:endParaRPr b="0" lang="en-US" sz="939" spc="-1" strike="noStrike">
              <a:solidFill>
                <a:srgbClr val="000000"/>
              </a:solidFill>
              <a:latin typeface="Arial"/>
            </a:endParaRPr>
          </a:p>
        </p:txBody>
      </p:sp>
      <p:sp>
        <p:nvSpPr>
          <p:cNvPr id="123"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4</a:t>
            </a:r>
            <a:endParaRPr b="0" lang="en-US" sz="939" spc="-1" strike="noStrike">
              <a:solidFill>
                <a:srgbClr val="000000"/>
              </a:solidFill>
              <a:latin typeface="Arial"/>
            </a:endParaRPr>
          </a:p>
        </p:txBody>
      </p:sp>
      <p:sp>
        <p:nvSpPr>
          <p:cNvPr id="124" name=""/>
          <p:cNvSpPr/>
          <p:nvPr/>
        </p:nvSpPr>
        <p:spPr>
          <a:xfrm>
            <a:off x="914400" y="2057400"/>
            <a:ext cx="4572000" cy="24382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25" name=""/>
          <p:cNvSpPr/>
          <p:nvPr/>
        </p:nvSpPr>
        <p:spPr>
          <a:xfrm>
            <a:off x="914400" y="2057400"/>
            <a:ext cx="53280" cy="243828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26" name=""/>
          <p:cNvSpPr txBox="1"/>
          <p:nvPr/>
        </p:nvSpPr>
        <p:spPr>
          <a:xfrm>
            <a:off x="1120320" y="2240280"/>
            <a:ext cx="4160520" cy="647640"/>
          </a:xfrm>
          <a:prstGeom prst="rect">
            <a:avLst/>
          </a:prstGeom>
          <a:noFill/>
          <a:ln w="0">
            <a:noFill/>
          </a:ln>
        </p:spPr>
        <p:txBody>
          <a:bodyPr lIns="0" rIns="0" tIns="0" bIns="0" anchor="t">
            <a:noAutofit/>
          </a:bodyPr>
          <a:p>
            <a:r>
              <a:rPr b="1" lang="en-US" sz="2540" spc="-1" strike="noStrike">
                <a:solidFill>
                  <a:srgbClr val="004899"/>
                </a:solidFill>
                <a:latin typeface="Noto Sans"/>
              </a:rPr>
              <a:t>Vektor</a:t>
            </a:r>
            <a:endParaRPr b="0" lang="en-US" sz="2540" spc="-1" strike="noStrike">
              <a:solidFill>
                <a:srgbClr val="000000"/>
              </a:solidFill>
              <a:latin typeface="Arial"/>
            </a:endParaRPr>
          </a:p>
        </p:txBody>
      </p:sp>
      <p:sp>
        <p:nvSpPr>
          <p:cNvPr id="127" name=""/>
          <p:cNvSpPr txBox="1"/>
          <p:nvPr/>
        </p:nvSpPr>
        <p:spPr>
          <a:xfrm>
            <a:off x="1120320" y="3002400"/>
            <a:ext cx="4160520" cy="1356480"/>
          </a:xfrm>
          <a:prstGeom prst="rect">
            <a:avLst/>
          </a:prstGeom>
          <a:noFill/>
          <a:ln w="0">
            <a:noFill/>
          </a:ln>
        </p:spPr>
        <p:txBody>
          <a:bodyPr lIns="0" rIns="0" tIns="0" bIns="0" anchor="t">
            <a:noAutofit/>
          </a:bodyPr>
          <a:p>
            <a:r>
              <a:rPr b="0" lang="en-US" sz="2350" spc="-1" strike="noStrike">
                <a:solidFill>
                  <a:srgbClr val="000000"/>
                </a:solidFill>
                <a:latin typeface="Noto Sans"/>
              </a:rPr>
              <a:t>einzelne Objekte</a:t>
            </a:r>
            <a:endParaRPr b="0" lang="en-US" sz="2350" spc="-1" strike="noStrike">
              <a:solidFill>
                <a:srgbClr val="000000"/>
              </a:solidFill>
              <a:latin typeface="Arial"/>
            </a:endParaRPr>
          </a:p>
          <a:p>
            <a:r>
              <a:rPr b="0" lang="en-US" sz="2350" spc="-1" strike="noStrike">
                <a:solidFill>
                  <a:srgbClr val="000000"/>
                </a:solidFill>
                <a:latin typeface="Noto Sans"/>
              </a:rPr>
              <a:t>Punkt · Linie · Polygon</a:t>
            </a:r>
            <a:endParaRPr b="0" lang="en-US" sz="2350" spc="-1" strike="noStrike">
              <a:solidFill>
                <a:srgbClr val="000000"/>
              </a:solidFill>
              <a:latin typeface="Arial"/>
            </a:endParaRPr>
          </a:p>
          <a:p>
            <a:r>
              <a:rPr b="0" lang="en-US" sz="2350" spc="-1" strike="noStrike">
                <a:solidFill>
                  <a:srgbClr val="000000"/>
                </a:solidFill>
                <a:latin typeface="Noto Sans"/>
              </a:rPr>
              <a:t>Attribute je Feature</a:t>
            </a:r>
            <a:endParaRPr b="0" lang="en-US" sz="2350" spc="-1" strike="noStrike">
              <a:solidFill>
                <a:srgbClr val="000000"/>
              </a:solidFill>
              <a:latin typeface="Arial"/>
            </a:endParaRPr>
          </a:p>
        </p:txBody>
      </p:sp>
      <p:sp>
        <p:nvSpPr>
          <p:cNvPr id="128" name=""/>
          <p:cNvSpPr/>
          <p:nvPr/>
        </p:nvSpPr>
        <p:spPr>
          <a:xfrm>
            <a:off x="6705720" y="2057400"/>
            <a:ext cx="4572000" cy="24382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29" name=""/>
          <p:cNvSpPr/>
          <p:nvPr/>
        </p:nvSpPr>
        <p:spPr>
          <a:xfrm>
            <a:off x="6705720" y="2057400"/>
            <a:ext cx="53280" cy="243828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30" name=""/>
          <p:cNvSpPr txBox="1"/>
          <p:nvPr/>
        </p:nvSpPr>
        <p:spPr>
          <a:xfrm>
            <a:off x="6911280" y="2240280"/>
            <a:ext cx="4160520" cy="647640"/>
          </a:xfrm>
          <a:prstGeom prst="rect">
            <a:avLst/>
          </a:prstGeom>
          <a:noFill/>
          <a:ln w="0">
            <a:noFill/>
          </a:ln>
        </p:spPr>
        <p:txBody>
          <a:bodyPr lIns="0" rIns="0" tIns="0" bIns="0" anchor="t">
            <a:noAutofit/>
          </a:bodyPr>
          <a:p>
            <a:r>
              <a:rPr b="1" lang="en-US" sz="2540" spc="-1" strike="noStrike">
                <a:solidFill>
                  <a:srgbClr val="a32123"/>
                </a:solidFill>
                <a:latin typeface="Noto Sans"/>
              </a:rPr>
              <a:t>Raster</a:t>
            </a:r>
            <a:endParaRPr b="0" lang="en-US" sz="2540" spc="-1" strike="noStrike">
              <a:solidFill>
                <a:srgbClr val="000000"/>
              </a:solidFill>
              <a:latin typeface="Arial"/>
            </a:endParaRPr>
          </a:p>
        </p:txBody>
      </p:sp>
      <p:sp>
        <p:nvSpPr>
          <p:cNvPr id="131" name=""/>
          <p:cNvSpPr txBox="1"/>
          <p:nvPr/>
        </p:nvSpPr>
        <p:spPr>
          <a:xfrm>
            <a:off x="6911280" y="3002400"/>
            <a:ext cx="4160520" cy="1356480"/>
          </a:xfrm>
          <a:prstGeom prst="rect">
            <a:avLst/>
          </a:prstGeom>
          <a:noFill/>
          <a:ln w="0">
            <a:noFill/>
          </a:ln>
        </p:spPr>
        <p:txBody>
          <a:bodyPr lIns="0" rIns="0" tIns="0" bIns="0" anchor="t">
            <a:noAutofit/>
          </a:bodyPr>
          <a:p>
            <a:r>
              <a:rPr b="0" lang="en-US" sz="2350" spc="-1" strike="noStrike">
                <a:solidFill>
                  <a:srgbClr val="000000"/>
                </a:solidFill>
                <a:latin typeface="Noto Sans"/>
              </a:rPr>
              <a:t>regelmäßiges Gitter</a:t>
            </a:r>
            <a:endParaRPr b="0" lang="en-US" sz="2350" spc="-1" strike="noStrike">
              <a:solidFill>
                <a:srgbClr val="000000"/>
              </a:solidFill>
              <a:latin typeface="Arial"/>
            </a:endParaRPr>
          </a:p>
          <a:p>
            <a:r>
              <a:rPr b="0" lang="en-US" sz="2350" spc="-1" strike="noStrike">
                <a:solidFill>
                  <a:srgbClr val="000000"/>
                </a:solidFill>
                <a:latin typeface="Noto Sans"/>
              </a:rPr>
              <a:t>Wert je Zelle und Band</a:t>
            </a:r>
            <a:endParaRPr b="0" lang="en-US" sz="2350" spc="-1" strike="noStrike">
              <a:solidFill>
                <a:srgbClr val="000000"/>
              </a:solidFill>
              <a:latin typeface="Arial"/>
            </a:endParaRPr>
          </a:p>
          <a:p>
            <a:r>
              <a:rPr b="0" lang="en-US" sz="2350" spc="-1" strike="noStrike">
                <a:solidFill>
                  <a:srgbClr val="000000"/>
                </a:solidFill>
                <a:latin typeface="Noto Sans"/>
              </a:rPr>
              <a:t>flächendeckende Felder</a:t>
            </a:r>
            <a:endParaRPr b="0" lang="en-US" sz="2350" spc="-1" strike="noStrike">
              <a:solidFill>
                <a:srgbClr val="000000"/>
              </a:solidFill>
              <a:latin typeface="Arial"/>
            </a:endParaRPr>
          </a:p>
        </p:txBody>
      </p:sp>
      <p:sp>
        <p:nvSpPr>
          <p:cNvPr id="132"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33" name=""/>
          <p:cNvSpPr txBox="1"/>
          <p:nvPr/>
        </p:nvSpPr>
        <p:spPr>
          <a:xfrm>
            <a:off x="838080" y="5623560"/>
            <a:ext cx="10515600" cy="442080"/>
          </a:xfrm>
          <a:prstGeom prst="rect">
            <a:avLst/>
          </a:prstGeom>
          <a:noFill/>
          <a:ln w="0">
            <a:noFill/>
          </a:ln>
        </p:spPr>
        <p:txBody>
          <a:bodyPr lIns="0" rIns="0" tIns="0" bIns="0" anchor="t">
            <a:noAutofit/>
          </a:bodyPr>
          <a:p>
            <a:r>
              <a:rPr b="1" lang="en-US" sz="2160" spc="-1" strike="noStrike">
                <a:solidFill>
                  <a:srgbClr val="004899"/>
                </a:solidFill>
                <a:latin typeface="Noto Sans"/>
              </a:rPr>
              <a:t>Heute: Punktvektor + kontinuierliches Raster → neues Punktattribut</a:t>
            </a:r>
            <a:endParaRPr b="0" lang="en-US" sz="21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Ein Raster ordnet jeder Zelle einen Wert zu</a:t>
            </a:r>
            <a:endParaRPr b="0" lang="en-US" sz="3190" spc="-1" strike="noStrike">
              <a:solidFill>
                <a:srgbClr val="000000"/>
              </a:solidFill>
              <a:latin typeface="Arial"/>
            </a:endParaRPr>
          </a:p>
        </p:txBody>
      </p:sp>
      <p:sp>
        <p:nvSpPr>
          <p:cNvPr id="135"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RASTERMODELL · AUFBAU</a:t>
            </a:r>
            <a:endParaRPr b="0" lang="en-US" sz="1130" spc="-1" strike="noStrike">
              <a:solidFill>
                <a:srgbClr val="000000"/>
              </a:solidFill>
              <a:latin typeface="Arial"/>
            </a:endParaRPr>
          </a:p>
        </p:txBody>
      </p:sp>
      <p:sp>
        <p:nvSpPr>
          <p:cNvPr id="136"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13</a:t>
            </a:r>
            <a:endParaRPr b="0" lang="en-US" sz="939" spc="-1" strike="noStrike">
              <a:solidFill>
                <a:srgbClr val="000000"/>
              </a:solidFill>
              <a:latin typeface="Arial"/>
            </a:endParaRPr>
          </a:p>
        </p:txBody>
      </p:sp>
      <p:sp>
        <p:nvSpPr>
          <p:cNvPr id="137"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5</a:t>
            </a:r>
            <a:endParaRPr b="0" lang="en-US" sz="939" spc="-1" strike="noStrike">
              <a:solidFill>
                <a:srgbClr val="000000"/>
              </a:solidFill>
              <a:latin typeface="Arial"/>
            </a:endParaRPr>
          </a:p>
        </p:txBody>
      </p:sp>
      <p:sp>
        <p:nvSpPr>
          <p:cNvPr id="138" name=""/>
          <p:cNvSpPr txBox="1"/>
          <p:nvPr/>
        </p:nvSpPr>
        <p:spPr>
          <a:xfrm>
            <a:off x="1905120" y="1943280"/>
            <a:ext cx="3276720" cy="380880"/>
          </a:xfrm>
          <a:prstGeom prst="rect">
            <a:avLst/>
          </a:prstGeom>
          <a:noFill/>
          <a:ln w="0">
            <a:noFill/>
          </a:ln>
        </p:spPr>
        <p:txBody>
          <a:bodyPr lIns="0" rIns="0" tIns="0" bIns="0" anchor="t">
            <a:noAutofit/>
          </a:bodyPr>
          <a:p>
            <a:pPr algn="ctr"/>
            <a:r>
              <a:rPr b="1" lang="en-US" sz="2260" spc="-1" strike="noStrike">
                <a:solidFill>
                  <a:srgbClr val="004899"/>
                </a:solidFill>
                <a:latin typeface="Noto Sans"/>
              </a:rPr>
              <a:t>Spalten →</a:t>
            </a:r>
            <a:endParaRPr b="0" lang="en-US" sz="2260" spc="-1" strike="noStrike">
              <a:solidFill>
                <a:srgbClr val="000000"/>
              </a:solidFill>
              <a:latin typeface="Arial"/>
            </a:endParaRPr>
          </a:p>
        </p:txBody>
      </p:sp>
      <p:sp>
        <p:nvSpPr>
          <p:cNvPr id="139" name=""/>
          <p:cNvSpPr txBox="1"/>
          <p:nvPr/>
        </p:nvSpPr>
        <p:spPr>
          <a:xfrm>
            <a:off x="914400" y="3124080"/>
            <a:ext cx="838080" cy="609480"/>
          </a:xfrm>
          <a:prstGeom prst="rect">
            <a:avLst/>
          </a:prstGeom>
          <a:noFill/>
          <a:ln w="0">
            <a:noFill/>
          </a:ln>
        </p:spPr>
        <p:txBody>
          <a:bodyPr lIns="0" rIns="0" tIns="0" bIns="0" anchor="t">
            <a:noAutofit/>
          </a:bodyPr>
          <a:p>
            <a:pPr algn="ctr"/>
            <a:r>
              <a:rPr b="1" lang="en-US" sz="2260" spc="-1" strike="noStrike">
                <a:solidFill>
                  <a:srgbClr val="004899"/>
                </a:solidFill>
                <a:latin typeface="Noto Sans"/>
              </a:rPr>
              <a:t>Zeilen</a:t>
            </a:r>
            <a:endParaRPr b="0" lang="en-US" sz="2260" spc="-1" strike="noStrike">
              <a:solidFill>
                <a:srgbClr val="000000"/>
              </a:solidFill>
              <a:latin typeface="Arial"/>
            </a:endParaRPr>
          </a:p>
          <a:p>
            <a:pPr algn="ctr"/>
            <a:r>
              <a:rPr b="1" lang="en-US" sz="2260" spc="-1" strike="noStrike">
                <a:solidFill>
                  <a:srgbClr val="004899"/>
                </a:solidFill>
                <a:latin typeface="Noto Sans"/>
              </a:rPr>
              <a:t>↓</a:t>
            </a:r>
            <a:endParaRPr b="0" lang="en-US" sz="2260" spc="-1" strike="noStrike">
              <a:solidFill>
                <a:srgbClr val="000000"/>
              </a:solidFill>
              <a:latin typeface="Arial"/>
            </a:endParaRPr>
          </a:p>
        </p:txBody>
      </p:sp>
      <p:sp>
        <p:nvSpPr>
          <p:cNvPr id="140" name=""/>
          <p:cNvSpPr/>
          <p:nvPr/>
        </p:nvSpPr>
        <p:spPr>
          <a:xfrm>
            <a:off x="1981080" y="2476440"/>
            <a:ext cx="708840" cy="708840"/>
          </a:xfrm>
          <a:prstGeom prst="rect">
            <a:avLst/>
          </a:prstGeom>
          <a:solidFill>
            <a:srgbClr val="eaf5f7"/>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141" name=""/>
          <p:cNvSpPr txBox="1"/>
          <p:nvPr/>
        </p:nvSpPr>
        <p:spPr>
          <a:xfrm>
            <a:off x="1981080" y="2657520"/>
            <a:ext cx="708840" cy="470520"/>
          </a:xfrm>
          <a:prstGeom prst="rect">
            <a:avLst/>
          </a:prstGeom>
          <a:noFill/>
          <a:ln w="0">
            <a:noFill/>
          </a:ln>
        </p:spPr>
        <p:txBody>
          <a:bodyPr lIns="0" rIns="0" tIns="0" bIns="0" anchor="t">
            <a:noAutofit/>
          </a:bodyPr>
          <a:p>
            <a:pPr algn="ctr"/>
            <a:r>
              <a:rPr b="0" lang="en-US" sz="1600" spc="-1" strike="noStrike">
                <a:solidFill>
                  <a:srgbClr val="000000"/>
                </a:solidFill>
                <a:latin typeface="Noto Sans"/>
              </a:rPr>
              <a:t>210</a:t>
            </a:r>
            <a:endParaRPr b="0" lang="en-US" sz="1600" spc="-1" strike="noStrike">
              <a:solidFill>
                <a:srgbClr val="000000"/>
              </a:solidFill>
              <a:latin typeface="Arial"/>
            </a:endParaRPr>
          </a:p>
        </p:txBody>
      </p:sp>
      <p:sp>
        <p:nvSpPr>
          <p:cNvPr id="142" name=""/>
          <p:cNvSpPr/>
          <p:nvPr/>
        </p:nvSpPr>
        <p:spPr>
          <a:xfrm>
            <a:off x="2705040" y="2476440"/>
            <a:ext cx="708840" cy="708840"/>
          </a:xfrm>
          <a:prstGeom prst="rect">
            <a:avLst/>
          </a:prstGeom>
          <a:solidFill>
            <a:srgbClr val="c8e8e3"/>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143" name=""/>
          <p:cNvSpPr txBox="1"/>
          <p:nvPr/>
        </p:nvSpPr>
        <p:spPr>
          <a:xfrm>
            <a:off x="2705040" y="2657520"/>
            <a:ext cx="708840" cy="470520"/>
          </a:xfrm>
          <a:prstGeom prst="rect">
            <a:avLst/>
          </a:prstGeom>
          <a:noFill/>
          <a:ln w="0">
            <a:noFill/>
          </a:ln>
        </p:spPr>
        <p:txBody>
          <a:bodyPr lIns="0" rIns="0" tIns="0" bIns="0" anchor="t">
            <a:noAutofit/>
          </a:bodyPr>
          <a:p>
            <a:pPr algn="ctr"/>
            <a:r>
              <a:rPr b="0" lang="en-US" sz="1600" spc="-1" strike="noStrike">
                <a:solidFill>
                  <a:srgbClr val="000000"/>
                </a:solidFill>
                <a:latin typeface="Noto Sans"/>
              </a:rPr>
              <a:t>214</a:t>
            </a:r>
            <a:endParaRPr b="0" lang="en-US" sz="1600" spc="-1" strike="noStrike">
              <a:solidFill>
                <a:srgbClr val="000000"/>
              </a:solidFill>
              <a:latin typeface="Arial"/>
            </a:endParaRPr>
          </a:p>
        </p:txBody>
      </p:sp>
      <p:sp>
        <p:nvSpPr>
          <p:cNvPr id="144" name=""/>
          <p:cNvSpPr/>
          <p:nvPr/>
        </p:nvSpPr>
        <p:spPr>
          <a:xfrm>
            <a:off x="3429000" y="2476440"/>
            <a:ext cx="708840" cy="708840"/>
          </a:xfrm>
          <a:prstGeom prst="rect">
            <a:avLst/>
          </a:prstGeom>
          <a:solidFill>
            <a:srgbClr val="a0d1c0"/>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145" name=""/>
          <p:cNvSpPr txBox="1"/>
          <p:nvPr/>
        </p:nvSpPr>
        <p:spPr>
          <a:xfrm>
            <a:off x="3429000" y="2657520"/>
            <a:ext cx="708840" cy="470520"/>
          </a:xfrm>
          <a:prstGeom prst="rect">
            <a:avLst/>
          </a:prstGeom>
          <a:noFill/>
          <a:ln w="0">
            <a:noFill/>
          </a:ln>
        </p:spPr>
        <p:txBody>
          <a:bodyPr lIns="0" rIns="0" tIns="0" bIns="0" anchor="t">
            <a:noAutofit/>
          </a:bodyPr>
          <a:p>
            <a:pPr algn="ctr"/>
            <a:r>
              <a:rPr b="0" lang="en-US" sz="1600" spc="-1" strike="noStrike">
                <a:solidFill>
                  <a:srgbClr val="000000"/>
                </a:solidFill>
                <a:latin typeface="Noto Sans"/>
              </a:rPr>
              <a:t>219</a:t>
            </a:r>
            <a:endParaRPr b="0" lang="en-US" sz="1600" spc="-1" strike="noStrike">
              <a:solidFill>
                <a:srgbClr val="000000"/>
              </a:solidFill>
              <a:latin typeface="Arial"/>
            </a:endParaRPr>
          </a:p>
        </p:txBody>
      </p:sp>
      <p:sp>
        <p:nvSpPr>
          <p:cNvPr id="146" name=""/>
          <p:cNvSpPr/>
          <p:nvPr/>
        </p:nvSpPr>
        <p:spPr>
          <a:xfrm>
            <a:off x="4152960" y="2476440"/>
            <a:ext cx="708840" cy="708840"/>
          </a:xfrm>
          <a:prstGeom prst="rect">
            <a:avLst/>
          </a:prstGeom>
          <a:solidFill>
            <a:srgbClr val="70b29c"/>
          </a:solidFill>
          <a:ln w="16200">
            <a:solidFill>
              <a:srgbClr val="a6d9e2"/>
            </a:solidFill>
            <a:round/>
          </a:ln>
        </p:spPr>
        <p:txBody>
          <a:bodyPr lIns="97920" rIns="97920" tIns="52920" bIns="52920" anchor="ctr" anchorCtr="1">
            <a:noAutofit/>
          </a:bodyPr>
          <a:p>
            <a:endParaRPr b="0" lang="en-US" sz="1800" spc="-1" strike="noStrike">
              <a:solidFill>
                <a:srgbClr val="ffffff"/>
              </a:solidFill>
              <a:latin typeface="Arial"/>
            </a:endParaRPr>
          </a:p>
        </p:txBody>
      </p:sp>
      <p:sp>
        <p:nvSpPr>
          <p:cNvPr id="147" name=""/>
          <p:cNvSpPr txBox="1"/>
          <p:nvPr/>
        </p:nvSpPr>
        <p:spPr>
          <a:xfrm>
            <a:off x="4152960" y="2657520"/>
            <a:ext cx="708840" cy="470520"/>
          </a:xfrm>
          <a:prstGeom prst="rect">
            <a:avLst/>
          </a:prstGeom>
          <a:noFill/>
          <a:ln w="0">
            <a:noFill/>
          </a:ln>
        </p:spPr>
        <p:txBody>
          <a:bodyPr lIns="0" rIns="0" tIns="0" bIns="0" anchor="t">
            <a:noAutofit/>
          </a:bodyPr>
          <a:p>
            <a:pPr algn="ctr"/>
            <a:r>
              <a:rPr b="0" lang="en-US" sz="1600" spc="-1" strike="noStrike">
                <a:solidFill>
                  <a:srgbClr val="000000"/>
                </a:solidFill>
                <a:latin typeface="Noto Sans"/>
              </a:rPr>
              <a:t>224</a:t>
            </a:r>
            <a:endParaRPr b="0" lang="en-US" sz="1600" spc="-1" strike="noStrike">
              <a:solidFill>
                <a:srgbClr val="000000"/>
              </a:solidFill>
              <a:latin typeface="Arial"/>
            </a:endParaRPr>
          </a:p>
        </p:txBody>
      </p:sp>
      <p:sp>
        <p:nvSpPr>
          <p:cNvPr id="148" name=""/>
          <p:cNvSpPr/>
          <p:nvPr/>
        </p:nvSpPr>
        <p:spPr>
          <a:xfrm>
            <a:off x="1981080" y="3200400"/>
            <a:ext cx="708840" cy="708840"/>
          </a:xfrm>
          <a:prstGeom prst="rect">
            <a:avLst/>
          </a:prstGeom>
          <a:solidFill>
            <a:srgbClr val="eaf5f7"/>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149" name=""/>
          <p:cNvSpPr txBox="1"/>
          <p:nvPr/>
        </p:nvSpPr>
        <p:spPr>
          <a:xfrm>
            <a:off x="1981080" y="3381480"/>
            <a:ext cx="708840" cy="470520"/>
          </a:xfrm>
          <a:prstGeom prst="rect">
            <a:avLst/>
          </a:prstGeom>
          <a:noFill/>
          <a:ln w="0">
            <a:noFill/>
          </a:ln>
        </p:spPr>
        <p:txBody>
          <a:bodyPr lIns="0" rIns="0" tIns="0" bIns="0" anchor="t">
            <a:noAutofit/>
          </a:bodyPr>
          <a:p>
            <a:pPr algn="ctr"/>
            <a:r>
              <a:rPr b="0" lang="en-US" sz="1600" spc="-1" strike="noStrike">
                <a:solidFill>
                  <a:srgbClr val="000000"/>
                </a:solidFill>
                <a:latin typeface="Noto Sans"/>
              </a:rPr>
              <a:t>205</a:t>
            </a:r>
            <a:endParaRPr b="0" lang="en-US" sz="1600" spc="-1" strike="noStrike">
              <a:solidFill>
                <a:srgbClr val="000000"/>
              </a:solidFill>
              <a:latin typeface="Arial"/>
            </a:endParaRPr>
          </a:p>
        </p:txBody>
      </p:sp>
      <p:sp>
        <p:nvSpPr>
          <p:cNvPr id="150" name=""/>
          <p:cNvSpPr/>
          <p:nvPr/>
        </p:nvSpPr>
        <p:spPr>
          <a:xfrm>
            <a:off x="2705040" y="3200400"/>
            <a:ext cx="708840" cy="708840"/>
          </a:xfrm>
          <a:prstGeom prst="rect">
            <a:avLst/>
          </a:prstGeom>
          <a:solidFill>
            <a:srgbClr val="c8e8e3"/>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151" name=""/>
          <p:cNvSpPr txBox="1"/>
          <p:nvPr/>
        </p:nvSpPr>
        <p:spPr>
          <a:xfrm>
            <a:off x="2705040" y="3381480"/>
            <a:ext cx="708840" cy="470520"/>
          </a:xfrm>
          <a:prstGeom prst="rect">
            <a:avLst/>
          </a:prstGeom>
          <a:noFill/>
          <a:ln w="0">
            <a:noFill/>
          </a:ln>
        </p:spPr>
        <p:txBody>
          <a:bodyPr lIns="0" rIns="0" tIns="0" bIns="0" anchor="t">
            <a:noAutofit/>
          </a:bodyPr>
          <a:p>
            <a:pPr algn="ctr"/>
            <a:r>
              <a:rPr b="0" lang="en-US" sz="1600" spc="-1" strike="noStrike">
                <a:solidFill>
                  <a:srgbClr val="000000"/>
                </a:solidFill>
                <a:latin typeface="Noto Sans"/>
              </a:rPr>
              <a:t>211</a:t>
            </a:r>
            <a:endParaRPr b="0" lang="en-US" sz="1600" spc="-1" strike="noStrike">
              <a:solidFill>
                <a:srgbClr val="000000"/>
              </a:solidFill>
              <a:latin typeface="Arial"/>
            </a:endParaRPr>
          </a:p>
        </p:txBody>
      </p:sp>
      <p:sp>
        <p:nvSpPr>
          <p:cNvPr id="152" name=""/>
          <p:cNvSpPr/>
          <p:nvPr/>
        </p:nvSpPr>
        <p:spPr>
          <a:xfrm>
            <a:off x="3429000" y="3200400"/>
            <a:ext cx="708840" cy="708840"/>
          </a:xfrm>
          <a:prstGeom prst="rect">
            <a:avLst/>
          </a:prstGeom>
          <a:solidFill>
            <a:srgbClr val="a0d1c0"/>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153" name=""/>
          <p:cNvSpPr txBox="1"/>
          <p:nvPr/>
        </p:nvSpPr>
        <p:spPr>
          <a:xfrm>
            <a:off x="3429000" y="3381480"/>
            <a:ext cx="708840" cy="470520"/>
          </a:xfrm>
          <a:prstGeom prst="rect">
            <a:avLst/>
          </a:prstGeom>
          <a:noFill/>
          <a:ln w="0">
            <a:noFill/>
          </a:ln>
        </p:spPr>
        <p:txBody>
          <a:bodyPr lIns="0" rIns="0" tIns="0" bIns="0" anchor="t">
            <a:noAutofit/>
          </a:bodyPr>
          <a:p>
            <a:pPr algn="ctr"/>
            <a:r>
              <a:rPr b="0" lang="en-US" sz="1600" spc="-1" strike="noStrike">
                <a:solidFill>
                  <a:srgbClr val="000000"/>
                </a:solidFill>
                <a:latin typeface="Noto Sans"/>
              </a:rPr>
              <a:t>217</a:t>
            </a:r>
            <a:endParaRPr b="0" lang="en-US" sz="1600" spc="-1" strike="noStrike">
              <a:solidFill>
                <a:srgbClr val="000000"/>
              </a:solidFill>
              <a:latin typeface="Arial"/>
            </a:endParaRPr>
          </a:p>
        </p:txBody>
      </p:sp>
      <p:sp>
        <p:nvSpPr>
          <p:cNvPr id="154" name=""/>
          <p:cNvSpPr/>
          <p:nvPr/>
        </p:nvSpPr>
        <p:spPr>
          <a:xfrm>
            <a:off x="4152960" y="3200400"/>
            <a:ext cx="708840" cy="708840"/>
          </a:xfrm>
          <a:prstGeom prst="rect">
            <a:avLst/>
          </a:prstGeom>
          <a:solidFill>
            <a:srgbClr val="70b29c"/>
          </a:solidFill>
          <a:ln w="16200">
            <a:solidFill>
              <a:srgbClr val="a6d9e2"/>
            </a:solidFill>
            <a:round/>
          </a:ln>
        </p:spPr>
        <p:txBody>
          <a:bodyPr lIns="97920" rIns="97920" tIns="52920" bIns="52920" anchor="ctr" anchorCtr="1">
            <a:noAutofit/>
          </a:bodyPr>
          <a:p>
            <a:endParaRPr b="0" lang="en-US" sz="1800" spc="-1" strike="noStrike">
              <a:solidFill>
                <a:srgbClr val="ffffff"/>
              </a:solidFill>
              <a:latin typeface="Arial"/>
            </a:endParaRPr>
          </a:p>
        </p:txBody>
      </p:sp>
      <p:sp>
        <p:nvSpPr>
          <p:cNvPr id="155" name=""/>
          <p:cNvSpPr txBox="1"/>
          <p:nvPr/>
        </p:nvSpPr>
        <p:spPr>
          <a:xfrm>
            <a:off x="4152960" y="3381480"/>
            <a:ext cx="708840" cy="470520"/>
          </a:xfrm>
          <a:prstGeom prst="rect">
            <a:avLst/>
          </a:prstGeom>
          <a:noFill/>
          <a:ln w="0">
            <a:noFill/>
          </a:ln>
        </p:spPr>
        <p:txBody>
          <a:bodyPr lIns="0" rIns="0" tIns="0" bIns="0" anchor="t">
            <a:noAutofit/>
          </a:bodyPr>
          <a:p>
            <a:pPr algn="ctr"/>
            <a:r>
              <a:rPr b="0" lang="en-US" sz="1600" spc="-1" strike="noStrike">
                <a:solidFill>
                  <a:srgbClr val="000000"/>
                </a:solidFill>
                <a:latin typeface="Noto Sans"/>
              </a:rPr>
              <a:t>221</a:t>
            </a:r>
            <a:endParaRPr b="0" lang="en-US" sz="1600" spc="-1" strike="noStrike">
              <a:solidFill>
                <a:srgbClr val="000000"/>
              </a:solidFill>
              <a:latin typeface="Arial"/>
            </a:endParaRPr>
          </a:p>
        </p:txBody>
      </p:sp>
      <p:sp>
        <p:nvSpPr>
          <p:cNvPr id="156" name=""/>
          <p:cNvSpPr/>
          <p:nvPr/>
        </p:nvSpPr>
        <p:spPr>
          <a:xfrm>
            <a:off x="1981080" y="3924360"/>
            <a:ext cx="708840" cy="708840"/>
          </a:xfrm>
          <a:prstGeom prst="rect">
            <a:avLst/>
          </a:prstGeom>
          <a:solidFill>
            <a:srgbClr val="eaf5f7"/>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157" name=""/>
          <p:cNvSpPr txBox="1"/>
          <p:nvPr/>
        </p:nvSpPr>
        <p:spPr>
          <a:xfrm>
            <a:off x="1981080" y="4105440"/>
            <a:ext cx="708840" cy="470520"/>
          </a:xfrm>
          <a:prstGeom prst="rect">
            <a:avLst/>
          </a:prstGeom>
          <a:noFill/>
          <a:ln w="0">
            <a:noFill/>
          </a:ln>
        </p:spPr>
        <p:txBody>
          <a:bodyPr lIns="0" rIns="0" tIns="0" bIns="0" anchor="t">
            <a:noAutofit/>
          </a:bodyPr>
          <a:p>
            <a:pPr algn="ctr"/>
            <a:r>
              <a:rPr b="0" lang="en-US" sz="1600" spc="-1" strike="noStrike">
                <a:solidFill>
                  <a:srgbClr val="000000"/>
                </a:solidFill>
                <a:latin typeface="Noto Sans"/>
              </a:rPr>
              <a:t>201</a:t>
            </a:r>
            <a:endParaRPr b="0" lang="en-US" sz="1600" spc="-1" strike="noStrike">
              <a:solidFill>
                <a:srgbClr val="000000"/>
              </a:solidFill>
              <a:latin typeface="Arial"/>
            </a:endParaRPr>
          </a:p>
        </p:txBody>
      </p:sp>
      <p:sp>
        <p:nvSpPr>
          <p:cNvPr id="158" name=""/>
          <p:cNvSpPr/>
          <p:nvPr/>
        </p:nvSpPr>
        <p:spPr>
          <a:xfrm>
            <a:off x="2705040" y="3924360"/>
            <a:ext cx="708840" cy="708840"/>
          </a:xfrm>
          <a:prstGeom prst="rect">
            <a:avLst/>
          </a:prstGeom>
          <a:solidFill>
            <a:srgbClr val="c8e8e3"/>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159" name=""/>
          <p:cNvSpPr txBox="1"/>
          <p:nvPr/>
        </p:nvSpPr>
        <p:spPr>
          <a:xfrm>
            <a:off x="2705040" y="4105440"/>
            <a:ext cx="708840" cy="470520"/>
          </a:xfrm>
          <a:prstGeom prst="rect">
            <a:avLst/>
          </a:prstGeom>
          <a:noFill/>
          <a:ln w="0">
            <a:noFill/>
          </a:ln>
        </p:spPr>
        <p:txBody>
          <a:bodyPr lIns="0" rIns="0" tIns="0" bIns="0" anchor="t">
            <a:noAutofit/>
          </a:bodyPr>
          <a:p>
            <a:pPr algn="ctr"/>
            <a:r>
              <a:rPr b="0" lang="en-US" sz="1600" spc="-1" strike="noStrike">
                <a:solidFill>
                  <a:srgbClr val="000000"/>
                </a:solidFill>
                <a:latin typeface="Noto Sans"/>
              </a:rPr>
              <a:t>207</a:t>
            </a:r>
            <a:endParaRPr b="0" lang="en-US" sz="1600" spc="-1" strike="noStrike">
              <a:solidFill>
                <a:srgbClr val="000000"/>
              </a:solidFill>
              <a:latin typeface="Arial"/>
            </a:endParaRPr>
          </a:p>
        </p:txBody>
      </p:sp>
      <p:sp>
        <p:nvSpPr>
          <p:cNvPr id="160" name=""/>
          <p:cNvSpPr/>
          <p:nvPr/>
        </p:nvSpPr>
        <p:spPr>
          <a:xfrm>
            <a:off x="3429000" y="3924360"/>
            <a:ext cx="708840" cy="708840"/>
          </a:xfrm>
          <a:prstGeom prst="rect">
            <a:avLst/>
          </a:prstGeom>
          <a:solidFill>
            <a:srgbClr val="a0d1c0"/>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161" name=""/>
          <p:cNvSpPr txBox="1"/>
          <p:nvPr/>
        </p:nvSpPr>
        <p:spPr>
          <a:xfrm>
            <a:off x="3429000" y="4105440"/>
            <a:ext cx="708840" cy="470520"/>
          </a:xfrm>
          <a:prstGeom prst="rect">
            <a:avLst/>
          </a:prstGeom>
          <a:noFill/>
          <a:ln w="0">
            <a:noFill/>
          </a:ln>
        </p:spPr>
        <p:txBody>
          <a:bodyPr lIns="0" rIns="0" tIns="0" bIns="0" anchor="t">
            <a:noAutofit/>
          </a:bodyPr>
          <a:p>
            <a:pPr algn="ctr"/>
            <a:r>
              <a:rPr b="0" lang="en-US" sz="1600" spc="-1" strike="noStrike">
                <a:solidFill>
                  <a:srgbClr val="000000"/>
                </a:solidFill>
                <a:latin typeface="Noto Sans"/>
              </a:rPr>
              <a:t>213</a:t>
            </a:r>
            <a:endParaRPr b="0" lang="en-US" sz="1600" spc="-1" strike="noStrike">
              <a:solidFill>
                <a:srgbClr val="000000"/>
              </a:solidFill>
              <a:latin typeface="Arial"/>
            </a:endParaRPr>
          </a:p>
        </p:txBody>
      </p:sp>
      <p:sp>
        <p:nvSpPr>
          <p:cNvPr id="162" name=""/>
          <p:cNvSpPr/>
          <p:nvPr/>
        </p:nvSpPr>
        <p:spPr>
          <a:xfrm>
            <a:off x="4152960" y="3924360"/>
            <a:ext cx="708840" cy="708840"/>
          </a:xfrm>
          <a:prstGeom prst="rect">
            <a:avLst/>
          </a:prstGeom>
          <a:solidFill>
            <a:srgbClr val="70b29c"/>
          </a:solidFill>
          <a:ln w="16200">
            <a:solidFill>
              <a:srgbClr val="a6d9e2"/>
            </a:solidFill>
            <a:round/>
          </a:ln>
        </p:spPr>
        <p:txBody>
          <a:bodyPr lIns="97920" rIns="97920" tIns="52920" bIns="52920" anchor="ctr" anchorCtr="1">
            <a:noAutofit/>
          </a:bodyPr>
          <a:p>
            <a:endParaRPr b="0" lang="en-US" sz="1800" spc="-1" strike="noStrike">
              <a:solidFill>
                <a:srgbClr val="ffffff"/>
              </a:solidFill>
              <a:latin typeface="Arial"/>
            </a:endParaRPr>
          </a:p>
        </p:txBody>
      </p:sp>
      <p:sp>
        <p:nvSpPr>
          <p:cNvPr id="163" name=""/>
          <p:cNvSpPr txBox="1"/>
          <p:nvPr/>
        </p:nvSpPr>
        <p:spPr>
          <a:xfrm>
            <a:off x="4152960" y="4105440"/>
            <a:ext cx="708840" cy="470520"/>
          </a:xfrm>
          <a:prstGeom prst="rect">
            <a:avLst/>
          </a:prstGeom>
          <a:noFill/>
          <a:ln w="0">
            <a:noFill/>
          </a:ln>
        </p:spPr>
        <p:txBody>
          <a:bodyPr lIns="0" rIns="0" tIns="0" bIns="0" anchor="t">
            <a:noAutofit/>
          </a:bodyPr>
          <a:p>
            <a:pPr algn="ctr"/>
            <a:r>
              <a:rPr b="0" lang="en-US" sz="1600" spc="-1" strike="noStrike">
                <a:solidFill>
                  <a:srgbClr val="000000"/>
                </a:solidFill>
                <a:latin typeface="Noto Sans"/>
              </a:rPr>
              <a:t>218</a:t>
            </a:r>
            <a:endParaRPr b="0" lang="en-US" sz="1600" spc="-1" strike="noStrike">
              <a:solidFill>
                <a:srgbClr val="000000"/>
              </a:solidFill>
              <a:latin typeface="Arial"/>
            </a:endParaRPr>
          </a:p>
        </p:txBody>
      </p:sp>
      <p:sp>
        <p:nvSpPr>
          <p:cNvPr id="164" name=""/>
          <p:cNvSpPr/>
          <p:nvPr/>
        </p:nvSpPr>
        <p:spPr>
          <a:xfrm>
            <a:off x="1981080" y="4648320"/>
            <a:ext cx="708840" cy="708840"/>
          </a:xfrm>
          <a:prstGeom prst="rect">
            <a:avLst/>
          </a:prstGeom>
          <a:solidFill>
            <a:srgbClr val="eaf5f7"/>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165" name=""/>
          <p:cNvSpPr txBox="1"/>
          <p:nvPr/>
        </p:nvSpPr>
        <p:spPr>
          <a:xfrm>
            <a:off x="1981080" y="4829400"/>
            <a:ext cx="708840" cy="470520"/>
          </a:xfrm>
          <a:prstGeom prst="rect">
            <a:avLst/>
          </a:prstGeom>
          <a:noFill/>
          <a:ln w="0">
            <a:noFill/>
          </a:ln>
        </p:spPr>
        <p:txBody>
          <a:bodyPr lIns="0" rIns="0" tIns="0" bIns="0" anchor="t">
            <a:noAutofit/>
          </a:bodyPr>
          <a:p>
            <a:pPr algn="ctr"/>
            <a:r>
              <a:rPr b="0" lang="en-US" sz="1600" spc="-1" strike="noStrike">
                <a:solidFill>
                  <a:srgbClr val="000000"/>
                </a:solidFill>
                <a:latin typeface="Noto Sans"/>
              </a:rPr>
              <a:t>198</a:t>
            </a:r>
            <a:endParaRPr b="0" lang="en-US" sz="1600" spc="-1" strike="noStrike">
              <a:solidFill>
                <a:srgbClr val="000000"/>
              </a:solidFill>
              <a:latin typeface="Arial"/>
            </a:endParaRPr>
          </a:p>
        </p:txBody>
      </p:sp>
      <p:sp>
        <p:nvSpPr>
          <p:cNvPr id="166" name=""/>
          <p:cNvSpPr/>
          <p:nvPr/>
        </p:nvSpPr>
        <p:spPr>
          <a:xfrm>
            <a:off x="2705040" y="4648320"/>
            <a:ext cx="708840" cy="708840"/>
          </a:xfrm>
          <a:prstGeom prst="rect">
            <a:avLst/>
          </a:prstGeom>
          <a:solidFill>
            <a:srgbClr val="c8e8e3"/>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167" name=""/>
          <p:cNvSpPr txBox="1"/>
          <p:nvPr/>
        </p:nvSpPr>
        <p:spPr>
          <a:xfrm>
            <a:off x="2705040" y="4829400"/>
            <a:ext cx="708840" cy="470520"/>
          </a:xfrm>
          <a:prstGeom prst="rect">
            <a:avLst/>
          </a:prstGeom>
          <a:noFill/>
          <a:ln w="0">
            <a:noFill/>
          </a:ln>
        </p:spPr>
        <p:txBody>
          <a:bodyPr lIns="0" rIns="0" tIns="0" bIns="0" anchor="t">
            <a:noAutofit/>
          </a:bodyPr>
          <a:p>
            <a:pPr algn="ctr"/>
            <a:r>
              <a:rPr b="0" lang="en-US" sz="1600" spc="-1" strike="noStrike">
                <a:solidFill>
                  <a:srgbClr val="000000"/>
                </a:solidFill>
                <a:latin typeface="Noto Sans"/>
              </a:rPr>
              <a:t>203</a:t>
            </a:r>
            <a:endParaRPr b="0" lang="en-US" sz="1600" spc="-1" strike="noStrike">
              <a:solidFill>
                <a:srgbClr val="000000"/>
              </a:solidFill>
              <a:latin typeface="Arial"/>
            </a:endParaRPr>
          </a:p>
        </p:txBody>
      </p:sp>
      <p:sp>
        <p:nvSpPr>
          <p:cNvPr id="168" name=""/>
          <p:cNvSpPr/>
          <p:nvPr/>
        </p:nvSpPr>
        <p:spPr>
          <a:xfrm>
            <a:off x="3429000" y="4648320"/>
            <a:ext cx="708840" cy="708840"/>
          </a:xfrm>
          <a:prstGeom prst="rect">
            <a:avLst/>
          </a:prstGeom>
          <a:solidFill>
            <a:srgbClr val="a0d1c0"/>
          </a:solidFill>
          <a:ln w="16200">
            <a:solidFill>
              <a:srgbClr val="a6d9e2"/>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169" name=""/>
          <p:cNvSpPr txBox="1"/>
          <p:nvPr/>
        </p:nvSpPr>
        <p:spPr>
          <a:xfrm>
            <a:off x="3429000" y="4829400"/>
            <a:ext cx="708840" cy="470520"/>
          </a:xfrm>
          <a:prstGeom prst="rect">
            <a:avLst/>
          </a:prstGeom>
          <a:noFill/>
          <a:ln w="0">
            <a:noFill/>
          </a:ln>
        </p:spPr>
        <p:txBody>
          <a:bodyPr lIns="0" rIns="0" tIns="0" bIns="0" anchor="t">
            <a:noAutofit/>
          </a:bodyPr>
          <a:p>
            <a:pPr algn="ctr"/>
            <a:r>
              <a:rPr b="0" lang="en-US" sz="1600" spc="-1" strike="noStrike">
                <a:solidFill>
                  <a:srgbClr val="000000"/>
                </a:solidFill>
                <a:latin typeface="Noto Sans"/>
              </a:rPr>
              <a:t>209</a:t>
            </a:r>
            <a:endParaRPr b="0" lang="en-US" sz="1600" spc="-1" strike="noStrike">
              <a:solidFill>
                <a:srgbClr val="000000"/>
              </a:solidFill>
              <a:latin typeface="Arial"/>
            </a:endParaRPr>
          </a:p>
        </p:txBody>
      </p:sp>
      <p:sp>
        <p:nvSpPr>
          <p:cNvPr id="170" name=""/>
          <p:cNvSpPr/>
          <p:nvPr/>
        </p:nvSpPr>
        <p:spPr>
          <a:xfrm>
            <a:off x="4152960" y="4648320"/>
            <a:ext cx="708840" cy="708840"/>
          </a:xfrm>
          <a:prstGeom prst="rect">
            <a:avLst/>
          </a:prstGeom>
          <a:solidFill>
            <a:srgbClr val="70b29c"/>
          </a:solidFill>
          <a:ln w="16200">
            <a:solidFill>
              <a:srgbClr val="a6d9e2"/>
            </a:solidFill>
            <a:round/>
          </a:ln>
        </p:spPr>
        <p:txBody>
          <a:bodyPr lIns="97920" rIns="97920" tIns="52920" bIns="52920" anchor="ctr" anchorCtr="1">
            <a:noAutofit/>
          </a:bodyPr>
          <a:p>
            <a:endParaRPr b="0" lang="en-US" sz="1800" spc="-1" strike="noStrike">
              <a:solidFill>
                <a:srgbClr val="ffffff"/>
              </a:solidFill>
              <a:latin typeface="Arial"/>
            </a:endParaRPr>
          </a:p>
        </p:txBody>
      </p:sp>
      <p:sp>
        <p:nvSpPr>
          <p:cNvPr id="171" name=""/>
          <p:cNvSpPr txBox="1"/>
          <p:nvPr/>
        </p:nvSpPr>
        <p:spPr>
          <a:xfrm>
            <a:off x="4152960" y="4829400"/>
            <a:ext cx="708840" cy="470520"/>
          </a:xfrm>
          <a:prstGeom prst="rect">
            <a:avLst/>
          </a:prstGeom>
          <a:noFill/>
          <a:ln w="0">
            <a:noFill/>
          </a:ln>
        </p:spPr>
        <p:txBody>
          <a:bodyPr lIns="0" rIns="0" tIns="0" bIns="0" anchor="t">
            <a:noAutofit/>
          </a:bodyPr>
          <a:p>
            <a:pPr algn="ctr"/>
            <a:r>
              <a:rPr b="0" lang="en-US" sz="1600" spc="-1" strike="noStrike">
                <a:solidFill>
                  <a:srgbClr val="000000"/>
                </a:solidFill>
                <a:latin typeface="Noto Sans"/>
              </a:rPr>
              <a:t>215</a:t>
            </a:r>
            <a:endParaRPr b="0" lang="en-US" sz="1600" spc="-1" strike="noStrike">
              <a:solidFill>
                <a:srgbClr val="000000"/>
              </a:solidFill>
              <a:latin typeface="Arial"/>
            </a:endParaRPr>
          </a:p>
        </p:txBody>
      </p:sp>
      <p:sp>
        <p:nvSpPr>
          <p:cNvPr id="172" name=""/>
          <p:cNvSpPr/>
          <p:nvPr/>
        </p:nvSpPr>
        <p:spPr>
          <a:xfrm>
            <a:off x="3429000" y="3924360"/>
            <a:ext cx="708840" cy="708840"/>
          </a:xfrm>
          <a:prstGeom prst="rect">
            <a:avLst/>
          </a:prstGeom>
          <a:noFill/>
          <a:ln w="16200">
            <a:solidFill>
              <a:srgbClr val="a32123"/>
            </a:solidFill>
            <a:round/>
          </a:ln>
        </p:spPr>
        <p:txBody>
          <a:bodyPr lIns="97920" rIns="97920" tIns="52920" bIns="52920" anchor="ctr" anchorCtr="1">
            <a:noAutofit/>
          </a:bodyPr>
          <a:p>
            <a:endParaRPr b="0" lang="en-US" sz="1800" spc="-1" strike="noStrike">
              <a:solidFill>
                <a:srgbClr val="000000"/>
              </a:solidFill>
              <a:latin typeface="Arial"/>
            </a:endParaRPr>
          </a:p>
        </p:txBody>
      </p:sp>
      <p:sp>
        <p:nvSpPr>
          <p:cNvPr id="173" name=""/>
          <p:cNvSpPr/>
          <p:nvPr/>
        </p:nvSpPr>
        <p:spPr>
          <a:xfrm>
            <a:off x="6248520" y="2171880"/>
            <a:ext cx="4572000" cy="209556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74" name=""/>
          <p:cNvSpPr/>
          <p:nvPr/>
        </p:nvSpPr>
        <p:spPr>
          <a:xfrm>
            <a:off x="6248520" y="2171880"/>
            <a:ext cx="53280" cy="209556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75" name=""/>
          <p:cNvSpPr txBox="1"/>
          <p:nvPr/>
        </p:nvSpPr>
        <p:spPr>
          <a:xfrm>
            <a:off x="6454080" y="2354760"/>
            <a:ext cx="4160520" cy="647640"/>
          </a:xfrm>
          <a:prstGeom prst="rect">
            <a:avLst/>
          </a:prstGeom>
          <a:noFill/>
          <a:ln w="0">
            <a:noFill/>
          </a:ln>
        </p:spPr>
        <p:txBody>
          <a:bodyPr lIns="0" rIns="0" tIns="0" bIns="0" anchor="t">
            <a:noAutofit/>
          </a:bodyPr>
          <a:p>
            <a:r>
              <a:rPr b="1" lang="en-US" sz="2540" spc="-1" strike="noStrike">
                <a:solidFill>
                  <a:srgbClr val="004899"/>
                </a:solidFill>
                <a:latin typeface="Noto Sans"/>
              </a:rPr>
              <a:t>Rasterzelle</a:t>
            </a:r>
            <a:endParaRPr b="0" lang="en-US" sz="2540" spc="-1" strike="noStrike">
              <a:solidFill>
                <a:srgbClr val="000000"/>
              </a:solidFill>
              <a:latin typeface="Arial"/>
            </a:endParaRPr>
          </a:p>
        </p:txBody>
      </p:sp>
      <p:sp>
        <p:nvSpPr>
          <p:cNvPr id="176" name=""/>
          <p:cNvSpPr txBox="1"/>
          <p:nvPr/>
        </p:nvSpPr>
        <p:spPr>
          <a:xfrm>
            <a:off x="6454080" y="3116520"/>
            <a:ext cx="4160520" cy="1013400"/>
          </a:xfrm>
          <a:prstGeom prst="rect">
            <a:avLst/>
          </a:prstGeom>
          <a:noFill/>
          <a:ln w="0">
            <a:noFill/>
          </a:ln>
        </p:spPr>
        <p:txBody>
          <a:bodyPr lIns="0" rIns="0" tIns="0" bIns="0" anchor="t">
            <a:noAutofit/>
          </a:bodyPr>
          <a:p>
            <a:r>
              <a:rPr b="0" lang="en-US" sz="2450" spc="-1" strike="noStrike">
                <a:solidFill>
                  <a:srgbClr val="000000"/>
                </a:solidFill>
                <a:latin typeface="Noto Sans"/>
              </a:rPr>
              <a:t>räumliche Einheit</a:t>
            </a:r>
            <a:endParaRPr b="0" lang="en-US" sz="2450" spc="-1" strike="noStrike">
              <a:solidFill>
                <a:srgbClr val="000000"/>
              </a:solidFill>
              <a:latin typeface="Arial"/>
            </a:endParaRPr>
          </a:p>
          <a:p>
            <a:r>
              <a:rPr b="0" lang="en-US" sz="2450" spc="-1" strike="noStrike">
                <a:solidFill>
                  <a:srgbClr val="000000"/>
                </a:solidFill>
                <a:latin typeface="Noto Sans"/>
              </a:rPr>
              <a:t>mit einem Wert pro Band</a:t>
            </a:r>
            <a:endParaRPr b="0" lang="en-US" sz="2450" spc="-1" strike="noStrike">
              <a:solidFill>
                <a:srgbClr val="000000"/>
              </a:solidFill>
              <a:latin typeface="Arial"/>
            </a:endParaRPr>
          </a:p>
        </p:txBody>
      </p:sp>
      <p:sp>
        <p:nvSpPr>
          <p:cNvPr id="177"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78" name=""/>
          <p:cNvSpPr txBox="1"/>
          <p:nvPr/>
        </p:nvSpPr>
        <p:spPr>
          <a:xfrm>
            <a:off x="838080" y="5623560"/>
            <a:ext cx="10515600" cy="442080"/>
          </a:xfrm>
          <a:prstGeom prst="rect">
            <a:avLst/>
          </a:prstGeom>
          <a:noFill/>
          <a:ln w="0">
            <a:noFill/>
          </a:ln>
        </p:spPr>
        <p:txBody>
          <a:bodyPr lIns="0" rIns="0" tIns="0" bIns="0" anchor="t">
            <a:noAutofit/>
          </a:bodyPr>
          <a:p>
            <a:r>
              <a:rPr b="1" lang="en-US" sz="2070" spc="-1" strike="noStrike">
                <a:solidFill>
                  <a:srgbClr val="004899"/>
                </a:solidFill>
                <a:latin typeface="Noto Sans"/>
              </a:rPr>
              <a:t>Zellwert ≠ automatisch fehlerfreie Wahrheit für jeden Ort der Zelle</a:t>
            </a:r>
            <a:endParaRPr b="0" lang="en-US" sz="20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9"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Kontinuierlich oder kategorial?</a:t>
            </a:r>
            <a:endParaRPr b="0" lang="en-US" sz="3190" spc="-1" strike="noStrike">
              <a:solidFill>
                <a:srgbClr val="000000"/>
              </a:solidFill>
              <a:latin typeface="Arial"/>
            </a:endParaRPr>
          </a:p>
        </p:txBody>
      </p:sp>
      <p:sp>
        <p:nvSpPr>
          <p:cNvPr id="180"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RASTERMODELL · BEDEUTUNG DER WERTE</a:t>
            </a:r>
            <a:endParaRPr b="0" lang="en-US" sz="1130" spc="-1" strike="noStrike">
              <a:solidFill>
                <a:srgbClr val="000000"/>
              </a:solidFill>
              <a:latin typeface="Arial"/>
            </a:endParaRPr>
          </a:p>
        </p:txBody>
      </p:sp>
      <p:sp>
        <p:nvSpPr>
          <p:cNvPr id="181"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13</a:t>
            </a:r>
            <a:endParaRPr b="0" lang="en-US" sz="939" spc="-1" strike="noStrike">
              <a:solidFill>
                <a:srgbClr val="000000"/>
              </a:solidFill>
              <a:latin typeface="Arial"/>
            </a:endParaRPr>
          </a:p>
        </p:txBody>
      </p:sp>
      <p:sp>
        <p:nvSpPr>
          <p:cNvPr id="182"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6</a:t>
            </a:r>
            <a:endParaRPr b="0" lang="en-US" sz="939" spc="-1" strike="noStrike">
              <a:solidFill>
                <a:srgbClr val="000000"/>
              </a:solidFill>
              <a:latin typeface="Arial"/>
            </a:endParaRPr>
          </a:p>
        </p:txBody>
      </p:sp>
      <p:sp>
        <p:nvSpPr>
          <p:cNvPr id="183" name=""/>
          <p:cNvSpPr/>
          <p:nvPr/>
        </p:nvSpPr>
        <p:spPr>
          <a:xfrm>
            <a:off x="647640" y="2095560"/>
            <a:ext cx="3253680" cy="89172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84" name=""/>
          <p:cNvSpPr txBox="1"/>
          <p:nvPr/>
        </p:nvSpPr>
        <p:spPr>
          <a:xfrm>
            <a:off x="784800" y="2225160"/>
            <a:ext cx="3002400" cy="762120"/>
          </a:xfrm>
          <a:prstGeom prst="rect">
            <a:avLst/>
          </a:prstGeom>
          <a:noFill/>
          <a:ln w="0">
            <a:noFill/>
          </a:ln>
        </p:spPr>
        <p:txBody>
          <a:bodyPr lIns="0" rIns="0" tIns="0" bIns="0" anchor="t">
            <a:noAutofit/>
          </a:bodyPr>
          <a:p>
            <a:r>
              <a:rPr b="1" lang="en-US" sz="2070" spc="-1" strike="noStrike">
                <a:solidFill>
                  <a:srgbClr val="ffffff"/>
                </a:solidFill>
                <a:latin typeface="Noto Sans"/>
              </a:rPr>
              <a:t>Rastertyp</a:t>
            </a:r>
            <a:endParaRPr b="0" lang="en-US" sz="2070" spc="-1" strike="noStrike">
              <a:solidFill>
                <a:srgbClr val="000000"/>
              </a:solidFill>
              <a:latin typeface="Arial"/>
            </a:endParaRPr>
          </a:p>
        </p:txBody>
      </p:sp>
      <p:sp>
        <p:nvSpPr>
          <p:cNvPr id="185" name=""/>
          <p:cNvSpPr/>
          <p:nvPr/>
        </p:nvSpPr>
        <p:spPr>
          <a:xfrm>
            <a:off x="3924360" y="2095560"/>
            <a:ext cx="4701600" cy="89172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86" name=""/>
          <p:cNvSpPr txBox="1"/>
          <p:nvPr/>
        </p:nvSpPr>
        <p:spPr>
          <a:xfrm>
            <a:off x="4061520" y="2225160"/>
            <a:ext cx="4449960" cy="762120"/>
          </a:xfrm>
          <a:prstGeom prst="rect">
            <a:avLst/>
          </a:prstGeom>
          <a:noFill/>
          <a:ln w="0">
            <a:noFill/>
          </a:ln>
        </p:spPr>
        <p:txBody>
          <a:bodyPr lIns="0" rIns="0" tIns="0" bIns="0" anchor="t">
            <a:noAutofit/>
          </a:bodyPr>
          <a:p>
            <a:r>
              <a:rPr b="1" lang="en-US" sz="2070" spc="-1" strike="noStrike">
                <a:solidFill>
                  <a:srgbClr val="ffffff"/>
                </a:solidFill>
                <a:latin typeface="Noto Sans"/>
              </a:rPr>
              <a:t>Beispielwerte</a:t>
            </a:r>
            <a:endParaRPr b="0" lang="en-US" sz="2070" spc="-1" strike="noStrike">
              <a:solidFill>
                <a:srgbClr val="000000"/>
              </a:solidFill>
              <a:latin typeface="Arial"/>
            </a:endParaRPr>
          </a:p>
        </p:txBody>
      </p:sp>
      <p:sp>
        <p:nvSpPr>
          <p:cNvPr id="187" name=""/>
          <p:cNvSpPr/>
          <p:nvPr/>
        </p:nvSpPr>
        <p:spPr>
          <a:xfrm>
            <a:off x="8648640" y="2095560"/>
            <a:ext cx="2872800" cy="89172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88" name=""/>
          <p:cNvSpPr txBox="1"/>
          <p:nvPr/>
        </p:nvSpPr>
        <p:spPr>
          <a:xfrm>
            <a:off x="8785800" y="2225160"/>
            <a:ext cx="2621160" cy="762120"/>
          </a:xfrm>
          <a:prstGeom prst="rect">
            <a:avLst/>
          </a:prstGeom>
          <a:noFill/>
          <a:ln w="0">
            <a:noFill/>
          </a:ln>
        </p:spPr>
        <p:txBody>
          <a:bodyPr lIns="0" rIns="0" tIns="0" bIns="0" anchor="t">
            <a:noAutofit/>
          </a:bodyPr>
          <a:p>
            <a:r>
              <a:rPr b="1" lang="en-US" sz="2070" spc="-1" strike="noStrike">
                <a:solidFill>
                  <a:srgbClr val="ffffff"/>
                </a:solidFill>
                <a:latin typeface="Noto Sans"/>
              </a:rPr>
              <a:t>Darstellung</a:t>
            </a:r>
            <a:endParaRPr b="0" lang="en-US" sz="2070" spc="-1" strike="noStrike">
              <a:solidFill>
                <a:srgbClr val="000000"/>
              </a:solidFill>
              <a:latin typeface="Arial"/>
            </a:endParaRPr>
          </a:p>
        </p:txBody>
      </p:sp>
      <p:sp>
        <p:nvSpPr>
          <p:cNvPr id="189" name=""/>
          <p:cNvSpPr/>
          <p:nvPr/>
        </p:nvSpPr>
        <p:spPr>
          <a:xfrm>
            <a:off x="647640" y="3009960"/>
            <a:ext cx="3253680" cy="8917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90" name=""/>
          <p:cNvSpPr txBox="1"/>
          <p:nvPr/>
        </p:nvSpPr>
        <p:spPr>
          <a:xfrm>
            <a:off x="784800" y="3139560"/>
            <a:ext cx="3002400" cy="762120"/>
          </a:xfrm>
          <a:prstGeom prst="rect">
            <a:avLst/>
          </a:prstGeom>
          <a:noFill/>
          <a:ln w="0">
            <a:noFill/>
          </a:ln>
        </p:spPr>
        <p:txBody>
          <a:bodyPr lIns="0" rIns="0" tIns="0" bIns="0" anchor="t">
            <a:noAutofit/>
          </a:bodyPr>
          <a:p>
            <a:r>
              <a:rPr b="0" lang="en-US" sz="2070" spc="-1" strike="noStrike">
                <a:solidFill>
                  <a:srgbClr val="000000"/>
                </a:solidFill>
                <a:latin typeface="Noto Sans"/>
              </a:rPr>
              <a:t>kontinuierlich</a:t>
            </a:r>
            <a:endParaRPr b="0" lang="en-US" sz="2070" spc="-1" strike="noStrike">
              <a:solidFill>
                <a:srgbClr val="000000"/>
              </a:solidFill>
              <a:latin typeface="Arial"/>
            </a:endParaRPr>
          </a:p>
        </p:txBody>
      </p:sp>
      <p:sp>
        <p:nvSpPr>
          <p:cNvPr id="191" name=""/>
          <p:cNvSpPr/>
          <p:nvPr/>
        </p:nvSpPr>
        <p:spPr>
          <a:xfrm>
            <a:off x="3924360" y="3009960"/>
            <a:ext cx="4701600" cy="8917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92" name=""/>
          <p:cNvSpPr txBox="1"/>
          <p:nvPr/>
        </p:nvSpPr>
        <p:spPr>
          <a:xfrm>
            <a:off x="4061520" y="3139560"/>
            <a:ext cx="4449960" cy="762120"/>
          </a:xfrm>
          <a:prstGeom prst="rect">
            <a:avLst/>
          </a:prstGeom>
          <a:noFill/>
          <a:ln w="0">
            <a:noFill/>
          </a:ln>
        </p:spPr>
        <p:txBody>
          <a:bodyPr lIns="0" rIns="0" tIns="0" bIns="0" anchor="t">
            <a:noAutofit/>
          </a:bodyPr>
          <a:p>
            <a:r>
              <a:rPr b="0" lang="en-US" sz="2070" spc="-1" strike="noStrike">
                <a:solidFill>
                  <a:srgbClr val="000000"/>
                </a:solidFill>
                <a:latin typeface="Noto Sans"/>
              </a:rPr>
              <a:t>241,3 m · 241,8 m · 243,1 m</a:t>
            </a:r>
            <a:endParaRPr b="0" lang="en-US" sz="2070" spc="-1" strike="noStrike">
              <a:solidFill>
                <a:srgbClr val="000000"/>
              </a:solidFill>
              <a:latin typeface="Arial"/>
            </a:endParaRPr>
          </a:p>
        </p:txBody>
      </p:sp>
      <p:sp>
        <p:nvSpPr>
          <p:cNvPr id="193" name=""/>
          <p:cNvSpPr/>
          <p:nvPr/>
        </p:nvSpPr>
        <p:spPr>
          <a:xfrm>
            <a:off x="8648640" y="3009960"/>
            <a:ext cx="2872800" cy="8917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94" name=""/>
          <p:cNvSpPr txBox="1"/>
          <p:nvPr/>
        </p:nvSpPr>
        <p:spPr>
          <a:xfrm>
            <a:off x="8785800" y="3139560"/>
            <a:ext cx="2621160" cy="762120"/>
          </a:xfrm>
          <a:prstGeom prst="rect">
            <a:avLst/>
          </a:prstGeom>
          <a:noFill/>
          <a:ln w="0">
            <a:noFill/>
          </a:ln>
        </p:spPr>
        <p:txBody>
          <a:bodyPr lIns="0" rIns="0" tIns="0" bIns="0" anchor="t">
            <a:noAutofit/>
          </a:bodyPr>
          <a:p>
            <a:r>
              <a:rPr b="0" lang="en-US" sz="2070" spc="-1" strike="noStrike">
                <a:solidFill>
                  <a:srgbClr val="000000"/>
                </a:solidFill>
                <a:latin typeface="Noto Sans"/>
              </a:rPr>
              <a:t>sequentieller Farbverlauf</a:t>
            </a:r>
            <a:endParaRPr b="0" lang="en-US" sz="2070" spc="-1" strike="noStrike">
              <a:solidFill>
                <a:srgbClr val="000000"/>
              </a:solidFill>
              <a:latin typeface="Arial"/>
            </a:endParaRPr>
          </a:p>
        </p:txBody>
      </p:sp>
      <p:sp>
        <p:nvSpPr>
          <p:cNvPr id="195" name=""/>
          <p:cNvSpPr/>
          <p:nvPr/>
        </p:nvSpPr>
        <p:spPr>
          <a:xfrm>
            <a:off x="647640" y="3924360"/>
            <a:ext cx="3253680" cy="8917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96" name=""/>
          <p:cNvSpPr txBox="1"/>
          <p:nvPr/>
        </p:nvSpPr>
        <p:spPr>
          <a:xfrm>
            <a:off x="784800" y="4053960"/>
            <a:ext cx="3002400" cy="762120"/>
          </a:xfrm>
          <a:prstGeom prst="rect">
            <a:avLst/>
          </a:prstGeom>
          <a:noFill/>
          <a:ln w="0">
            <a:noFill/>
          </a:ln>
        </p:spPr>
        <p:txBody>
          <a:bodyPr lIns="0" rIns="0" tIns="0" bIns="0" anchor="t">
            <a:noAutofit/>
          </a:bodyPr>
          <a:p>
            <a:r>
              <a:rPr b="0" lang="en-US" sz="2070" spc="-1" strike="noStrike">
                <a:solidFill>
                  <a:srgbClr val="000000"/>
                </a:solidFill>
                <a:latin typeface="Noto Sans"/>
              </a:rPr>
              <a:t>kategorial</a:t>
            </a:r>
            <a:endParaRPr b="0" lang="en-US" sz="2070" spc="-1" strike="noStrike">
              <a:solidFill>
                <a:srgbClr val="000000"/>
              </a:solidFill>
              <a:latin typeface="Arial"/>
            </a:endParaRPr>
          </a:p>
        </p:txBody>
      </p:sp>
      <p:sp>
        <p:nvSpPr>
          <p:cNvPr id="197" name=""/>
          <p:cNvSpPr/>
          <p:nvPr/>
        </p:nvSpPr>
        <p:spPr>
          <a:xfrm>
            <a:off x="3924360" y="3924360"/>
            <a:ext cx="4701600" cy="8917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98" name=""/>
          <p:cNvSpPr txBox="1"/>
          <p:nvPr/>
        </p:nvSpPr>
        <p:spPr>
          <a:xfrm>
            <a:off x="4061520" y="4053960"/>
            <a:ext cx="4449960" cy="762120"/>
          </a:xfrm>
          <a:prstGeom prst="rect">
            <a:avLst/>
          </a:prstGeom>
          <a:noFill/>
          <a:ln w="0">
            <a:noFill/>
          </a:ln>
        </p:spPr>
        <p:txBody>
          <a:bodyPr lIns="0" rIns="0" tIns="0" bIns="0" anchor="t">
            <a:noAutofit/>
          </a:bodyPr>
          <a:p>
            <a:r>
              <a:rPr b="0" lang="en-US" sz="2070" spc="-1" strike="noStrike">
                <a:solidFill>
                  <a:srgbClr val="000000"/>
                </a:solidFill>
                <a:latin typeface="Noto Sans"/>
              </a:rPr>
              <a:t>1 = Wald · 2 = Grünland · 3 = Siedlung</a:t>
            </a:r>
            <a:endParaRPr b="0" lang="en-US" sz="2070" spc="-1" strike="noStrike">
              <a:solidFill>
                <a:srgbClr val="000000"/>
              </a:solidFill>
              <a:latin typeface="Arial"/>
            </a:endParaRPr>
          </a:p>
        </p:txBody>
      </p:sp>
      <p:sp>
        <p:nvSpPr>
          <p:cNvPr id="199" name=""/>
          <p:cNvSpPr/>
          <p:nvPr/>
        </p:nvSpPr>
        <p:spPr>
          <a:xfrm>
            <a:off x="8648640" y="3924360"/>
            <a:ext cx="2872800" cy="8917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00" name=""/>
          <p:cNvSpPr txBox="1"/>
          <p:nvPr/>
        </p:nvSpPr>
        <p:spPr>
          <a:xfrm>
            <a:off x="8785800" y="4053960"/>
            <a:ext cx="2621160" cy="762120"/>
          </a:xfrm>
          <a:prstGeom prst="rect">
            <a:avLst/>
          </a:prstGeom>
          <a:noFill/>
          <a:ln w="0">
            <a:noFill/>
          </a:ln>
        </p:spPr>
        <p:txBody>
          <a:bodyPr lIns="0" rIns="0" tIns="0" bIns="0" anchor="t">
            <a:noAutofit/>
          </a:bodyPr>
          <a:p>
            <a:r>
              <a:rPr b="0" lang="en-US" sz="2070" spc="-1" strike="noStrike">
                <a:solidFill>
                  <a:srgbClr val="000000"/>
                </a:solidFill>
                <a:latin typeface="Noto Sans"/>
              </a:rPr>
              <a:t>unterscheidbare Einzelfarben</a:t>
            </a:r>
            <a:endParaRPr b="0" lang="en-US" sz="2070" spc="-1" strike="noStrike">
              <a:solidFill>
                <a:srgbClr val="000000"/>
              </a:solidFill>
              <a:latin typeface="Arial"/>
            </a:endParaRPr>
          </a:p>
        </p:txBody>
      </p:sp>
      <p:sp>
        <p:nvSpPr>
          <p:cNvPr id="201" name=""/>
          <p:cNvSpPr/>
          <p:nvPr/>
        </p:nvSpPr>
        <p:spPr>
          <a:xfrm>
            <a:off x="647640" y="4838760"/>
            <a:ext cx="3253680" cy="8917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02" name=""/>
          <p:cNvSpPr txBox="1"/>
          <p:nvPr/>
        </p:nvSpPr>
        <p:spPr>
          <a:xfrm>
            <a:off x="784800" y="4968360"/>
            <a:ext cx="3002400" cy="762120"/>
          </a:xfrm>
          <a:prstGeom prst="rect">
            <a:avLst/>
          </a:prstGeom>
          <a:noFill/>
          <a:ln w="0">
            <a:noFill/>
          </a:ln>
        </p:spPr>
        <p:txBody>
          <a:bodyPr lIns="0" rIns="0" tIns="0" bIns="0" anchor="t">
            <a:noAutofit/>
          </a:bodyPr>
          <a:p>
            <a:r>
              <a:rPr b="0" lang="en-US" sz="2070" spc="-1" strike="noStrike">
                <a:solidFill>
                  <a:srgbClr val="000000"/>
                </a:solidFill>
                <a:latin typeface="Noto Sans"/>
              </a:rPr>
              <a:t>mehrbändig</a:t>
            </a:r>
            <a:endParaRPr b="0" lang="en-US" sz="2070" spc="-1" strike="noStrike">
              <a:solidFill>
                <a:srgbClr val="000000"/>
              </a:solidFill>
              <a:latin typeface="Arial"/>
            </a:endParaRPr>
          </a:p>
        </p:txBody>
      </p:sp>
      <p:sp>
        <p:nvSpPr>
          <p:cNvPr id="203" name=""/>
          <p:cNvSpPr/>
          <p:nvPr/>
        </p:nvSpPr>
        <p:spPr>
          <a:xfrm>
            <a:off x="3924360" y="4838760"/>
            <a:ext cx="4701600" cy="8917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04" name=""/>
          <p:cNvSpPr txBox="1"/>
          <p:nvPr/>
        </p:nvSpPr>
        <p:spPr>
          <a:xfrm>
            <a:off x="4061520" y="4968360"/>
            <a:ext cx="4449960" cy="762120"/>
          </a:xfrm>
          <a:prstGeom prst="rect">
            <a:avLst/>
          </a:prstGeom>
          <a:noFill/>
          <a:ln w="0">
            <a:noFill/>
          </a:ln>
        </p:spPr>
        <p:txBody>
          <a:bodyPr lIns="0" rIns="0" tIns="0" bIns="0" anchor="t">
            <a:noAutofit/>
          </a:bodyPr>
          <a:p>
            <a:r>
              <a:rPr b="0" lang="en-US" sz="2070" spc="-1" strike="noStrike">
                <a:solidFill>
                  <a:srgbClr val="000000"/>
                </a:solidFill>
                <a:latin typeface="Noto Sans"/>
              </a:rPr>
              <a:t>Rot · Grün · Blau</a:t>
            </a:r>
            <a:endParaRPr b="0" lang="en-US" sz="2070" spc="-1" strike="noStrike">
              <a:solidFill>
                <a:srgbClr val="000000"/>
              </a:solidFill>
              <a:latin typeface="Arial"/>
            </a:endParaRPr>
          </a:p>
        </p:txBody>
      </p:sp>
      <p:sp>
        <p:nvSpPr>
          <p:cNvPr id="205" name=""/>
          <p:cNvSpPr/>
          <p:nvPr/>
        </p:nvSpPr>
        <p:spPr>
          <a:xfrm>
            <a:off x="8648640" y="4838760"/>
            <a:ext cx="2872800" cy="8917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06" name=""/>
          <p:cNvSpPr txBox="1"/>
          <p:nvPr/>
        </p:nvSpPr>
        <p:spPr>
          <a:xfrm>
            <a:off x="8785800" y="4968360"/>
            <a:ext cx="2621160" cy="762120"/>
          </a:xfrm>
          <a:prstGeom prst="rect">
            <a:avLst/>
          </a:prstGeom>
          <a:noFill/>
          <a:ln w="0">
            <a:noFill/>
          </a:ln>
        </p:spPr>
        <p:txBody>
          <a:bodyPr lIns="0" rIns="0" tIns="0" bIns="0" anchor="t">
            <a:noAutofit/>
          </a:bodyPr>
          <a:p>
            <a:r>
              <a:rPr b="0" lang="en-US" sz="2070" spc="-1" strike="noStrike">
                <a:solidFill>
                  <a:srgbClr val="000000"/>
                </a:solidFill>
                <a:latin typeface="Noto Sans"/>
              </a:rPr>
              <a:t>Bandkombination, z. B. RGB</a:t>
            </a:r>
            <a:endParaRPr b="0" lang="en-US" sz="2070" spc="-1" strike="noStrike">
              <a:solidFill>
                <a:srgbClr val="000000"/>
              </a:solidFill>
              <a:latin typeface="Arial"/>
            </a:endParaRPr>
          </a:p>
        </p:txBody>
      </p:sp>
      <p:sp>
        <p:nvSpPr>
          <p:cNvPr id="207"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08" name=""/>
          <p:cNvSpPr txBox="1"/>
          <p:nvPr/>
        </p:nvSpPr>
        <p:spPr>
          <a:xfrm>
            <a:off x="838080" y="5623560"/>
            <a:ext cx="10515600" cy="442080"/>
          </a:xfrm>
          <a:prstGeom prst="rect">
            <a:avLst/>
          </a:prstGeom>
          <a:noFill/>
          <a:ln w="0">
            <a:noFill/>
          </a:ln>
        </p:spPr>
        <p:txBody>
          <a:bodyPr lIns="0" rIns="0" tIns="0" bIns="0" anchor="t">
            <a:noAutofit/>
          </a:bodyPr>
          <a:p>
            <a:r>
              <a:rPr b="1" lang="en-US" sz="1979" spc="-1" strike="noStrike">
                <a:solidFill>
                  <a:srgbClr val="004899"/>
                </a:solidFill>
                <a:latin typeface="Noto Sans"/>
              </a:rPr>
              <a:t>Die fachliche Bedeutung entsteht aus Daten und Metadaten – nicht aus der Dateiendung.</a:t>
            </a:r>
            <a:endParaRPr b="0" lang="en-US" sz="197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DGM und DOM beschreiben verschiedene Oberflächen</a:t>
            </a:r>
            <a:endParaRPr b="0" lang="en-US" sz="3190" spc="-1" strike="noStrike">
              <a:solidFill>
                <a:srgbClr val="000000"/>
              </a:solidFill>
              <a:latin typeface="Arial"/>
            </a:endParaRPr>
          </a:p>
        </p:txBody>
      </p:sp>
      <p:sp>
        <p:nvSpPr>
          <p:cNvPr id="210"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RASTERMODELL · HÖHENMODELLE</a:t>
            </a:r>
            <a:endParaRPr b="0" lang="en-US" sz="1130" spc="-1" strike="noStrike">
              <a:solidFill>
                <a:srgbClr val="000000"/>
              </a:solidFill>
              <a:latin typeface="Arial"/>
            </a:endParaRPr>
          </a:p>
        </p:txBody>
      </p:sp>
      <p:sp>
        <p:nvSpPr>
          <p:cNvPr id="211"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13</a:t>
            </a:r>
            <a:endParaRPr b="0" lang="en-US" sz="939" spc="-1" strike="noStrike">
              <a:solidFill>
                <a:srgbClr val="000000"/>
              </a:solidFill>
              <a:latin typeface="Arial"/>
            </a:endParaRPr>
          </a:p>
        </p:txBody>
      </p:sp>
      <p:sp>
        <p:nvSpPr>
          <p:cNvPr id="212"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7</a:t>
            </a:r>
            <a:endParaRPr b="0" lang="en-US" sz="939" spc="-1" strike="noStrike">
              <a:solidFill>
                <a:srgbClr val="000000"/>
              </a:solidFill>
              <a:latin typeface="Arial"/>
            </a:endParaRPr>
          </a:p>
        </p:txBody>
      </p:sp>
      <p:pic>
        <p:nvPicPr>
          <p:cNvPr id="213" name="" descr="Zwei Profile zeigen denselben Hügel, Baum und dasselbe Gebäude. Links folgt die Höhenlinie des digitalen Geländemodells dem Boden unter Baum und Gebäude. Rechts folgt die Linie des digitalen Oberflächenmodells zusätzlich Baumkrone und Gebäudedach."/>
          <p:cNvPicPr/>
          <p:nvPr/>
        </p:nvPicPr>
        <p:blipFill>
          <a:blip r:embed="rId1">
            <a:extLst>
              <a:ext uri="{96DAC541-7B7A-43D3-8B79-37D633B846F1}">
                <asvg:svgBlip xmlns:asvg="http://schemas.microsoft.com/office/drawing/2016/SVG/main" r:embed="rId2"/>
              </a:ext>
            </a:extLst>
          </a:blip>
          <a:stretch/>
        </p:blipFill>
        <p:spPr>
          <a:xfrm>
            <a:off x="1447920" y="1714680"/>
            <a:ext cx="9296640" cy="3997440"/>
          </a:xfrm>
          <a:prstGeom prst="rect">
            <a:avLst/>
          </a:prstGeom>
          <a:ln w="0">
            <a:noFill/>
          </a:ln>
        </p:spPr>
      </p:pic>
      <p:sp>
        <p:nvSpPr>
          <p:cNvPr id="214"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15" name=""/>
          <p:cNvSpPr txBox="1"/>
          <p:nvPr/>
        </p:nvSpPr>
        <p:spPr>
          <a:xfrm>
            <a:off x="838080" y="5623560"/>
            <a:ext cx="10515600" cy="442080"/>
          </a:xfrm>
          <a:prstGeom prst="rect">
            <a:avLst/>
          </a:prstGeom>
          <a:noFill/>
          <a:ln w="0">
            <a:noFill/>
          </a:ln>
        </p:spPr>
        <p:txBody>
          <a:bodyPr lIns="0" rIns="0" tIns="0" bIns="0" anchor="t">
            <a:noAutofit/>
          </a:bodyPr>
          <a:p>
            <a:r>
              <a:rPr b="1" lang="en-US" sz="2260" spc="-1" strike="noStrike">
                <a:solidFill>
                  <a:srgbClr val="004899"/>
                </a:solidFill>
                <a:latin typeface="Noto Sans"/>
              </a:rPr>
              <a:t>Unsere Frage verlangt Gelände – deshalb DGM, nicht DOM.</a:t>
            </a:r>
            <a:endParaRPr b="0" lang="en-US" sz="22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6"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Rasterzelle und Bildschirmpixel sind nicht dasselbe</a:t>
            </a:r>
            <a:endParaRPr b="0" lang="en-US" sz="3190" spc="-1" strike="noStrike">
              <a:solidFill>
                <a:srgbClr val="000000"/>
              </a:solidFill>
              <a:latin typeface="Arial"/>
            </a:endParaRPr>
          </a:p>
        </p:txBody>
      </p:sp>
      <p:sp>
        <p:nvSpPr>
          <p:cNvPr id="217"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RASTERMODELL · DARSTELLUNG</a:t>
            </a:r>
            <a:endParaRPr b="0" lang="en-US" sz="1130" spc="-1" strike="noStrike">
              <a:solidFill>
                <a:srgbClr val="000000"/>
              </a:solidFill>
              <a:latin typeface="Arial"/>
            </a:endParaRPr>
          </a:p>
        </p:txBody>
      </p:sp>
      <p:sp>
        <p:nvSpPr>
          <p:cNvPr id="218"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13</a:t>
            </a:r>
            <a:endParaRPr b="0" lang="en-US" sz="939" spc="-1" strike="noStrike">
              <a:solidFill>
                <a:srgbClr val="000000"/>
              </a:solidFill>
              <a:latin typeface="Arial"/>
            </a:endParaRPr>
          </a:p>
        </p:txBody>
      </p:sp>
      <p:sp>
        <p:nvSpPr>
          <p:cNvPr id="219"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8</a:t>
            </a:r>
            <a:endParaRPr b="0" lang="en-US" sz="939" spc="-1" strike="noStrike">
              <a:solidFill>
                <a:srgbClr val="000000"/>
              </a:solidFill>
              <a:latin typeface="Arial"/>
            </a:endParaRPr>
          </a:p>
        </p:txBody>
      </p:sp>
      <p:sp>
        <p:nvSpPr>
          <p:cNvPr id="220" name=""/>
          <p:cNvSpPr/>
          <p:nvPr/>
        </p:nvSpPr>
        <p:spPr>
          <a:xfrm>
            <a:off x="1219320" y="2171880"/>
            <a:ext cx="4343400" cy="22860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21" name=""/>
          <p:cNvSpPr/>
          <p:nvPr/>
        </p:nvSpPr>
        <p:spPr>
          <a:xfrm>
            <a:off x="1219320" y="2171880"/>
            <a:ext cx="53280" cy="228600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22" name=""/>
          <p:cNvSpPr txBox="1"/>
          <p:nvPr/>
        </p:nvSpPr>
        <p:spPr>
          <a:xfrm>
            <a:off x="1424880" y="2354760"/>
            <a:ext cx="3931920" cy="647640"/>
          </a:xfrm>
          <a:prstGeom prst="rect">
            <a:avLst/>
          </a:prstGeom>
          <a:noFill/>
          <a:ln w="0">
            <a:noFill/>
          </a:ln>
        </p:spPr>
        <p:txBody>
          <a:bodyPr lIns="0" rIns="0" tIns="0" bIns="0" anchor="t">
            <a:noAutofit/>
          </a:bodyPr>
          <a:p>
            <a:r>
              <a:rPr b="1" lang="en-US" sz="2540" spc="-1" strike="noStrike">
                <a:solidFill>
                  <a:srgbClr val="004899"/>
                </a:solidFill>
                <a:latin typeface="Noto Sans"/>
              </a:rPr>
              <a:t>Rasterzelle</a:t>
            </a:r>
            <a:endParaRPr b="0" lang="en-US" sz="2540" spc="-1" strike="noStrike">
              <a:solidFill>
                <a:srgbClr val="000000"/>
              </a:solidFill>
              <a:latin typeface="Arial"/>
            </a:endParaRPr>
          </a:p>
        </p:txBody>
      </p:sp>
      <p:sp>
        <p:nvSpPr>
          <p:cNvPr id="223" name=""/>
          <p:cNvSpPr txBox="1"/>
          <p:nvPr/>
        </p:nvSpPr>
        <p:spPr>
          <a:xfrm>
            <a:off x="1424880" y="3116520"/>
            <a:ext cx="3931920" cy="1203840"/>
          </a:xfrm>
          <a:prstGeom prst="rect">
            <a:avLst/>
          </a:prstGeom>
          <a:noFill/>
          <a:ln w="0">
            <a:noFill/>
          </a:ln>
        </p:spPr>
        <p:txBody>
          <a:bodyPr lIns="0" rIns="0" tIns="0" bIns="0" anchor="t">
            <a:noAutofit/>
          </a:bodyPr>
          <a:p>
            <a:r>
              <a:rPr b="0" lang="en-US" sz="2350" spc="-1" strike="noStrike">
                <a:solidFill>
                  <a:srgbClr val="000000"/>
                </a:solidFill>
                <a:latin typeface="Noto Sans"/>
              </a:rPr>
              <a:t>räumliche Einheit im Datensatz</a:t>
            </a:r>
            <a:endParaRPr b="0" lang="en-US" sz="2350" spc="-1" strike="noStrike">
              <a:solidFill>
                <a:srgbClr val="000000"/>
              </a:solidFill>
              <a:latin typeface="Arial"/>
            </a:endParaRPr>
          </a:p>
          <a:p>
            <a:r>
              <a:rPr b="0" lang="en-US" sz="2350" spc="-1" strike="noStrike">
                <a:solidFill>
                  <a:srgbClr val="000000"/>
                </a:solidFill>
                <a:latin typeface="Noto Sans"/>
              </a:rPr>
              <a:t>zum Beispiel 10 m × 10 m</a:t>
            </a:r>
            <a:endParaRPr b="0" lang="en-US" sz="2350" spc="-1" strike="noStrike">
              <a:solidFill>
                <a:srgbClr val="000000"/>
              </a:solidFill>
              <a:latin typeface="Arial"/>
            </a:endParaRPr>
          </a:p>
        </p:txBody>
      </p:sp>
      <p:sp>
        <p:nvSpPr>
          <p:cNvPr id="224" name=""/>
          <p:cNvSpPr/>
          <p:nvPr/>
        </p:nvSpPr>
        <p:spPr>
          <a:xfrm>
            <a:off x="6629400" y="2171880"/>
            <a:ext cx="4343400" cy="22860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25" name=""/>
          <p:cNvSpPr/>
          <p:nvPr/>
        </p:nvSpPr>
        <p:spPr>
          <a:xfrm>
            <a:off x="6629400" y="2171880"/>
            <a:ext cx="53280" cy="228600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26" name=""/>
          <p:cNvSpPr txBox="1"/>
          <p:nvPr/>
        </p:nvSpPr>
        <p:spPr>
          <a:xfrm>
            <a:off x="6835320" y="2354760"/>
            <a:ext cx="3931920" cy="647640"/>
          </a:xfrm>
          <a:prstGeom prst="rect">
            <a:avLst/>
          </a:prstGeom>
          <a:noFill/>
          <a:ln w="0">
            <a:noFill/>
          </a:ln>
        </p:spPr>
        <p:txBody>
          <a:bodyPr lIns="0" rIns="0" tIns="0" bIns="0" anchor="t">
            <a:noAutofit/>
          </a:bodyPr>
          <a:p>
            <a:r>
              <a:rPr b="1" lang="en-US" sz="2540" spc="-1" strike="noStrike">
                <a:solidFill>
                  <a:srgbClr val="a32123"/>
                </a:solidFill>
                <a:latin typeface="Noto Sans"/>
              </a:rPr>
              <a:t>Bildschirmpixel</a:t>
            </a:r>
            <a:endParaRPr b="0" lang="en-US" sz="2540" spc="-1" strike="noStrike">
              <a:solidFill>
                <a:srgbClr val="000000"/>
              </a:solidFill>
              <a:latin typeface="Arial"/>
            </a:endParaRPr>
          </a:p>
        </p:txBody>
      </p:sp>
      <p:sp>
        <p:nvSpPr>
          <p:cNvPr id="227" name=""/>
          <p:cNvSpPr txBox="1"/>
          <p:nvPr/>
        </p:nvSpPr>
        <p:spPr>
          <a:xfrm>
            <a:off x="6835320" y="3116520"/>
            <a:ext cx="3931920" cy="1203840"/>
          </a:xfrm>
          <a:prstGeom prst="rect">
            <a:avLst/>
          </a:prstGeom>
          <a:noFill/>
          <a:ln w="0">
            <a:noFill/>
          </a:ln>
        </p:spPr>
        <p:txBody>
          <a:bodyPr lIns="0" rIns="0" tIns="0" bIns="0" anchor="t">
            <a:noAutofit/>
          </a:bodyPr>
          <a:p>
            <a:r>
              <a:rPr b="0" lang="en-US" sz="2260" spc="-1" strike="noStrike">
                <a:solidFill>
                  <a:srgbClr val="000000"/>
                </a:solidFill>
                <a:latin typeface="Noto Sans"/>
              </a:rPr>
              <a:t>Bildelement der aktuellen Anzeige</a:t>
            </a:r>
            <a:endParaRPr b="0" lang="en-US" sz="2260" spc="-1" strike="noStrike">
              <a:solidFill>
                <a:srgbClr val="000000"/>
              </a:solidFill>
              <a:latin typeface="Arial"/>
            </a:endParaRPr>
          </a:p>
          <a:p>
            <a:r>
              <a:rPr b="0" lang="en-US" sz="2260" spc="-1" strike="noStrike">
                <a:solidFill>
                  <a:srgbClr val="000000"/>
                </a:solidFill>
                <a:latin typeface="Noto Sans"/>
              </a:rPr>
              <a:t>abhängig von Zoom und Bildschirm</a:t>
            </a:r>
            <a:endParaRPr b="0" lang="en-US" sz="2260" spc="-1" strike="noStrike">
              <a:solidFill>
                <a:srgbClr val="000000"/>
              </a:solidFill>
              <a:latin typeface="Arial"/>
            </a:endParaRPr>
          </a:p>
        </p:txBody>
      </p:sp>
      <p:sp>
        <p:nvSpPr>
          <p:cNvPr id="228"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29" name=""/>
          <p:cNvSpPr txBox="1"/>
          <p:nvPr/>
        </p:nvSpPr>
        <p:spPr>
          <a:xfrm>
            <a:off x="838080" y="5623560"/>
            <a:ext cx="10515600" cy="442080"/>
          </a:xfrm>
          <a:prstGeom prst="rect">
            <a:avLst/>
          </a:prstGeom>
          <a:noFill/>
          <a:ln w="0">
            <a:noFill/>
          </a:ln>
        </p:spPr>
        <p:txBody>
          <a:bodyPr lIns="0" rIns="0" tIns="0" bIns="0" anchor="t">
            <a:noAutofit/>
          </a:bodyPr>
          <a:p>
            <a:r>
              <a:rPr b="1" lang="en-US" sz="2070" spc="-1" strike="noStrike">
                <a:solidFill>
                  <a:srgbClr val="004899"/>
                </a:solidFill>
                <a:latin typeface="Noto Sans"/>
              </a:rPr>
              <a:t>Zoomen vergrößert die Anzeige – nicht die räumliche Auflösung des Datensatzes.</a:t>
            </a:r>
            <a:endParaRPr b="0" lang="en-US" sz="20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Vergröbern fasst Werte zusammen</a:t>
            </a:r>
            <a:endParaRPr b="0" lang="en-US" sz="3190" spc="-1" strike="noStrike">
              <a:solidFill>
                <a:srgbClr val="000000"/>
              </a:solidFill>
              <a:latin typeface="Arial"/>
            </a:endParaRPr>
          </a:p>
        </p:txBody>
      </p:sp>
      <p:sp>
        <p:nvSpPr>
          <p:cNvPr id="231"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RASTERMODELL · AUFLÖSUNG</a:t>
            </a:r>
            <a:endParaRPr b="0" lang="en-US" sz="1130" spc="-1" strike="noStrike">
              <a:solidFill>
                <a:srgbClr val="000000"/>
              </a:solidFill>
              <a:latin typeface="Arial"/>
            </a:endParaRPr>
          </a:p>
        </p:txBody>
      </p:sp>
      <p:sp>
        <p:nvSpPr>
          <p:cNvPr id="232"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13</a:t>
            </a:r>
            <a:endParaRPr b="0" lang="en-US" sz="939" spc="-1" strike="noStrike">
              <a:solidFill>
                <a:srgbClr val="000000"/>
              </a:solidFill>
              <a:latin typeface="Arial"/>
            </a:endParaRPr>
          </a:p>
        </p:txBody>
      </p:sp>
      <p:sp>
        <p:nvSpPr>
          <p:cNvPr id="233"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9</a:t>
            </a:r>
            <a:endParaRPr b="0" lang="en-US" sz="939" spc="-1" strike="noStrike">
              <a:solidFill>
                <a:srgbClr val="000000"/>
              </a:solidFill>
              <a:latin typeface="Arial"/>
            </a:endParaRPr>
          </a:p>
        </p:txBody>
      </p:sp>
      <p:pic>
        <p:nvPicPr>
          <p:cNvPr id="234" name="" descr="Ein 40 mal 40 Meter großer Ausschnitt mit sechzehn 10-Meter-Zellen wird durch Blockmittelwerte zu vier 20-Meter-Zellen. Aus 100,100,100,180 wird 120; der Höchstwert 320 verschwindet im Mittelwert 260."/>
          <p:cNvPicPr/>
          <p:nvPr/>
        </p:nvPicPr>
        <p:blipFill>
          <a:blip r:embed="rId1">
            <a:extLst>
              <a:ext uri="{96DAC541-7B7A-43D3-8B79-37D633B846F1}">
                <asvg:svgBlip xmlns:asvg="http://schemas.microsoft.com/office/drawing/2016/SVG/main" r:embed="rId2"/>
              </a:ext>
            </a:extLst>
          </a:blip>
          <a:stretch/>
        </p:blipFill>
        <p:spPr>
          <a:xfrm>
            <a:off x="2666880" y="1638360"/>
            <a:ext cx="2933640" cy="4331880"/>
          </a:xfrm>
          <a:prstGeom prst="rect">
            <a:avLst/>
          </a:prstGeom>
          <a:ln w="0">
            <a:noFill/>
          </a:ln>
        </p:spPr>
      </p:pic>
      <p:sp>
        <p:nvSpPr>
          <p:cNvPr id="235" name=""/>
          <p:cNvSpPr/>
          <p:nvPr/>
        </p:nvSpPr>
        <p:spPr>
          <a:xfrm>
            <a:off x="6400800" y="2171880"/>
            <a:ext cx="4572000" cy="14479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36" name=""/>
          <p:cNvSpPr/>
          <p:nvPr/>
        </p:nvSpPr>
        <p:spPr>
          <a:xfrm>
            <a:off x="6400800" y="2171880"/>
            <a:ext cx="53280" cy="144792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37" name=""/>
          <p:cNvSpPr txBox="1"/>
          <p:nvPr/>
        </p:nvSpPr>
        <p:spPr>
          <a:xfrm>
            <a:off x="6606720" y="2354760"/>
            <a:ext cx="4160520" cy="647640"/>
          </a:xfrm>
          <a:prstGeom prst="rect">
            <a:avLst/>
          </a:prstGeom>
          <a:noFill/>
          <a:ln w="0">
            <a:noFill/>
          </a:ln>
        </p:spPr>
        <p:txBody>
          <a:bodyPr lIns="0" rIns="0" tIns="0" bIns="0" anchor="t">
            <a:noAutofit/>
          </a:bodyPr>
          <a:p>
            <a:r>
              <a:rPr b="1" lang="en-US" sz="2540" spc="-1" strike="noStrike">
                <a:solidFill>
                  <a:srgbClr val="004899"/>
                </a:solidFill>
                <a:latin typeface="Noto Sans"/>
              </a:rPr>
              <a:t>Kleinere Zellen</a:t>
            </a:r>
            <a:endParaRPr b="0" lang="en-US" sz="2540" spc="-1" strike="noStrike">
              <a:solidFill>
                <a:srgbClr val="000000"/>
              </a:solidFill>
              <a:latin typeface="Arial"/>
            </a:endParaRPr>
          </a:p>
        </p:txBody>
      </p:sp>
      <p:sp>
        <p:nvSpPr>
          <p:cNvPr id="238" name=""/>
          <p:cNvSpPr txBox="1"/>
          <p:nvPr/>
        </p:nvSpPr>
        <p:spPr>
          <a:xfrm>
            <a:off x="6606720" y="2933640"/>
            <a:ext cx="4160520" cy="548640"/>
          </a:xfrm>
          <a:prstGeom prst="rect">
            <a:avLst/>
          </a:prstGeom>
          <a:noFill/>
          <a:ln w="0">
            <a:noFill/>
          </a:ln>
        </p:spPr>
        <p:txBody>
          <a:bodyPr lIns="0" rIns="0" tIns="0" bIns="0" anchor="t">
            <a:noAutofit/>
          </a:bodyPr>
          <a:p>
            <a:r>
              <a:rPr b="0" lang="en-US" sz="2160" spc="-1" strike="noStrike">
                <a:solidFill>
                  <a:srgbClr val="000000"/>
                </a:solidFill>
                <a:latin typeface="Noto Sans"/>
              </a:rPr>
              <a:t>können feinere Unterschiede abbilden</a:t>
            </a:r>
            <a:endParaRPr b="0" lang="en-US" sz="2160" spc="-1" strike="noStrike">
              <a:solidFill>
                <a:srgbClr val="000000"/>
              </a:solidFill>
              <a:latin typeface="Arial"/>
            </a:endParaRPr>
          </a:p>
        </p:txBody>
      </p:sp>
      <p:sp>
        <p:nvSpPr>
          <p:cNvPr id="239" name=""/>
          <p:cNvSpPr/>
          <p:nvPr/>
        </p:nvSpPr>
        <p:spPr>
          <a:xfrm>
            <a:off x="6400800" y="4000680"/>
            <a:ext cx="4572000" cy="14479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40" name=""/>
          <p:cNvSpPr/>
          <p:nvPr/>
        </p:nvSpPr>
        <p:spPr>
          <a:xfrm>
            <a:off x="6400800" y="4000680"/>
            <a:ext cx="53280" cy="144792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41" name=""/>
          <p:cNvSpPr txBox="1"/>
          <p:nvPr/>
        </p:nvSpPr>
        <p:spPr>
          <a:xfrm>
            <a:off x="6606720" y="4183560"/>
            <a:ext cx="4160520" cy="647640"/>
          </a:xfrm>
          <a:prstGeom prst="rect">
            <a:avLst/>
          </a:prstGeom>
          <a:noFill/>
          <a:ln w="0">
            <a:noFill/>
          </a:ln>
        </p:spPr>
        <p:txBody>
          <a:bodyPr lIns="0" rIns="0" tIns="0" bIns="0" anchor="t">
            <a:noAutofit/>
          </a:bodyPr>
          <a:p>
            <a:r>
              <a:rPr b="1" lang="en-US" sz="2540" spc="-1" strike="noStrike">
                <a:solidFill>
                  <a:srgbClr val="a32123"/>
                </a:solidFill>
                <a:latin typeface="Noto Sans"/>
              </a:rPr>
              <a:t>Aber</a:t>
            </a:r>
            <a:endParaRPr b="0" lang="en-US" sz="2540" spc="-1" strike="noStrike">
              <a:solidFill>
                <a:srgbClr val="000000"/>
              </a:solidFill>
              <a:latin typeface="Arial"/>
            </a:endParaRPr>
          </a:p>
        </p:txBody>
      </p:sp>
      <p:sp>
        <p:nvSpPr>
          <p:cNvPr id="242" name=""/>
          <p:cNvSpPr txBox="1"/>
          <p:nvPr/>
        </p:nvSpPr>
        <p:spPr>
          <a:xfrm>
            <a:off x="6606720" y="4762440"/>
            <a:ext cx="4160520" cy="548640"/>
          </a:xfrm>
          <a:prstGeom prst="rect">
            <a:avLst/>
          </a:prstGeom>
          <a:noFill/>
          <a:ln w="0">
            <a:noFill/>
          </a:ln>
        </p:spPr>
        <p:txBody>
          <a:bodyPr lIns="0" rIns="0" tIns="0" bIns="0" anchor="t">
            <a:noAutofit/>
          </a:bodyPr>
          <a:p>
            <a:r>
              <a:rPr b="0" lang="en-US" sz="2160" spc="-1" strike="noStrike">
                <a:solidFill>
                  <a:srgbClr val="000000"/>
                </a:solidFill>
                <a:latin typeface="Noto Sans"/>
              </a:rPr>
              <a:t>Auflösung ist kein Beweis für Genauigkeit</a:t>
            </a:r>
            <a:endParaRPr b="0" lang="en-US" sz="21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Projekt, DGM und Punkte vorbereiten</a:t>
            </a:r>
            <a:endParaRPr b="0" lang="en-US" sz="3190" spc="-1" strike="noStrike">
              <a:solidFill>
                <a:srgbClr val="000000"/>
              </a:solidFill>
              <a:latin typeface="Arial"/>
            </a:endParaRPr>
          </a:p>
        </p:txBody>
      </p:sp>
      <p:sp>
        <p:nvSpPr>
          <p:cNvPr id="244"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QGIS · STARTZUSTAND</a:t>
            </a:r>
            <a:endParaRPr b="0" lang="en-US" sz="1130" spc="-1" strike="noStrike">
              <a:solidFill>
                <a:srgbClr val="000000"/>
              </a:solidFill>
              <a:latin typeface="Arial"/>
            </a:endParaRPr>
          </a:p>
        </p:txBody>
      </p:sp>
      <p:sp>
        <p:nvSpPr>
          <p:cNvPr id="245"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13</a:t>
            </a:r>
            <a:endParaRPr b="0" lang="en-US" sz="939" spc="-1" strike="noStrike">
              <a:solidFill>
                <a:srgbClr val="000000"/>
              </a:solidFill>
              <a:latin typeface="Arial"/>
            </a:endParaRPr>
          </a:p>
        </p:txBody>
      </p:sp>
      <p:sp>
        <p:nvSpPr>
          <p:cNvPr id="246"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10</a:t>
            </a:r>
            <a:endParaRPr b="0" lang="en-US" sz="939" spc="-1" strike="noStrike">
              <a:solidFill>
                <a:srgbClr val="000000"/>
              </a:solidFill>
              <a:latin typeface="Arial"/>
            </a:endParaRPr>
          </a:p>
        </p:txBody>
      </p:sp>
      <p:sp>
        <p:nvSpPr>
          <p:cNvPr id="247" name=""/>
          <p:cNvSpPr/>
          <p:nvPr/>
        </p:nvSpPr>
        <p:spPr>
          <a:xfrm>
            <a:off x="647640" y="186696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48" name=""/>
          <p:cNvSpPr txBox="1"/>
          <p:nvPr/>
        </p:nvSpPr>
        <p:spPr>
          <a:xfrm>
            <a:off x="647640" y="192780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1</a:t>
            </a:r>
            <a:endParaRPr b="0" lang="en-US" sz="2450" spc="-1" strike="noStrike">
              <a:solidFill>
                <a:srgbClr val="000000"/>
              </a:solidFill>
              <a:latin typeface="Arial"/>
            </a:endParaRPr>
          </a:p>
        </p:txBody>
      </p:sp>
      <p:sp>
        <p:nvSpPr>
          <p:cNvPr id="249" name=""/>
          <p:cNvSpPr txBox="1"/>
          <p:nvPr/>
        </p:nvSpPr>
        <p:spPr>
          <a:xfrm>
            <a:off x="1371600" y="186696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Projekt speichern</a:t>
            </a:r>
            <a:endParaRPr b="0" lang="en-US" sz="2720" spc="-1" strike="noStrike">
              <a:solidFill>
                <a:srgbClr val="000000"/>
              </a:solidFill>
              <a:latin typeface="Arial"/>
            </a:endParaRPr>
          </a:p>
        </p:txBody>
      </p:sp>
      <p:sp>
        <p:nvSpPr>
          <p:cNvPr id="250" name=""/>
          <p:cNvSpPr txBox="1"/>
          <p:nvPr/>
        </p:nvSpPr>
        <p:spPr>
          <a:xfrm>
            <a:off x="1371600" y="233928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unit13_raster.qgz · Projekt-CRS EPSG:25832.</a:t>
            </a:r>
            <a:endParaRPr b="0" lang="en-US" sz="2260" spc="-1" strike="noStrike">
              <a:solidFill>
                <a:srgbClr val="000000"/>
              </a:solidFill>
              <a:latin typeface="Arial"/>
            </a:endParaRPr>
          </a:p>
        </p:txBody>
      </p:sp>
      <p:sp>
        <p:nvSpPr>
          <p:cNvPr id="251" name=""/>
          <p:cNvSpPr/>
          <p:nvPr/>
        </p:nvSpPr>
        <p:spPr>
          <a:xfrm>
            <a:off x="647640" y="316224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52" name=""/>
          <p:cNvSpPr txBox="1"/>
          <p:nvPr/>
        </p:nvSpPr>
        <p:spPr>
          <a:xfrm>
            <a:off x="647640" y="322344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2</a:t>
            </a:r>
            <a:endParaRPr b="0" lang="en-US" sz="2450" spc="-1" strike="noStrike">
              <a:solidFill>
                <a:srgbClr val="000000"/>
              </a:solidFill>
              <a:latin typeface="Arial"/>
            </a:endParaRPr>
          </a:p>
        </p:txBody>
      </p:sp>
      <p:sp>
        <p:nvSpPr>
          <p:cNvPr id="253" name=""/>
          <p:cNvSpPr txBox="1"/>
          <p:nvPr/>
        </p:nvSpPr>
        <p:spPr>
          <a:xfrm>
            <a:off x="1371600" y="316224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Raster laden</a:t>
            </a:r>
            <a:endParaRPr b="0" lang="en-US" sz="2720" spc="-1" strike="noStrike">
              <a:solidFill>
                <a:srgbClr val="000000"/>
              </a:solidFill>
              <a:latin typeface="Arial"/>
            </a:endParaRPr>
          </a:p>
        </p:txBody>
      </p:sp>
      <p:sp>
        <p:nvSpPr>
          <p:cNvPr id="254" name=""/>
          <p:cNvSpPr txBox="1"/>
          <p:nvPr/>
        </p:nvSpPr>
        <p:spPr>
          <a:xfrm>
            <a:off x="1371600" y="363492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data_raw/dgm_marburg_10m.tif · DGM – Geländehöhe.</a:t>
            </a:r>
            <a:endParaRPr b="0" lang="en-US" sz="2260" spc="-1" strike="noStrike">
              <a:solidFill>
                <a:srgbClr val="000000"/>
              </a:solidFill>
              <a:latin typeface="Arial"/>
            </a:endParaRPr>
          </a:p>
        </p:txBody>
      </p:sp>
      <p:sp>
        <p:nvSpPr>
          <p:cNvPr id="255" name=""/>
          <p:cNvSpPr/>
          <p:nvPr/>
        </p:nvSpPr>
        <p:spPr>
          <a:xfrm>
            <a:off x="647640" y="44578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56" name=""/>
          <p:cNvSpPr txBox="1"/>
          <p:nvPr/>
        </p:nvSpPr>
        <p:spPr>
          <a:xfrm>
            <a:off x="647640" y="451872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3</a:t>
            </a:r>
            <a:endParaRPr b="0" lang="en-US" sz="2450" spc="-1" strike="noStrike">
              <a:solidFill>
                <a:srgbClr val="000000"/>
              </a:solidFill>
              <a:latin typeface="Arial"/>
            </a:endParaRPr>
          </a:p>
        </p:txBody>
      </p:sp>
      <p:sp>
        <p:nvSpPr>
          <p:cNvPr id="257" name=""/>
          <p:cNvSpPr txBox="1"/>
          <p:nvPr/>
        </p:nvSpPr>
        <p:spPr>
          <a:xfrm>
            <a:off x="1371600" y="44578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Punkte laden</a:t>
            </a:r>
            <a:endParaRPr b="0" lang="en-US" sz="2720" spc="-1" strike="noStrike">
              <a:solidFill>
                <a:srgbClr val="000000"/>
              </a:solidFill>
              <a:latin typeface="Arial"/>
            </a:endParaRPr>
          </a:p>
        </p:txBody>
      </p:sp>
      <p:sp>
        <p:nvSpPr>
          <p:cNvPr id="258" name=""/>
          <p:cNvSpPr txBox="1"/>
          <p:nvPr/>
        </p:nvSpPr>
        <p:spPr>
          <a:xfrm>
            <a:off x="1371600" y="493020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unit11_results.gpkg/gbif_checked oder Ersatz · 56 Features.</a:t>
            </a:r>
            <a:endParaRPr b="0" lang="en-US" sz="2260" spc="-1" strike="noStrike">
              <a:solidFill>
                <a:srgbClr val="000000"/>
              </a:solidFill>
              <a:latin typeface="Arial"/>
            </a:endParaRPr>
          </a:p>
        </p:txBody>
      </p:sp>
      <p:sp>
        <p:nvSpPr>
          <p:cNvPr id="259"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60" name=""/>
          <p:cNvSpPr txBox="1"/>
          <p:nvPr/>
        </p:nvSpPr>
        <p:spPr>
          <a:xfrm>
            <a:off x="838080" y="5623560"/>
            <a:ext cx="10515600" cy="442080"/>
          </a:xfrm>
          <a:prstGeom prst="rect">
            <a:avLst/>
          </a:prstGeom>
          <a:noFill/>
          <a:ln w="0">
            <a:noFill/>
          </a:ln>
        </p:spPr>
        <p:txBody>
          <a:bodyPr lIns="0" rIns="0" tIns="0" bIns="0" anchor="t">
            <a:noAutofit/>
          </a:bodyPr>
          <a:p>
            <a:r>
              <a:rPr b="1" lang="en-US" sz="2160" spc="-1" strike="noStrike">
                <a:solidFill>
                  <a:srgbClr val="004899"/>
                </a:solidFill>
                <a:latin typeface="Noto Sans"/>
              </a:rPr>
              <a:t>Kontrolle: DGM unten · 56 Punkte sichtbar darüber</a:t>
            </a:r>
            <a:endParaRPr b="0" lang="en-US" sz="21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1"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Das DGM ist ein abgeleitetes Lehrprodukt</a:t>
            </a:r>
            <a:endParaRPr b="0" lang="en-US" sz="3190" spc="-1" strike="noStrike">
              <a:solidFill>
                <a:srgbClr val="000000"/>
              </a:solidFill>
              <a:latin typeface="Arial"/>
            </a:endParaRPr>
          </a:p>
        </p:txBody>
      </p:sp>
      <p:sp>
        <p:nvSpPr>
          <p:cNvPr id="262"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QGIS · QUELLE UND ENTSTEHUNG</a:t>
            </a:r>
            <a:endParaRPr b="0" lang="en-US" sz="1130" spc="-1" strike="noStrike">
              <a:solidFill>
                <a:srgbClr val="000000"/>
              </a:solidFill>
              <a:latin typeface="Arial"/>
            </a:endParaRPr>
          </a:p>
        </p:txBody>
      </p:sp>
      <p:sp>
        <p:nvSpPr>
          <p:cNvPr id="263"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13</a:t>
            </a:r>
            <a:endParaRPr b="0" lang="en-US" sz="939" spc="-1" strike="noStrike">
              <a:solidFill>
                <a:srgbClr val="000000"/>
              </a:solidFill>
              <a:latin typeface="Arial"/>
            </a:endParaRPr>
          </a:p>
        </p:txBody>
      </p:sp>
      <p:sp>
        <p:nvSpPr>
          <p:cNvPr id="264"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11</a:t>
            </a:r>
            <a:endParaRPr b="0" lang="en-US" sz="939" spc="-1" strike="noStrike">
              <a:solidFill>
                <a:srgbClr val="000000"/>
              </a:solidFill>
              <a:latin typeface="Arial"/>
            </a:endParaRPr>
          </a:p>
        </p:txBody>
      </p:sp>
      <p:sp>
        <p:nvSpPr>
          <p:cNvPr id="265" name=""/>
          <p:cNvSpPr/>
          <p:nvPr/>
        </p:nvSpPr>
        <p:spPr>
          <a:xfrm>
            <a:off x="647640" y="1905120"/>
            <a:ext cx="3787200" cy="77724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66" name=""/>
          <p:cNvSpPr txBox="1"/>
          <p:nvPr/>
        </p:nvSpPr>
        <p:spPr>
          <a:xfrm>
            <a:off x="784800" y="2034720"/>
            <a:ext cx="3535560" cy="647640"/>
          </a:xfrm>
          <a:prstGeom prst="rect">
            <a:avLst/>
          </a:prstGeom>
          <a:noFill/>
          <a:ln w="0">
            <a:noFill/>
          </a:ln>
        </p:spPr>
        <p:txBody>
          <a:bodyPr lIns="0" rIns="0" tIns="0" bIns="0" anchor="t">
            <a:noAutofit/>
          </a:bodyPr>
          <a:p>
            <a:r>
              <a:rPr b="1" lang="en-US" sz="2160" spc="-1" strike="noStrike">
                <a:solidFill>
                  <a:srgbClr val="ffffff"/>
                </a:solidFill>
                <a:latin typeface="Noto Sans"/>
              </a:rPr>
              <a:t>Merkmal</a:t>
            </a:r>
            <a:endParaRPr b="0" lang="en-US" sz="2160" spc="-1" strike="noStrike">
              <a:solidFill>
                <a:srgbClr val="000000"/>
              </a:solidFill>
              <a:latin typeface="Arial"/>
            </a:endParaRPr>
          </a:p>
        </p:txBody>
      </p:sp>
      <p:sp>
        <p:nvSpPr>
          <p:cNvPr id="267" name=""/>
          <p:cNvSpPr/>
          <p:nvPr/>
        </p:nvSpPr>
        <p:spPr>
          <a:xfrm>
            <a:off x="4457880" y="1905120"/>
            <a:ext cx="7063920" cy="77724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68" name=""/>
          <p:cNvSpPr txBox="1"/>
          <p:nvPr/>
        </p:nvSpPr>
        <p:spPr>
          <a:xfrm>
            <a:off x="4595040" y="2034720"/>
            <a:ext cx="6812280" cy="647640"/>
          </a:xfrm>
          <a:prstGeom prst="rect">
            <a:avLst/>
          </a:prstGeom>
          <a:noFill/>
          <a:ln w="0">
            <a:noFill/>
          </a:ln>
        </p:spPr>
        <p:txBody>
          <a:bodyPr lIns="0" rIns="0" tIns="0" bIns="0" anchor="t">
            <a:noAutofit/>
          </a:bodyPr>
          <a:p>
            <a:r>
              <a:rPr b="1" lang="en-US" sz="2160" spc="-1" strike="noStrike">
                <a:solidFill>
                  <a:srgbClr val="ffffff"/>
                </a:solidFill>
                <a:latin typeface="Noto Sans"/>
              </a:rPr>
              <a:t>Angabe</a:t>
            </a:r>
            <a:endParaRPr b="0" lang="en-US" sz="2160" spc="-1" strike="noStrike">
              <a:solidFill>
                <a:srgbClr val="000000"/>
              </a:solidFill>
              <a:latin typeface="Arial"/>
            </a:endParaRPr>
          </a:p>
        </p:txBody>
      </p:sp>
      <p:sp>
        <p:nvSpPr>
          <p:cNvPr id="269" name=""/>
          <p:cNvSpPr/>
          <p:nvPr/>
        </p:nvSpPr>
        <p:spPr>
          <a:xfrm>
            <a:off x="647640" y="2705040"/>
            <a:ext cx="3787200" cy="7772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70" name=""/>
          <p:cNvSpPr txBox="1"/>
          <p:nvPr/>
        </p:nvSpPr>
        <p:spPr>
          <a:xfrm>
            <a:off x="784800" y="2834640"/>
            <a:ext cx="3535560" cy="647640"/>
          </a:xfrm>
          <a:prstGeom prst="rect">
            <a:avLst/>
          </a:prstGeom>
          <a:noFill/>
          <a:ln w="0">
            <a:noFill/>
          </a:ln>
        </p:spPr>
        <p:txBody>
          <a:bodyPr lIns="0" rIns="0" tIns="0" bIns="0" anchor="t">
            <a:noAutofit/>
          </a:bodyPr>
          <a:p>
            <a:r>
              <a:rPr b="0" lang="en-US" sz="2160" spc="-1" strike="noStrike">
                <a:solidFill>
                  <a:srgbClr val="000000"/>
                </a:solidFill>
                <a:latin typeface="Noto Sans"/>
              </a:rPr>
              <a:t>Quelle</a:t>
            </a:r>
            <a:endParaRPr b="0" lang="en-US" sz="2160" spc="-1" strike="noStrike">
              <a:solidFill>
                <a:srgbClr val="000000"/>
              </a:solidFill>
              <a:latin typeface="Arial"/>
            </a:endParaRPr>
          </a:p>
        </p:txBody>
      </p:sp>
      <p:sp>
        <p:nvSpPr>
          <p:cNvPr id="271" name=""/>
          <p:cNvSpPr/>
          <p:nvPr/>
        </p:nvSpPr>
        <p:spPr>
          <a:xfrm>
            <a:off x="4457880" y="2705040"/>
            <a:ext cx="7063920" cy="7772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72" name=""/>
          <p:cNvSpPr txBox="1"/>
          <p:nvPr/>
        </p:nvSpPr>
        <p:spPr>
          <a:xfrm>
            <a:off x="4595040" y="2834640"/>
            <a:ext cx="6812280" cy="647640"/>
          </a:xfrm>
          <a:prstGeom prst="rect">
            <a:avLst/>
          </a:prstGeom>
          <a:noFill/>
          <a:ln w="0">
            <a:noFill/>
          </a:ln>
        </p:spPr>
        <p:txBody>
          <a:bodyPr lIns="0" rIns="0" tIns="0" bIns="0" anchor="t">
            <a:noAutofit/>
          </a:bodyPr>
          <a:p>
            <a:r>
              <a:rPr b="0" lang="en-US" sz="2160" spc="-1" strike="noStrike">
                <a:solidFill>
                  <a:srgbClr val="000000"/>
                </a:solidFill>
                <a:latin typeface="Noto Sans"/>
              </a:rPr>
              <a:t>Hessen DGM1 · Downloadpaket Marburg</a:t>
            </a:r>
            <a:endParaRPr b="0" lang="en-US" sz="2160" spc="-1" strike="noStrike">
              <a:solidFill>
                <a:srgbClr val="000000"/>
              </a:solidFill>
              <a:latin typeface="Arial"/>
            </a:endParaRPr>
          </a:p>
        </p:txBody>
      </p:sp>
      <p:sp>
        <p:nvSpPr>
          <p:cNvPr id="273" name=""/>
          <p:cNvSpPr/>
          <p:nvPr/>
        </p:nvSpPr>
        <p:spPr>
          <a:xfrm>
            <a:off x="647640" y="3505320"/>
            <a:ext cx="3787200" cy="77724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74" name=""/>
          <p:cNvSpPr txBox="1"/>
          <p:nvPr/>
        </p:nvSpPr>
        <p:spPr>
          <a:xfrm>
            <a:off x="784800" y="3634920"/>
            <a:ext cx="3535560" cy="647640"/>
          </a:xfrm>
          <a:prstGeom prst="rect">
            <a:avLst/>
          </a:prstGeom>
          <a:noFill/>
          <a:ln w="0">
            <a:noFill/>
          </a:ln>
        </p:spPr>
        <p:txBody>
          <a:bodyPr lIns="0" rIns="0" tIns="0" bIns="0" anchor="t">
            <a:noAutofit/>
          </a:bodyPr>
          <a:p>
            <a:r>
              <a:rPr b="0" lang="en-US" sz="2160" spc="-1" strike="noStrike">
                <a:solidFill>
                  <a:srgbClr val="000000"/>
                </a:solidFill>
                <a:latin typeface="Noto Sans"/>
              </a:rPr>
              <a:t>Kursbearbeitung</a:t>
            </a:r>
            <a:endParaRPr b="0" lang="en-US" sz="2160" spc="-1" strike="noStrike">
              <a:solidFill>
                <a:srgbClr val="000000"/>
              </a:solidFill>
              <a:latin typeface="Arial"/>
            </a:endParaRPr>
          </a:p>
        </p:txBody>
      </p:sp>
      <p:sp>
        <p:nvSpPr>
          <p:cNvPr id="275" name=""/>
          <p:cNvSpPr/>
          <p:nvPr/>
        </p:nvSpPr>
        <p:spPr>
          <a:xfrm>
            <a:off x="4457880" y="3505320"/>
            <a:ext cx="7063920" cy="77724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76" name=""/>
          <p:cNvSpPr txBox="1"/>
          <p:nvPr/>
        </p:nvSpPr>
        <p:spPr>
          <a:xfrm>
            <a:off x="4595040" y="3634920"/>
            <a:ext cx="6812280" cy="647640"/>
          </a:xfrm>
          <a:prstGeom prst="rect">
            <a:avLst/>
          </a:prstGeom>
          <a:noFill/>
          <a:ln w="0">
            <a:noFill/>
          </a:ln>
        </p:spPr>
        <p:txBody>
          <a:bodyPr lIns="0" rIns="0" tIns="0" bIns="0" anchor="t">
            <a:noAutofit/>
          </a:bodyPr>
          <a:p>
            <a:r>
              <a:rPr b="0" lang="en-US" sz="2160" spc="-1" strike="noStrike">
                <a:solidFill>
                  <a:srgbClr val="000000"/>
                </a:solidFill>
                <a:latin typeface="Noto Sans"/>
              </a:rPr>
              <a:t>162 Kacheln mosaikiert · 10-m-Mittelwerte</a:t>
            </a:r>
            <a:endParaRPr b="0" lang="en-US" sz="2160" spc="-1" strike="noStrike">
              <a:solidFill>
                <a:srgbClr val="000000"/>
              </a:solidFill>
              <a:latin typeface="Arial"/>
            </a:endParaRPr>
          </a:p>
        </p:txBody>
      </p:sp>
      <p:sp>
        <p:nvSpPr>
          <p:cNvPr id="277" name=""/>
          <p:cNvSpPr/>
          <p:nvPr/>
        </p:nvSpPr>
        <p:spPr>
          <a:xfrm>
            <a:off x="647640" y="4305240"/>
            <a:ext cx="3787200" cy="7772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78" name=""/>
          <p:cNvSpPr txBox="1"/>
          <p:nvPr/>
        </p:nvSpPr>
        <p:spPr>
          <a:xfrm>
            <a:off x="784800" y="4434840"/>
            <a:ext cx="3535560" cy="647640"/>
          </a:xfrm>
          <a:prstGeom prst="rect">
            <a:avLst/>
          </a:prstGeom>
          <a:noFill/>
          <a:ln w="0">
            <a:noFill/>
          </a:ln>
        </p:spPr>
        <p:txBody>
          <a:bodyPr lIns="0" rIns="0" tIns="0" bIns="0" anchor="t">
            <a:noAutofit/>
          </a:bodyPr>
          <a:p>
            <a:r>
              <a:rPr b="0" lang="en-US" sz="2160" spc="-1" strike="noStrike">
                <a:solidFill>
                  <a:srgbClr val="000000"/>
                </a:solidFill>
                <a:latin typeface="Noto Sans"/>
              </a:rPr>
              <a:t>Lizenz</a:t>
            </a:r>
            <a:endParaRPr b="0" lang="en-US" sz="2160" spc="-1" strike="noStrike">
              <a:solidFill>
                <a:srgbClr val="000000"/>
              </a:solidFill>
              <a:latin typeface="Arial"/>
            </a:endParaRPr>
          </a:p>
        </p:txBody>
      </p:sp>
      <p:sp>
        <p:nvSpPr>
          <p:cNvPr id="279" name=""/>
          <p:cNvSpPr/>
          <p:nvPr/>
        </p:nvSpPr>
        <p:spPr>
          <a:xfrm>
            <a:off x="4457880" y="4305240"/>
            <a:ext cx="7063920" cy="7772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80" name=""/>
          <p:cNvSpPr txBox="1"/>
          <p:nvPr/>
        </p:nvSpPr>
        <p:spPr>
          <a:xfrm>
            <a:off x="4595040" y="4434840"/>
            <a:ext cx="6812280" cy="647640"/>
          </a:xfrm>
          <a:prstGeom prst="rect">
            <a:avLst/>
          </a:prstGeom>
          <a:noFill/>
          <a:ln w="0">
            <a:noFill/>
          </a:ln>
        </p:spPr>
        <p:txBody>
          <a:bodyPr lIns="0" rIns="0" tIns="0" bIns="0" anchor="t">
            <a:noAutofit/>
          </a:bodyPr>
          <a:p>
            <a:r>
              <a:rPr b="0" lang="en-US" sz="2160" spc="-1" strike="noStrike">
                <a:solidFill>
                  <a:srgbClr val="000000"/>
                </a:solidFill>
                <a:latin typeface="Noto Sans"/>
              </a:rPr>
              <a:t>Datenlizenz Deutschland – Zero 2.0</a:t>
            </a:r>
            <a:endParaRPr b="0" lang="en-US" sz="2160" spc="-1" strike="noStrike">
              <a:solidFill>
                <a:srgbClr val="000000"/>
              </a:solidFill>
              <a:latin typeface="Arial"/>
            </a:endParaRPr>
          </a:p>
        </p:txBody>
      </p:sp>
      <p:sp>
        <p:nvSpPr>
          <p:cNvPr id="281" name=""/>
          <p:cNvSpPr/>
          <p:nvPr/>
        </p:nvSpPr>
        <p:spPr>
          <a:xfrm>
            <a:off x="647640" y="5105520"/>
            <a:ext cx="3787200" cy="77724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82" name=""/>
          <p:cNvSpPr txBox="1"/>
          <p:nvPr/>
        </p:nvSpPr>
        <p:spPr>
          <a:xfrm>
            <a:off x="784800" y="5235120"/>
            <a:ext cx="3535560" cy="647640"/>
          </a:xfrm>
          <a:prstGeom prst="rect">
            <a:avLst/>
          </a:prstGeom>
          <a:noFill/>
          <a:ln w="0">
            <a:noFill/>
          </a:ln>
        </p:spPr>
        <p:txBody>
          <a:bodyPr lIns="0" rIns="0" tIns="0" bIns="0" anchor="t">
            <a:noAutofit/>
          </a:bodyPr>
          <a:p>
            <a:r>
              <a:rPr b="0" lang="en-US" sz="2160" spc="-1" strike="noStrike">
                <a:solidFill>
                  <a:srgbClr val="000000"/>
                </a:solidFill>
                <a:latin typeface="Noto Sans"/>
              </a:rPr>
              <a:t>Paketstand</a:t>
            </a:r>
            <a:endParaRPr b="0" lang="en-US" sz="2160" spc="-1" strike="noStrike">
              <a:solidFill>
                <a:srgbClr val="000000"/>
              </a:solidFill>
              <a:latin typeface="Arial"/>
            </a:endParaRPr>
          </a:p>
        </p:txBody>
      </p:sp>
      <p:sp>
        <p:nvSpPr>
          <p:cNvPr id="283" name=""/>
          <p:cNvSpPr/>
          <p:nvPr/>
        </p:nvSpPr>
        <p:spPr>
          <a:xfrm>
            <a:off x="4457880" y="5105520"/>
            <a:ext cx="7063920" cy="77724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84" name=""/>
          <p:cNvSpPr txBox="1"/>
          <p:nvPr/>
        </p:nvSpPr>
        <p:spPr>
          <a:xfrm>
            <a:off x="4595040" y="5235120"/>
            <a:ext cx="6812280" cy="647640"/>
          </a:xfrm>
          <a:prstGeom prst="rect">
            <a:avLst/>
          </a:prstGeom>
          <a:noFill/>
          <a:ln w="0">
            <a:noFill/>
          </a:ln>
        </p:spPr>
        <p:txBody>
          <a:bodyPr lIns="0" rIns="0" tIns="0" bIns="0" anchor="t">
            <a:noAutofit/>
          </a:bodyPr>
          <a:p>
            <a:r>
              <a:rPr b="0" lang="en-US" sz="2160" spc="-1" strike="noStrike">
                <a:solidFill>
                  <a:srgbClr val="000000"/>
                </a:solidFill>
                <a:latin typeface="Noto Sans"/>
              </a:rPr>
              <a:t>08.09.2026</a:t>
            </a:r>
            <a:endParaRPr b="0" lang="en-US" sz="2160" spc="-1" strike="noStrike">
              <a:solidFill>
                <a:srgbClr val="000000"/>
              </a:solidFill>
              <a:latin typeface="Arial"/>
            </a:endParaRPr>
          </a:p>
        </p:txBody>
      </p:sp>
      <p:sp>
        <p:nvSpPr>
          <p:cNvPr id="285"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86" name=""/>
          <p:cNvSpPr txBox="1"/>
          <p:nvPr/>
        </p:nvSpPr>
        <p:spPr>
          <a:xfrm>
            <a:off x="838080" y="5623560"/>
            <a:ext cx="10515600" cy="442080"/>
          </a:xfrm>
          <a:prstGeom prst="rect">
            <a:avLst/>
          </a:prstGeom>
          <a:noFill/>
          <a:ln w="0">
            <a:noFill/>
          </a:ln>
        </p:spPr>
        <p:txBody>
          <a:bodyPr lIns="0" rIns="0" tIns="0" bIns="0" anchor="t">
            <a:noAutofit/>
          </a:bodyPr>
          <a:p>
            <a:r>
              <a:rPr b="1" lang="en-US" sz="1979" spc="-1" strike="noStrike">
                <a:solidFill>
                  <a:srgbClr val="004899"/>
                </a:solidFill>
                <a:latin typeface="Noto Sans"/>
              </a:rPr>
              <a:t>Mittelung verändert Auflösung – sie verbessert nicht automatisch die Höhengenauigkeit.</a:t>
            </a:r>
            <a:endParaRPr b="0" lang="en-US" sz="197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7"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Rastereigenschaften gemeinsam kontrollieren</a:t>
            </a:r>
            <a:endParaRPr b="0" lang="en-US" sz="3190" spc="-1" strike="noStrike">
              <a:solidFill>
                <a:srgbClr val="000000"/>
              </a:solidFill>
              <a:latin typeface="Arial"/>
            </a:endParaRPr>
          </a:p>
        </p:txBody>
      </p:sp>
      <p:sp>
        <p:nvSpPr>
          <p:cNvPr id="288"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QGIS · INFORMATION UND QUELLE</a:t>
            </a:r>
            <a:endParaRPr b="0" lang="en-US" sz="1130" spc="-1" strike="noStrike">
              <a:solidFill>
                <a:srgbClr val="000000"/>
              </a:solidFill>
              <a:latin typeface="Arial"/>
            </a:endParaRPr>
          </a:p>
        </p:txBody>
      </p:sp>
      <p:sp>
        <p:nvSpPr>
          <p:cNvPr id="289"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13</a:t>
            </a:r>
            <a:endParaRPr b="0" lang="en-US" sz="939" spc="-1" strike="noStrike">
              <a:solidFill>
                <a:srgbClr val="000000"/>
              </a:solidFill>
              <a:latin typeface="Arial"/>
            </a:endParaRPr>
          </a:p>
        </p:txBody>
      </p:sp>
      <p:sp>
        <p:nvSpPr>
          <p:cNvPr id="290"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12</a:t>
            </a:r>
            <a:endParaRPr b="0" lang="en-US" sz="939" spc="-1" strike="noStrike">
              <a:solidFill>
                <a:srgbClr val="000000"/>
              </a:solidFill>
              <a:latin typeface="Arial"/>
            </a:endParaRPr>
          </a:p>
        </p:txBody>
      </p:sp>
      <p:sp>
        <p:nvSpPr>
          <p:cNvPr id="291" name=""/>
          <p:cNvSpPr/>
          <p:nvPr/>
        </p:nvSpPr>
        <p:spPr>
          <a:xfrm>
            <a:off x="647640" y="1676520"/>
            <a:ext cx="3939480" cy="60192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92" name=""/>
          <p:cNvSpPr txBox="1"/>
          <p:nvPr/>
        </p:nvSpPr>
        <p:spPr>
          <a:xfrm>
            <a:off x="784800" y="1806120"/>
            <a:ext cx="3688200" cy="472320"/>
          </a:xfrm>
          <a:prstGeom prst="rect">
            <a:avLst/>
          </a:prstGeom>
          <a:noFill/>
          <a:ln w="0">
            <a:noFill/>
          </a:ln>
        </p:spPr>
        <p:txBody>
          <a:bodyPr lIns="0" rIns="0" tIns="0" bIns="0" anchor="t">
            <a:noAutofit/>
          </a:bodyPr>
          <a:p>
            <a:r>
              <a:rPr b="1" lang="en-US" sz="1979" spc="-1" strike="noStrike">
                <a:solidFill>
                  <a:srgbClr val="ffffff"/>
                </a:solidFill>
                <a:latin typeface="Noto Sans"/>
              </a:rPr>
              <a:t>Eigenschaft</a:t>
            </a:r>
            <a:endParaRPr b="0" lang="en-US" sz="1979" spc="-1" strike="noStrike">
              <a:solidFill>
                <a:srgbClr val="000000"/>
              </a:solidFill>
              <a:latin typeface="Arial"/>
            </a:endParaRPr>
          </a:p>
        </p:txBody>
      </p:sp>
      <p:sp>
        <p:nvSpPr>
          <p:cNvPr id="293" name=""/>
          <p:cNvSpPr/>
          <p:nvPr/>
        </p:nvSpPr>
        <p:spPr>
          <a:xfrm>
            <a:off x="4610160" y="1676520"/>
            <a:ext cx="6911280" cy="60192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94" name=""/>
          <p:cNvSpPr txBox="1"/>
          <p:nvPr/>
        </p:nvSpPr>
        <p:spPr>
          <a:xfrm>
            <a:off x="4747320" y="1806120"/>
            <a:ext cx="6660000" cy="472320"/>
          </a:xfrm>
          <a:prstGeom prst="rect">
            <a:avLst/>
          </a:prstGeom>
          <a:noFill/>
          <a:ln w="0">
            <a:noFill/>
          </a:ln>
        </p:spPr>
        <p:txBody>
          <a:bodyPr lIns="0" rIns="0" tIns="0" bIns="0" anchor="t">
            <a:noAutofit/>
          </a:bodyPr>
          <a:p>
            <a:r>
              <a:rPr b="1" lang="en-US" sz="1979" spc="-1" strike="noStrike">
                <a:solidFill>
                  <a:srgbClr val="ffffff"/>
                </a:solidFill>
                <a:latin typeface="Noto Sans"/>
              </a:rPr>
              <a:t>DGM-Wert</a:t>
            </a:r>
            <a:endParaRPr b="0" lang="en-US" sz="1979" spc="-1" strike="noStrike">
              <a:solidFill>
                <a:srgbClr val="000000"/>
              </a:solidFill>
              <a:latin typeface="Arial"/>
            </a:endParaRPr>
          </a:p>
        </p:txBody>
      </p:sp>
      <p:sp>
        <p:nvSpPr>
          <p:cNvPr id="295" name=""/>
          <p:cNvSpPr/>
          <p:nvPr/>
        </p:nvSpPr>
        <p:spPr>
          <a:xfrm>
            <a:off x="647640" y="2301120"/>
            <a:ext cx="3939480" cy="6019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96" name=""/>
          <p:cNvSpPr txBox="1"/>
          <p:nvPr/>
        </p:nvSpPr>
        <p:spPr>
          <a:xfrm>
            <a:off x="784800" y="2430720"/>
            <a:ext cx="3688200" cy="472320"/>
          </a:xfrm>
          <a:prstGeom prst="rect">
            <a:avLst/>
          </a:prstGeom>
          <a:noFill/>
          <a:ln w="0">
            <a:noFill/>
          </a:ln>
        </p:spPr>
        <p:txBody>
          <a:bodyPr lIns="0" rIns="0" tIns="0" bIns="0" anchor="t">
            <a:noAutofit/>
          </a:bodyPr>
          <a:p>
            <a:r>
              <a:rPr b="0" lang="en-US" sz="1979" spc="-1" strike="noStrike">
                <a:solidFill>
                  <a:srgbClr val="000000"/>
                </a:solidFill>
                <a:latin typeface="Noto Sans"/>
              </a:rPr>
              <a:t>Rastergröße</a:t>
            </a:r>
            <a:endParaRPr b="0" lang="en-US" sz="1979" spc="-1" strike="noStrike">
              <a:solidFill>
                <a:srgbClr val="000000"/>
              </a:solidFill>
              <a:latin typeface="Arial"/>
            </a:endParaRPr>
          </a:p>
        </p:txBody>
      </p:sp>
      <p:sp>
        <p:nvSpPr>
          <p:cNvPr id="297" name=""/>
          <p:cNvSpPr/>
          <p:nvPr/>
        </p:nvSpPr>
        <p:spPr>
          <a:xfrm>
            <a:off x="4610160" y="2301120"/>
            <a:ext cx="6911280" cy="6019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98" name=""/>
          <p:cNvSpPr txBox="1"/>
          <p:nvPr/>
        </p:nvSpPr>
        <p:spPr>
          <a:xfrm>
            <a:off x="4747320" y="2430720"/>
            <a:ext cx="6660000" cy="472320"/>
          </a:xfrm>
          <a:prstGeom prst="rect">
            <a:avLst/>
          </a:prstGeom>
          <a:noFill/>
          <a:ln w="0">
            <a:noFill/>
          </a:ln>
        </p:spPr>
        <p:txBody>
          <a:bodyPr lIns="0" rIns="0" tIns="0" bIns="0" anchor="t">
            <a:noAutofit/>
          </a:bodyPr>
          <a:p>
            <a:r>
              <a:rPr b="0" lang="en-US" sz="1979" spc="-1" strike="noStrike">
                <a:solidFill>
                  <a:srgbClr val="000000"/>
                </a:solidFill>
                <a:latin typeface="Noto Sans"/>
              </a:rPr>
              <a:t>2.000 × 2.000 Zellen · ein Band</a:t>
            </a:r>
            <a:endParaRPr b="0" lang="en-US" sz="1979" spc="-1" strike="noStrike">
              <a:solidFill>
                <a:srgbClr val="000000"/>
              </a:solidFill>
              <a:latin typeface="Arial"/>
            </a:endParaRPr>
          </a:p>
        </p:txBody>
      </p:sp>
      <p:sp>
        <p:nvSpPr>
          <p:cNvPr id="299" name=""/>
          <p:cNvSpPr/>
          <p:nvPr/>
        </p:nvSpPr>
        <p:spPr>
          <a:xfrm>
            <a:off x="647640" y="2926080"/>
            <a:ext cx="3939480" cy="6019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00" name=""/>
          <p:cNvSpPr txBox="1"/>
          <p:nvPr/>
        </p:nvSpPr>
        <p:spPr>
          <a:xfrm>
            <a:off x="784800" y="3055680"/>
            <a:ext cx="3688200" cy="472320"/>
          </a:xfrm>
          <a:prstGeom prst="rect">
            <a:avLst/>
          </a:prstGeom>
          <a:noFill/>
          <a:ln w="0">
            <a:noFill/>
          </a:ln>
        </p:spPr>
        <p:txBody>
          <a:bodyPr lIns="0" rIns="0" tIns="0" bIns="0" anchor="t">
            <a:noAutofit/>
          </a:bodyPr>
          <a:p>
            <a:r>
              <a:rPr b="0" lang="en-US" sz="1979" spc="-1" strike="noStrike">
                <a:solidFill>
                  <a:srgbClr val="000000"/>
                </a:solidFill>
                <a:latin typeface="Noto Sans"/>
              </a:rPr>
              <a:t>Zellgröße / Datentyp</a:t>
            </a:r>
            <a:endParaRPr b="0" lang="en-US" sz="1979" spc="-1" strike="noStrike">
              <a:solidFill>
                <a:srgbClr val="000000"/>
              </a:solidFill>
              <a:latin typeface="Arial"/>
            </a:endParaRPr>
          </a:p>
        </p:txBody>
      </p:sp>
      <p:sp>
        <p:nvSpPr>
          <p:cNvPr id="301" name=""/>
          <p:cNvSpPr/>
          <p:nvPr/>
        </p:nvSpPr>
        <p:spPr>
          <a:xfrm>
            <a:off x="4610160" y="2926080"/>
            <a:ext cx="6911280" cy="6019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02" name=""/>
          <p:cNvSpPr txBox="1"/>
          <p:nvPr/>
        </p:nvSpPr>
        <p:spPr>
          <a:xfrm>
            <a:off x="4747320" y="3055680"/>
            <a:ext cx="6660000" cy="472320"/>
          </a:xfrm>
          <a:prstGeom prst="rect">
            <a:avLst/>
          </a:prstGeom>
          <a:noFill/>
          <a:ln w="0">
            <a:noFill/>
          </a:ln>
        </p:spPr>
        <p:txBody>
          <a:bodyPr lIns="0" rIns="0" tIns="0" bIns="0" anchor="t">
            <a:noAutofit/>
          </a:bodyPr>
          <a:p>
            <a:r>
              <a:rPr b="0" lang="en-US" sz="1979" spc="-1" strike="noStrike">
                <a:solidFill>
                  <a:srgbClr val="000000"/>
                </a:solidFill>
                <a:latin typeface="Noto Sans"/>
              </a:rPr>
              <a:t>10 m × 10 m · Float32</a:t>
            </a:r>
            <a:endParaRPr b="0" lang="en-US" sz="1979" spc="-1" strike="noStrike">
              <a:solidFill>
                <a:srgbClr val="000000"/>
              </a:solidFill>
              <a:latin typeface="Arial"/>
            </a:endParaRPr>
          </a:p>
        </p:txBody>
      </p:sp>
      <p:sp>
        <p:nvSpPr>
          <p:cNvPr id="303" name=""/>
          <p:cNvSpPr/>
          <p:nvPr/>
        </p:nvSpPr>
        <p:spPr>
          <a:xfrm>
            <a:off x="647640" y="3551040"/>
            <a:ext cx="3939480" cy="6019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04" name=""/>
          <p:cNvSpPr txBox="1"/>
          <p:nvPr/>
        </p:nvSpPr>
        <p:spPr>
          <a:xfrm>
            <a:off x="784800" y="3680640"/>
            <a:ext cx="3688200" cy="472320"/>
          </a:xfrm>
          <a:prstGeom prst="rect">
            <a:avLst/>
          </a:prstGeom>
          <a:noFill/>
          <a:ln w="0">
            <a:noFill/>
          </a:ln>
        </p:spPr>
        <p:txBody>
          <a:bodyPr lIns="0" rIns="0" tIns="0" bIns="0" anchor="t">
            <a:noAutofit/>
          </a:bodyPr>
          <a:p>
            <a:r>
              <a:rPr b="0" lang="en-US" sz="1979" spc="-1" strike="noStrike">
                <a:solidFill>
                  <a:srgbClr val="000000"/>
                </a:solidFill>
                <a:latin typeface="Noto Sans"/>
              </a:rPr>
              <a:t>CRS / Einheit</a:t>
            </a:r>
            <a:endParaRPr b="0" lang="en-US" sz="1979" spc="-1" strike="noStrike">
              <a:solidFill>
                <a:srgbClr val="000000"/>
              </a:solidFill>
              <a:latin typeface="Arial"/>
            </a:endParaRPr>
          </a:p>
        </p:txBody>
      </p:sp>
      <p:sp>
        <p:nvSpPr>
          <p:cNvPr id="305" name=""/>
          <p:cNvSpPr/>
          <p:nvPr/>
        </p:nvSpPr>
        <p:spPr>
          <a:xfrm>
            <a:off x="4610160" y="3551040"/>
            <a:ext cx="6911280" cy="6019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06" name=""/>
          <p:cNvSpPr txBox="1"/>
          <p:nvPr/>
        </p:nvSpPr>
        <p:spPr>
          <a:xfrm>
            <a:off x="4747320" y="3680640"/>
            <a:ext cx="6660000" cy="472320"/>
          </a:xfrm>
          <a:prstGeom prst="rect">
            <a:avLst/>
          </a:prstGeom>
          <a:noFill/>
          <a:ln w="0">
            <a:noFill/>
          </a:ln>
        </p:spPr>
        <p:txBody>
          <a:bodyPr lIns="0" rIns="0" tIns="0" bIns="0" anchor="t">
            <a:noAutofit/>
          </a:bodyPr>
          <a:p>
            <a:r>
              <a:rPr b="0" lang="en-US" sz="1979" spc="-1" strike="noStrike">
                <a:solidFill>
                  <a:srgbClr val="000000"/>
                </a:solidFill>
                <a:latin typeface="Noto Sans"/>
              </a:rPr>
              <a:t>EPSG:25832 · Höhe in m</a:t>
            </a:r>
            <a:endParaRPr b="0" lang="en-US" sz="1979" spc="-1" strike="noStrike">
              <a:solidFill>
                <a:srgbClr val="000000"/>
              </a:solidFill>
              <a:latin typeface="Arial"/>
            </a:endParaRPr>
          </a:p>
        </p:txBody>
      </p:sp>
      <p:sp>
        <p:nvSpPr>
          <p:cNvPr id="307" name=""/>
          <p:cNvSpPr/>
          <p:nvPr/>
        </p:nvSpPr>
        <p:spPr>
          <a:xfrm>
            <a:off x="647640" y="4175640"/>
            <a:ext cx="3939480" cy="6019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08" name=""/>
          <p:cNvSpPr txBox="1"/>
          <p:nvPr/>
        </p:nvSpPr>
        <p:spPr>
          <a:xfrm>
            <a:off x="784800" y="4305240"/>
            <a:ext cx="3688200" cy="472320"/>
          </a:xfrm>
          <a:prstGeom prst="rect">
            <a:avLst/>
          </a:prstGeom>
          <a:noFill/>
          <a:ln w="0">
            <a:noFill/>
          </a:ln>
        </p:spPr>
        <p:txBody>
          <a:bodyPr lIns="0" rIns="0" tIns="0" bIns="0" anchor="t">
            <a:noAutofit/>
          </a:bodyPr>
          <a:p>
            <a:r>
              <a:rPr b="0" lang="en-US" sz="1979" spc="-1" strike="noStrike">
                <a:solidFill>
                  <a:srgbClr val="000000"/>
                </a:solidFill>
                <a:latin typeface="Noto Sans"/>
              </a:rPr>
              <a:t>Höhenbezug</a:t>
            </a:r>
            <a:endParaRPr b="0" lang="en-US" sz="1979" spc="-1" strike="noStrike">
              <a:solidFill>
                <a:srgbClr val="000000"/>
              </a:solidFill>
              <a:latin typeface="Arial"/>
            </a:endParaRPr>
          </a:p>
        </p:txBody>
      </p:sp>
      <p:sp>
        <p:nvSpPr>
          <p:cNvPr id="309" name=""/>
          <p:cNvSpPr/>
          <p:nvPr/>
        </p:nvSpPr>
        <p:spPr>
          <a:xfrm>
            <a:off x="4610160" y="4175640"/>
            <a:ext cx="6911280" cy="6019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10" name=""/>
          <p:cNvSpPr txBox="1"/>
          <p:nvPr/>
        </p:nvSpPr>
        <p:spPr>
          <a:xfrm>
            <a:off x="4747320" y="4305240"/>
            <a:ext cx="6660000" cy="472320"/>
          </a:xfrm>
          <a:prstGeom prst="rect">
            <a:avLst/>
          </a:prstGeom>
          <a:noFill/>
          <a:ln w="0">
            <a:noFill/>
          </a:ln>
        </p:spPr>
        <p:txBody>
          <a:bodyPr lIns="0" rIns="0" tIns="0" bIns="0" anchor="t">
            <a:noAutofit/>
          </a:bodyPr>
          <a:p>
            <a:r>
              <a:rPr b="0" lang="en-US" sz="1979" spc="-1" strike="noStrike">
                <a:solidFill>
                  <a:srgbClr val="000000"/>
                </a:solidFill>
                <a:latin typeface="Noto Sans"/>
              </a:rPr>
              <a:t>DHHN2016_NH</a:t>
            </a:r>
            <a:endParaRPr b="0" lang="en-US" sz="1979" spc="-1" strike="noStrike">
              <a:solidFill>
                <a:srgbClr val="000000"/>
              </a:solidFill>
              <a:latin typeface="Arial"/>
            </a:endParaRPr>
          </a:p>
        </p:txBody>
      </p:sp>
      <p:sp>
        <p:nvSpPr>
          <p:cNvPr id="311" name=""/>
          <p:cNvSpPr/>
          <p:nvPr/>
        </p:nvSpPr>
        <p:spPr>
          <a:xfrm>
            <a:off x="647640" y="4800600"/>
            <a:ext cx="3939480" cy="6019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12" name=""/>
          <p:cNvSpPr txBox="1"/>
          <p:nvPr/>
        </p:nvSpPr>
        <p:spPr>
          <a:xfrm>
            <a:off x="784800" y="4930200"/>
            <a:ext cx="3688200" cy="472320"/>
          </a:xfrm>
          <a:prstGeom prst="rect">
            <a:avLst/>
          </a:prstGeom>
          <a:noFill/>
          <a:ln w="0">
            <a:noFill/>
          </a:ln>
        </p:spPr>
        <p:txBody>
          <a:bodyPr lIns="0" rIns="0" tIns="0" bIns="0" anchor="t">
            <a:noAutofit/>
          </a:bodyPr>
          <a:p>
            <a:r>
              <a:rPr b="0" lang="en-US" sz="1979" spc="-1" strike="noStrike">
                <a:solidFill>
                  <a:srgbClr val="000000"/>
                </a:solidFill>
                <a:latin typeface="Noto Sans"/>
              </a:rPr>
              <a:t>gültiger Wertebereich</a:t>
            </a:r>
            <a:endParaRPr b="0" lang="en-US" sz="1979" spc="-1" strike="noStrike">
              <a:solidFill>
                <a:srgbClr val="000000"/>
              </a:solidFill>
              <a:latin typeface="Arial"/>
            </a:endParaRPr>
          </a:p>
        </p:txBody>
      </p:sp>
      <p:sp>
        <p:nvSpPr>
          <p:cNvPr id="313" name=""/>
          <p:cNvSpPr/>
          <p:nvPr/>
        </p:nvSpPr>
        <p:spPr>
          <a:xfrm>
            <a:off x="4610160" y="4800600"/>
            <a:ext cx="6911280" cy="6019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14" name=""/>
          <p:cNvSpPr txBox="1"/>
          <p:nvPr/>
        </p:nvSpPr>
        <p:spPr>
          <a:xfrm>
            <a:off x="4747320" y="4930200"/>
            <a:ext cx="6660000" cy="472320"/>
          </a:xfrm>
          <a:prstGeom prst="rect">
            <a:avLst/>
          </a:prstGeom>
          <a:noFill/>
          <a:ln w="0">
            <a:noFill/>
          </a:ln>
        </p:spPr>
        <p:txBody>
          <a:bodyPr lIns="0" rIns="0" tIns="0" bIns="0" anchor="t">
            <a:noAutofit/>
          </a:bodyPr>
          <a:p>
            <a:r>
              <a:rPr b="0" lang="en-US" sz="1979" spc="-1" strike="noStrike">
                <a:solidFill>
                  <a:srgbClr val="000000"/>
                </a:solidFill>
                <a:latin typeface="Noto Sans"/>
              </a:rPr>
              <a:t>161,91 bis 414,12 m</a:t>
            </a:r>
            <a:endParaRPr b="0" lang="en-US" sz="1979" spc="-1" strike="noStrike">
              <a:solidFill>
                <a:srgbClr val="000000"/>
              </a:solidFill>
              <a:latin typeface="Arial"/>
            </a:endParaRPr>
          </a:p>
        </p:txBody>
      </p:sp>
      <p:sp>
        <p:nvSpPr>
          <p:cNvPr id="315" name=""/>
          <p:cNvSpPr/>
          <p:nvPr/>
        </p:nvSpPr>
        <p:spPr>
          <a:xfrm>
            <a:off x="647640" y="5425560"/>
            <a:ext cx="3939480" cy="6019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16" name=""/>
          <p:cNvSpPr txBox="1"/>
          <p:nvPr/>
        </p:nvSpPr>
        <p:spPr>
          <a:xfrm>
            <a:off x="784800" y="5555160"/>
            <a:ext cx="3688200" cy="472320"/>
          </a:xfrm>
          <a:prstGeom prst="rect">
            <a:avLst/>
          </a:prstGeom>
          <a:noFill/>
          <a:ln w="0">
            <a:noFill/>
          </a:ln>
        </p:spPr>
        <p:txBody>
          <a:bodyPr lIns="0" rIns="0" tIns="0" bIns="0" anchor="t">
            <a:noAutofit/>
          </a:bodyPr>
          <a:p>
            <a:r>
              <a:rPr b="0" lang="en-US" sz="1979" spc="-1" strike="noStrike">
                <a:solidFill>
                  <a:srgbClr val="000000"/>
                </a:solidFill>
                <a:latin typeface="Noto Sans"/>
              </a:rPr>
              <a:t>NoData</a:t>
            </a:r>
            <a:endParaRPr b="0" lang="en-US" sz="1979" spc="-1" strike="noStrike">
              <a:solidFill>
                <a:srgbClr val="000000"/>
              </a:solidFill>
              <a:latin typeface="Arial"/>
            </a:endParaRPr>
          </a:p>
        </p:txBody>
      </p:sp>
      <p:sp>
        <p:nvSpPr>
          <p:cNvPr id="317" name=""/>
          <p:cNvSpPr/>
          <p:nvPr/>
        </p:nvSpPr>
        <p:spPr>
          <a:xfrm>
            <a:off x="4610160" y="5425560"/>
            <a:ext cx="6911280" cy="6019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18" name=""/>
          <p:cNvSpPr txBox="1"/>
          <p:nvPr/>
        </p:nvSpPr>
        <p:spPr>
          <a:xfrm>
            <a:off x="4747320" y="5555160"/>
            <a:ext cx="6660000" cy="472320"/>
          </a:xfrm>
          <a:prstGeom prst="rect">
            <a:avLst/>
          </a:prstGeom>
          <a:noFill/>
          <a:ln w="0">
            <a:noFill/>
          </a:ln>
        </p:spPr>
        <p:txBody>
          <a:bodyPr lIns="0" rIns="0" tIns="0" bIns="0" anchor="t">
            <a:noAutofit/>
          </a:bodyPr>
          <a:p>
            <a:r>
              <a:rPr b="0" lang="en-US" sz="1979" spc="-1" strike="noStrike">
                <a:solidFill>
                  <a:srgbClr val="000000"/>
                </a:solidFill>
                <a:latin typeface="Noto Sans"/>
              </a:rPr>
              <a:t>-9999</a:t>
            </a:r>
            <a:endParaRPr b="0" lang="en-US" sz="197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9"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Das Rasterrechteck ist nicht vollständig belegt</a:t>
            </a:r>
            <a:endParaRPr b="0" lang="en-US" sz="3190" spc="-1" strike="noStrike">
              <a:solidFill>
                <a:srgbClr val="000000"/>
              </a:solidFill>
              <a:latin typeface="Arial"/>
            </a:endParaRPr>
          </a:p>
        </p:txBody>
      </p:sp>
      <p:sp>
        <p:nvSpPr>
          <p:cNvPr id="320"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QGIS · AUSDEHNUNG UND NODATA</a:t>
            </a:r>
            <a:endParaRPr b="0" lang="en-US" sz="1130" spc="-1" strike="noStrike">
              <a:solidFill>
                <a:srgbClr val="000000"/>
              </a:solidFill>
              <a:latin typeface="Arial"/>
            </a:endParaRPr>
          </a:p>
        </p:txBody>
      </p:sp>
      <p:sp>
        <p:nvSpPr>
          <p:cNvPr id="321"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13</a:t>
            </a:r>
            <a:endParaRPr b="0" lang="en-US" sz="939" spc="-1" strike="noStrike">
              <a:solidFill>
                <a:srgbClr val="000000"/>
              </a:solidFill>
              <a:latin typeface="Arial"/>
            </a:endParaRPr>
          </a:p>
        </p:txBody>
      </p:sp>
      <p:sp>
        <p:nvSpPr>
          <p:cNvPr id="322"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13</a:t>
            </a:r>
            <a:endParaRPr b="0" lang="en-US" sz="939" spc="-1" strike="noStrike">
              <a:solidFill>
                <a:srgbClr val="000000"/>
              </a:solidFill>
              <a:latin typeface="Arial"/>
            </a:endParaRPr>
          </a:p>
        </p:txBody>
      </p:sp>
      <p:sp>
        <p:nvSpPr>
          <p:cNvPr id="323" name=""/>
          <p:cNvSpPr/>
          <p:nvPr/>
        </p:nvSpPr>
        <p:spPr>
          <a:xfrm>
            <a:off x="914400" y="2171880"/>
            <a:ext cx="4495680" cy="22860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24" name=""/>
          <p:cNvSpPr/>
          <p:nvPr/>
        </p:nvSpPr>
        <p:spPr>
          <a:xfrm>
            <a:off x="914400" y="2171880"/>
            <a:ext cx="53280" cy="228600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25" name=""/>
          <p:cNvSpPr txBox="1"/>
          <p:nvPr/>
        </p:nvSpPr>
        <p:spPr>
          <a:xfrm>
            <a:off x="1120320" y="2354760"/>
            <a:ext cx="4084200" cy="647640"/>
          </a:xfrm>
          <a:prstGeom prst="rect">
            <a:avLst/>
          </a:prstGeom>
          <a:noFill/>
          <a:ln w="0">
            <a:noFill/>
          </a:ln>
        </p:spPr>
        <p:txBody>
          <a:bodyPr lIns="0" rIns="0" tIns="0" bIns="0" anchor="t">
            <a:noAutofit/>
          </a:bodyPr>
          <a:p>
            <a:r>
              <a:rPr b="1" lang="en-US" sz="2540" spc="-1" strike="noStrike">
                <a:solidFill>
                  <a:srgbClr val="004899"/>
                </a:solidFill>
                <a:latin typeface="Noto Sans"/>
              </a:rPr>
              <a:t>1.600.200</a:t>
            </a:r>
            <a:endParaRPr b="0" lang="en-US" sz="2540" spc="-1" strike="noStrike">
              <a:solidFill>
                <a:srgbClr val="000000"/>
              </a:solidFill>
              <a:latin typeface="Arial"/>
            </a:endParaRPr>
          </a:p>
        </p:txBody>
      </p:sp>
      <p:sp>
        <p:nvSpPr>
          <p:cNvPr id="326" name=""/>
          <p:cNvSpPr txBox="1"/>
          <p:nvPr/>
        </p:nvSpPr>
        <p:spPr>
          <a:xfrm>
            <a:off x="1120320" y="3116520"/>
            <a:ext cx="4084200" cy="1203840"/>
          </a:xfrm>
          <a:prstGeom prst="rect">
            <a:avLst/>
          </a:prstGeom>
          <a:noFill/>
          <a:ln w="0">
            <a:noFill/>
          </a:ln>
        </p:spPr>
        <p:txBody>
          <a:bodyPr lIns="0" rIns="0" tIns="0" bIns="0" anchor="t">
            <a:noAutofit/>
          </a:bodyPr>
          <a:p>
            <a:r>
              <a:rPr b="0" lang="en-US" sz="2450" spc="-1" strike="noStrike">
                <a:solidFill>
                  <a:srgbClr val="000000"/>
                </a:solidFill>
                <a:latin typeface="Noto Sans"/>
              </a:rPr>
              <a:t>Zellen mit gültiger Höhe</a:t>
            </a:r>
            <a:endParaRPr b="0" lang="en-US" sz="2450" spc="-1" strike="noStrike">
              <a:solidFill>
                <a:srgbClr val="000000"/>
              </a:solidFill>
              <a:latin typeface="Arial"/>
            </a:endParaRPr>
          </a:p>
          <a:p>
            <a:r>
              <a:rPr b="0" lang="en-US" sz="2450" spc="-1" strike="noStrike">
                <a:solidFill>
                  <a:srgbClr val="000000"/>
                </a:solidFill>
                <a:latin typeface="Noto Sans"/>
              </a:rPr>
              <a:t>161,91–414,12 m</a:t>
            </a:r>
            <a:endParaRPr b="0" lang="en-US" sz="2450" spc="-1" strike="noStrike">
              <a:solidFill>
                <a:srgbClr val="000000"/>
              </a:solidFill>
              <a:latin typeface="Arial"/>
            </a:endParaRPr>
          </a:p>
        </p:txBody>
      </p:sp>
      <p:sp>
        <p:nvSpPr>
          <p:cNvPr id="327" name=""/>
          <p:cNvSpPr/>
          <p:nvPr/>
        </p:nvSpPr>
        <p:spPr>
          <a:xfrm>
            <a:off x="6782040" y="2171880"/>
            <a:ext cx="4495680" cy="22860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28" name=""/>
          <p:cNvSpPr/>
          <p:nvPr/>
        </p:nvSpPr>
        <p:spPr>
          <a:xfrm>
            <a:off x="6782040" y="2171880"/>
            <a:ext cx="53280" cy="228600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29" name=""/>
          <p:cNvSpPr txBox="1"/>
          <p:nvPr/>
        </p:nvSpPr>
        <p:spPr>
          <a:xfrm>
            <a:off x="6987600" y="2354760"/>
            <a:ext cx="4084200" cy="647640"/>
          </a:xfrm>
          <a:prstGeom prst="rect">
            <a:avLst/>
          </a:prstGeom>
          <a:noFill/>
          <a:ln w="0">
            <a:noFill/>
          </a:ln>
        </p:spPr>
        <p:txBody>
          <a:bodyPr lIns="0" rIns="0" tIns="0" bIns="0" anchor="t">
            <a:noAutofit/>
          </a:bodyPr>
          <a:p>
            <a:r>
              <a:rPr b="1" lang="en-US" sz="2540" spc="-1" strike="noStrike">
                <a:solidFill>
                  <a:srgbClr val="a32123"/>
                </a:solidFill>
                <a:latin typeface="Noto Sans"/>
              </a:rPr>
              <a:t>2.399.800</a:t>
            </a:r>
            <a:endParaRPr b="0" lang="en-US" sz="2540" spc="-1" strike="noStrike">
              <a:solidFill>
                <a:srgbClr val="000000"/>
              </a:solidFill>
              <a:latin typeface="Arial"/>
            </a:endParaRPr>
          </a:p>
        </p:txBody>
      </p:sp>
      <p:sp>
        <p:nvSpPr>
          <p:cNvPr id="330" name=""/>
          <p:cNvSpPr txBox="1"/>
          <p:nvPr/>
        </p:nvSpPr>
        <p:spPr>
          <a:xfrm>
            <a:off x="6987600" y="3116520"/>
            <a:ext cx="4084200" cy="1203840"/>
          </a:xfrm>
          <a:prstGeom prst="rect">
            <a:avLst/>
          </a:prstGeom>
          <a:noFill/>
          <a:ln w="0">
            <a:noFill/>
          </a:ln>
        </p:spPr>
        <p:txBody>
          <a:bodyPr lIns="0" rIns="0" tIns="0" bIns="0" anchor="t">
            <a:noAutofit/>
          </a:bodyPr>
          <a:p>
            <a:r>
              <a:rPr b="0" lang="en-US" sz="2450" spc="-1" strike="noStrike">
                <a:solidFill>
                  <a:srgbClr val="000000"/>
                </a:solidFill>
                <a:latin typeface="Noto Sans"/>
              </a:rPr>
              <a:t>NoData-Zellen</a:t>
            </a:r>
            <a:endParaRPr b="0" lang="en-US" sz="2450" spc="-1" strike="noStrike">
              <a:solidFill>
                <a:srgbClr val="000000"/>
              </a:solidFill>
              <a:latin typeface="Arial"/>
            </a:endParaRPr>
          </a:p>
          <a:p>
            <a:r>
              <a:rPr b="0" lang="en-US" sz="2450" spc="-1" strike="noStrike">
                <a:solidFill>
                  <a:srgbClr val="000000"/>
                </a:solidFill>
                <a:latin typeface="Noto Sans"/>
              </a:rPr>
              <a:t>Kennwert -9999</a:t>
            </a:r>
            <a:endParaRPr b="0" lang="en-US" sz="2450" spc="-1" strike="noStrike">
              <a:solidFill>
                <a:srgbClr val="000000"/>
              </a:solidFill>
              <a:latin typeface="Arial"/>
            </a:endParaRPr>
          </a:p>
        </p:txBody>
      </p:sp>
      <p:sp>
        <p:nvSpPr>
          <p:cNvPr id="331"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32" name=""/>
          <p:cNvSpPr txBox="1"/>
          <p:nvPr/>
        </p:nvSpPr>
        <p:spPr>
          <a:xfrm>
            <a:off x="838080" y="5623560"/>
            <a:ext cx="10515600" cy="442080"/>
          </a:xfrm>
          <a:prstGeom prst="rect">
            <a:avLst/>
          </a:prstGeom>
          <a:noFill/>
          <a:ln w="0">
            <a:noFill/>
          </a:ln>
        </p:spPr>
        <p:txBody>
          <a:bodyPr lIns="0" rIns="0" tIns="0" bIns="0" anchor="t">
            <a:noAutofit/>
          </a:bodyPr>
          <a:p>
            <a:r>
              <a:rPr b="1" lang="en-US" sz="1979" spc="-1" strike="noStrike">
                <a:solidFill>
                  <a:srgbClr val="004899"/>
                </a:solidFill>
                <a:latin typeface="Noto Sans"/>
              </a:rPr>
              <a:t>NoData beschreibt fehlende gültige Werte – nicht Gelände unter dem Meeresspiegel.</a:t>
            </a:r>
            <a:endParaRPr b="0" lang="en-US" sz="197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3"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Gleiche Zellgröße genügt nicht</a:t>
            </a:r>
            <a:endParaRPr b="0" lang="en-US" sz="3190" spc="-1" strike="noStrike">
              <a:solidFill>
                <a:srgbClr val="000000"/>
              </a:solidFill>
              <a:latin typeface="Arial"/>
            </a:endParaRPr>
          </a:p>
        </p:txBody>
      </p:sp>
      <p:sp>
        <p:nvSpPr>
          <p:cNvPr id="334"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QGIS · RASTERAUSRICHTUNG</a:t>
            </a:r>
            <a:endParaRPr b="0" lang="en-US" sz="1130" spc="-1" strike="noStrike">
              <a:solidFill>
                <a:srgbClr val="000000"/>
              </a:solidFill>
              <a:latin typeface="Arial"/>
            </a:endParaRPr>
          </a:p>
        </p:txBody>
      </p:sp>
      <p:sp>
        <p:nvSpPr>
          <p:cNvPr id="335"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13</a:t>
            </a:r>
            <a:endParaRPr b="0" lang="en-US" sz="939" spc="-1" strike="noStrike">
              <a:solidFill>
                <a:srgbClr val="000000"/>
              </a:solidFill>
              <a:latin typeface="Arial"/>
            </a:endParaRPr>
          </a:p>
        </p:txBody>
      </p:sp>
      <p:sp>
        <p:nvSpPr>
          <p:cNvPr id="336"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14</a:t>
            </a:r>
            <a:endParaRPr b="0" lang="en-US" sz="939" spc="-1" strike="noStrike">
              <a:solidFill>
                <a:srgbClr val="000000"/>
              </a:solidFill>
              <a:latin typeface="Arial"/>
            </a:endParaRPr>
          </a:p>
        </p:txBody>
      </p:sp>
      <p:pic>
        <p:nvPicPr>
          <p:cNvPr id="337" name="" descr="Zwei 10-Meter-Gitter im gleichen lokalen Meterkoordinatensystem. Gitter B beginnt fünf Meter weiter östlich. Die erste Zelle beider Gitter deckt verschiedene Flächen ab."/>
          <p:cNvPicPr/>
          <p:nvPr/>
        </p:nvPicPr>
        <p:blipFill>
          <a:blip r:embed="rId1">
            <a:extLst>
              <a:ext uri="{96DAC541-7B7A-43D3-8B79-37D633B846F1}">
                <asvg:svgBlip xmlns:asvg="http://schemas.microsoft.com/office/drawing/2016/SVG/main" r:embed="rId2"/>
              </a:ext>
            </a:extLst>
          </a:blip>
          <a:stretch/>
        </p:blipFill>
        <p:spPr>
          <a:xfrm>
            <a:off x="2286000" y="1638360"/>
            <a:ext cx="3886200" cy="4311360"/>
          </a:xfrm>
          <a:prstGeom prst="rect">
            <a:avLst/>
          </a:prstGeom>
          <a:ln w="0">
            <a:noFill/>
          </a:ln>
        </p:spPr>
      </p:pic>
      <p:sp>
        <p:nvSpPr>
          <p:cNvPr id="338" name=""/>
          <p:cNvSpPr/>
          <p:nvPr/>
        </p:nvSpPr>
        <p:spPr>
          <a:xfrm>
            <a:off x="6858000" y="2286000"/>
            <a:ext cx="3962520" cy="12952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39" name=""/>
          <p:cNvSpPr/>
          <p:nvPr/>
        </p:nvSpPr>
        <p:spPr>
          <a:xfrm>
            <a:off x="6858000" y="2286000"/>
            <a:ext cx="53280" cy="129528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40" name=""/>
          <p:cNvSpPr txBox="1"/>
          <p:nvPr/>
        </p:nvSpPr>
        <p:spPr>
          <a:xfrm>
            <a:off x="7063920" y="2468880"/>
            <a:ext cx="3551040" cy="647640"/>
          </a:xfrm>
          <a:prstGeom prst="rect">
            <a:avLst/>
          </a:prstGeom>
          <a:noFill/>
          <a:ln w="0">
            <a:noFill/>
          </a:ln>
        </p:spPr>
        <p:txBody>
          <a:bodyPr lIns="0" rIns="0" tIns="0" bIns="0" anchor="t">
            <a:noAutofit/>
          </a:bodyPr>
          <a:p>
            <a:r>
              <a:rPr b="1" lang="en-US" sz="2540" spc="-1" strike="noStrike">
                <a:solidFill>
                  <a:srgbClr val="004899"/>
                </a:solidFill>
                <a:latin typeface="Noto Sans"/>
              </a:rPr>
              <a:t>Gleich</a:t>
            </a:r>
            <a:endParaRPr b="0" lang="en-US" sz="2540" spc="-1" strike="noStrike">
              <a:solidFill>
                <a:srgbClr val="000000"/>
              </a:solidFill>
              <a:latin typeface="Arial"/>
            </a:endParaRPr>
          </a:p>
        </p:txBody>
      </p:sp>
      <p:sp>
        <p:nvSpPr>
          <p:cNvPr id="341" name=""/>
          <p:cNvSpPr txBox="1"/>
          <p:nvPr/>
        </p:nvSpPr>
        <p:spPr>
          <a:xfrm>
            <a:off x="7063920" y="3048120"/>
            <a:ext cx="3551040" cy="396360"/>
          </a:xfrm>
          <a:prstGeom prst="rect">
            <a:avLst/>
          </a:prstGeom>
          <a:noFill/>
          <a:ln w="0">
            <a:noFill/>
          </a:ln>
        </p:spPr>
        <p:txBody>
          <a:bodyPr lIns="0" rIns="0" tIns="0" bIns="0" anchor="t">
            <a:noAutofit/>
          </a:bodyPr>
          <a:p>
            <a:r>
              <a:rPr b="0" lang="en-US" sz="2160" spc="-1" strike="noStrike">
                <a:solidFill>
                  <a:srgbClr val="000000"/>
                </a:solidFill>
                <a:latin typeface="Noto Sans"/>
              </a:rPr>
              <a:t>CRS und Zellgröße</a:t>
            </a:r>
            <a:endParaRPr b="0" lang="en-US" sz="2160" spc="-1" strike="noStrike">
              <a:solidFill>
                <a:srgbClr val="000000"/>
              </a:solidFill>
              <a:latin typeface="Arial"/>
            </a:endParaRPr>
          </a:p>
        </p:txBody>
      </p:sp>
      <p:sp>
        <p:nvSpPr>
          <p:cNvPr id="342" name=""/>
          <p:cNvSpPr/>
          <p:nvPr/>
        </p:nvSpPr>
        <p:spPr>
          <a:xfrm>
            <a:off x="6858000" y="4000680"/>
            <a:ext cx="3962520" cy="12952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43" name=""/>
          <p:cNvSpPr/>
          <p:nvPr/>
        </p:nvSpPr>
        <p:spPr>
          <a:xfrm>
            <a:off x="6858000" y="4000680"/>
            <a:ext cx="53280" cy="129528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44" name=""/>
          <p:cNvSpPr txBox="1"/>
          <p:nvPr/>
        </p:nvSpPr>
        <p:spPr>
          <a:xfrm>
            <a:off x="7063920" y="4183560"/>
            <a:ext cx="3551040" cy="647640"/>
          </a:xfrm>
          <a:prstGeom prst="rect">
            <a:avLst/>
          </a:prstGeom>
          <a:noFill/>
          <a:ln w="0">
            <a:noFill/>
          </a:ln>
        </p:spPr>
        <p:txBody>
          <a:bodyPr lIns="0" rIns="0" tIns="0" bIns="0" anchor="t">
            <a:noAutofit/>
          </a:bodyPr>
          <a:p>
            <a:r>
              <a:rPr b="1" lang="en-US" sz="2540" spc="-1" strike="noStrike">
                <a:solidFill>
                  <a:srgbClr val="a32123"/>
                </a:solidFill>
                <a:latin typeface="Noto Sans"/>
              </a:rPr>
              <a:t>Verschieden</a:t>
            </a:r>
            <a:endParaRPr b="0" lang="en-US" sz="2540" spc="-1" strike="noStrike">
              <a:solidFill>
                <a:srgbClr val="000000"/>
              </a:solidFill>
              <a:latin typeface="Arial"/>
            </a:endParaRPr>
          </a:p>
        </p:txBody>
      </p:sp>
      <p:sp>
        <p:nvSpPr>
          <p:cNvPr id="345" name=""/>
          <p:cNvSpPr txBox="1"/>
          <p:nvPr/>
        </p:nvSpPr>
        <p:spPr>
          <a:xfrm>
            <a:off x="7063920" y="4762440"/>
            <a:ext cx="3551040" cy="396360"/>
          </a:xfrm>
          <a:prstGeom prst="rect">
            <a:avLst/>
          </a:prstGeom>
          <a:noFill/>
          <a:ln w="0">
            <a:noFill/>
          </a:ln>
        </p:spPr>
        <p:txBody>
          <a:bodyPr lIns="0" rIns="0" tIns="0" bIns="0" anchor="t">
            <a:noAutofit/>
          </a:bodyPr>
          <a:p>
            <a:r>
              <a:rPr b="0" lang="en-US" sz="2160" spc="-1" strike="noStrike">
                <a:solidFill>
                  <a:srgbClr val="000000"/>
                </a:solidFill>
                <a:latin typeface="Noto Sans"/>
              </a:rPr>
              <a:t>Ursprung und Zellgrenzen</a:t>
            </a:r>
            <a:endParaRPr b="0" lang="en-US" sz="21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6"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Einzelne Zellwerte zuerst direkt abfragen</a:t>
            </a:r>
            <a:endParaRPr b="0" lang="en-US" sz="3190" spc="-1" strike="noStrike">
              <a:solidFill>
                <a:srgbClr val="000000"/>
              </a:solidFill>
              <a:latin typeface="Arial"/>
            </a:endParaRPr>
          </a:p>
        </p:txBody>
      </p:sp>
      <p:sp>
        <p:nvSpPr>
          <p:cNvPr id="347"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QGIS · WERTE PRÜFEN</a:t>
            </a:r>
            <a:endParaRPr b="0" lang="en-US" sz="1130" spc="-1" strike="noStrike">
              <a:solidFill>
                <a:srgbClr val="000000"/>
              </a:solidFill>
              <a:latin typeface="Arial"/>
            </a:endParaRPr>
          </a:p>
        </p:txBody>
      </p:sp>
      <p:sp>
        <p:nvSpPr>
          <p:cNvPr id="348"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13</a:t>
            </a:r>
            <a:endParaRPr b="0" lang="en-US" sz="939" spc="-1" strike="noStrike">
              <a:solidFill>
                <a:srgbClr val="000000"/>
              </a:solidFill>
              <a:latin typeface="Arial"/>
            </a:endParaRPr>
          </a:p>
        </p:txBody>
      </p:sp>
      <p:sp>
        <p:nvSpPr>
          <p:cNvPr id="349"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15</a:t>
            </a:r>
            <a:endParaRPr b="0" lang="en-US" sz="939" spc="-1" strike="noStrike">
              <a:solidFill>
                <a:srgbClr val="000000"/>
              </a:solidFill>
              <a:latin typeface="Arial"/>
            </a:endParaRPr>
          </a:p>
        </p:txBody>
      </p:sp>
      <p:sp>
        <p:nvSpPr>
          <p:cNvPr id="350" name=""/>
          <p:cNvSpPr/>
          <p:nvPr/>
        </p:nvSpPr>
        <p:spPr>
          <a:xfrm>
            <a:off x="647640" y="186696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51" name=""/>
          <p:cNvSpPr txBox="1"/>
          <p:nvPr/>
        </p:nvSpPr>
        <p:spPr>
          <a:xfrm>
            <a:off x="647640" y="192780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1</a:t>
            </a:r>
            <a:endParaRPr b="0" lang="en-US" sz="2450" spc="-1" strike="noStrike">
              <a:solidFill>
                <a:srgbClr val="000000"/>
              </a:solidFill>
              <a:latin typeface="Arial"/>
            </a:endParaRPr>
          </a:p>
        </p:txBody>
      </p:sp>
      <p:sp>
        <p:nvSpPr>
          <p:cNvPr id="352" name=""/>
          <p:cNvSpPr txBox="1"/>
          <p:nvPr/>
        </p:nvSpPr>
        <p:spPr>
          <a:xfrm>
            <a:off x="1371600" y="186696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Gültige Zelle</a:t>
            </a:r>
            <a:endParaRPr b="0" lang="en-US" sz="2720" spc="-1" strike="noStrike">
              <a:solidFill>
                <a:srgbClr val="000000"/>
              </a:solidFill>
              <a:latin typeface="Arial"/>
            </a:endParaRPr>
          </a:p>
        </p:txBody>
      </p:sp>
      <p:sp>
        <p:nvSpPr>
          <p:cNvPr id="353" name=""/>
          <p:cNvSpPr txBox="1"/>
          <p:nvPr/>
        </p:nvSpPr>
        <p:spPr>
          <a:xfrm>
            <a:off x="1371600" y="233928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Zahl zwischen etwa 161,91 und 414,12 m.</a:t>
            </a:r>
            <a:endParaRPr b="0" lang="en-US" sz="2260" spc="-1" strike="noStrike">
              <a:solidFill>
                <a:srgbClr val="000000"/>
              </a:solidFill>
              <a:latin typeface="Arial"/>
            </a:endParaRPr>
          </a:p>
        </p:txBody>
      </p:sp>
      <p:sp>
        <p:nvSpPr>
          <p:cNvPr id="354" name=""/>
          <p:cNvSpPr/>
          <p:nvPr/>
        </p:nvSpPr>
        <p:spPr>
          <a:xfrm>
            <a:off x="647640" y="316224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55" name=""/>
          <p:cNvSpPr txBox="1"/>
          <p:nvPr/>
        </p:nvSpPr>
        <p:spPr>
          <a:xfrm>
            <a:off x="647640" y="322344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2</a:t>
            </a:r>
            <a:endParaRPr b="0" lang="en-US" sz="2450" spc="-1" strike="noStrike">
              <a:solidFill>
                <a:srgbClr val="000000"/>
              </a:solidFill>
              <a:latin typeface="Arial"/>
            </a:endParaRPr>
          </a:p>
        </p:txBody>
      </p:sp>
      <p:sp>
        <p:nvSpPr>
          <p:cNvPr id="356" name=""/>
          <p:cNvSpPr txBox="1"/>
          <p:nvPr/>
        </p:nvSpPr>
        <p:spPr>
          <a:xfrm>
            <a:off x="1371600" y="316224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NoData-Stelle</a:t>
            </a:r>
            <a:endParaRPr b="0" lang="en-US" sz="2720" spc="-1" strike="noStrike">
              <a:solidFill>
                <a:srgbClr val="000000"/>
              </a:solidFill>
              <a:latin typeface="Arial"/>
            </a:endParaRPr>
          </a:p>
        </p:txBody>
      </p:sp>
      <p:sp>
        <p:nvSpPr>
          <p:cNvPr id="357" name=""/>
          <p:cNvSpPr txBox="1"/>
          <p:nvPr/>
        </p:nvSpPr>
        <p:spPr>
          <a:xfrm>
            <a:off x="1371600" y="363492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kein gültiger Höhenwert; Kennwert -9999 nicht als Höhe lesen.</a:t>
            </a:r>
            <a:endParaRPr b="0" lang="en-US" sz="2260" spc="-1" strike="noStrike">
              <a:solidFill>
                <a:srgbClr val="000000"/>
              </a:solidFill>
              <a:latin typeface="Arial"/>
            </a:endParaRPr>
          </a:p>
        </p:txBody>
      </p:sp>
      <p:sp>
        <p:nvSpPr>
          <p:cNvPr id="358" name=""/>
          <p:cNvSpPr/>
          <p:nvPr/>
        </p:nvSpPr>
        <p:spPr>
          <a:xfrm>
            <a:off x="647640" y="44578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59" name=""/>
          <p:cNvSpPr txBox="1"/>
          <p:nvPr/>
        </p:nvSpPr>
        <p:spPr>
          <a:xfrm>
            <a:off x="647640" y="451872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3</a:t>
            </a:r>
            <a:endParaRPr b="0" lang="en-US" sz="2450" spc="-1" strike="noStrike">
              <a:solidFill>
                <a:srgbClr val="000000"/>
              </a:solidFill>
              <a:latin typeface="Arial"/>
            </a:endParaRPr>
          </a:p>
        </p:txBody>
      </p:sp>
      <p:sp>
        <p:nvSpPr>
          <p:cNvPr id="360" name=""/>
          <p:cNvSpPr txBox="1"/>
          <p:nvPr/>
        </p:nvSpPr>
        <p:spPr>
          <a:xfrm>
            <a:off x="1371600" y="44578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Darstellung</a:t>
            </a:r>
            <a:endParaRPr b="0" lang="en-US" sz="2720" spc="-1" strike="noStrike">
              <a:solidFill>
                <a:srgbClr val="000000"/>
              </a:solidFill>
              <a:latin typeface="Arial"/>
            </a:endParaRPr>
          </a:p>
        </p:txBody>
      </p:sp>
      <p:sp>
        <p:nvSpPr>
          <p:cNvPr id="361" name=""/>
          <p:cNvSpPr txBox="1"/>
          <p:nvPr/>
        </p:nvSpPr>
        <p:spPr>
          <a:xfrm>
            <a:off x="1371600" y="493020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geglättete Anzeige kann Zellgrenzen verbergen, Werte aber nicht ändern.</a:t>
            </a:r>
            <a:endParaRPr b="0" lang="en-US" sz="2260" spc="-1" strike="noStrike">
              <a:solidFill>
                <a:srgbClr val="000000"/>
              </a:solidFill>
              <a:latin typeface="Arial"/>
            </a:endParaRPr>
          </a:p>
        </p:txBody>
      </p:sp>
      <p:sp>
        <p:nvSpPr>
          <p:cNvPr id="362"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63" name=""/>
          <p:cNvSpPr txBox="1"/>
          <p:nvPr/>
        </p:nvSpPr>
        <p:spPr>
          <a:xfrm>
            <a:off x="838080" y="5623560"/>
            <a:ext cx="10515600" cy="442080"/>
          </a:xfrm>
          <a:prstGeom prst="rect">
            <a:avLst/>
          </a:prstGeom>
          <a:noFill/>
          <a:ln w="0">
            <a:noFill/>
          </a:ln>
        </p:spPr>
        <p:txBody>
          <a:bodyPr lIns="0" rIns="0" tIns="0" bIns="0" anchor="t">
            <a:noAutofit/>
          </a:bodyPr>
          <a:p>
            <a:r>
              <a:rPr b="1" lang="en-US" sz="2070" spc="-1" strike="noStrike">
                <a:solidFill>
                  <a:srgbClr val="004899"/>
                </a:solidFill>
                <a:latin typeface="Noto Sans"/>
              </a:rPr>
              <a:t>Direkte Abfrage ist später die unabhängige Stichprobe für hoehe_m.</a:t>
            </a:r>
            <a:endParaRPr b="0" lang="en-US" sz="20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4"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NoData ist nicht der gültige Wert 0</a:t>
            </a:r>
            <a:endParaRPr b="0" lang="en-US" sz="3190" spc="-1" strike="noStrike">
              <a:solidFill>
                <a:srgbClr val="000000"/>
              </a:solidFill>
              <a:latin typeface="Arial"/>
            </a:endParaRPr>
          </a:p>
        </p:txBody>
      </p:sp>
      <p:sp>
        <p:nvSpPr>
          <p:cNvPr id="365"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QGIS · FEHLENDE WERTE</a:t>
            </a:r>
            <a:endParaRPr b="0" lang="en-US" sz="1130" spc="-1" strike="noStrike">
              <a:solidFill>
                <a:srgbClr val="000000"/>
              </a:solidFill>
              <a:latin typeface="Arial"/>
            </a:endParaRPr>
          </a:p>
        </p:txBody>
      </p:sp>
      <p:sp>
        <p:nvSpPr>
          <p:cNvPr id="366"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13</a:t>
            </a:r>
            <a:endParaRPr b="0" lang="en-US" sz="939" spc="-1" strike="noStrike">
              <a:solidFill>
                <a:srgbClr val="000000"/>
              </a:solidFill>
              <a:latin typeface="Arial"/>
            </a:endParaRPr>
          </a:p>
        </p:txBody>
      </p:sp>
      <p:sp>
        <p:nvSpPr>
          <p:cNvPr id="367"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16</a:t>
            </a:r>
            <a:endParaRPr b="0" lang="en-US" sz="939" spc="-1" strike="noStrike">
              <a:solidFill>
                <a:srgbClr val="000000"/>
              </a:solidFill>
              <a:latin typeface="Arial"/>
            </a:endParaRPr>
          </a:p>
        </p:txBody>
      </p:sp>
      <p:pic>
        <p:nvPicPr>
          <p:cNvPr id="368" name="" descr="Ein Rastergitter hat beispielhaft 10 mal 10 Meter große Zellen. Eine Zelle enthält den gültigen Höhenwert null, eine andere NoData. NoData führt beim Abtasten zu NULL. Die Zellgröße bestimmt keine horizontale oder vertikale Genauigkeit. Die gezeigten Werte sind schematisch."/>
          <p:cNvPicPr/>
          <p:nvPr/>
        </p:nvPicPr>
        <p:blipFill>
          <a:blip r:embed="rId1">
            <a:extLst>
              <a:ext uri="{96DAC541-7B7A-43D3-8B79-37D633B846F1}">
                <asvg:svgBlip xmlns:asvg="http://schemas.microsoft.com/office/drawing/2016/SVG/main" r:embed="rId2"/>
              </a:ext>
            </a:extLst>
          </a:blip>
          <a:stretch/>
        </p:blipFill>
        <p:spPr>
          <a:xfrm>
            <a:off x="2286000" y="1638360"/>
            <a:ext cx="3695760" cy="4342320"/>
          </a:xfrm>
          <a:prstGeom prst="rect">
            <a:avLst/>
          </a:prstGeom>
          <a:ln w="0">
            <a:noFill/>
          </a:ln>
        </p:spPr>
      </p:pic>
      <p:sp>
        <p:nvSpPr>
          <p:cNvPr id="369" name=""/>
          <p:cNvSpPr/>
          <p:nvPr/>
        </p:nvSpPr>
        <p:spPr>
          <a:xfrm>
            <a:off x="6705720" y="2171880"/>
            <a:ext cx="4267080" cy="13334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70" name=""/>
          <p:cNvSpPr/>
          <p:nvPr/>
        </p:nvSpPr>
        <p:spPr>
          <a:xfrm>
            <a:off x="6705720" y="2171880"/>
            <a:ext cx="53280" cy="133344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71" name=""/>
          <p:cNvSpPr txBox="1"/>
          <p:nvPr/>
        </p:nvSpPr>
        <p:spPr>
          <a:xfrm>
            <a:off x="6911280" y="2354760"/>
            <a:ext cx="3855600" cy="647640"/>
          </a:xfrm>
          <a:prstGeom prst="rect">
            <a:avLst/>
          </a:prstGeom>
          <a:noFill/>
          <a:ln w="0">
            <a:noFill/>
          </a:ln>
        </p:spPr>
        <p:txBody>
          <a:bodyPr lIns="0" rIns="0" tIns="0" bIns="0" anchor="t">
            <a:noAutofit/>
          </a:bodyPr>
          <a:p>
            <a:r>
              <a:rPr b="1" lang="en-US" sz="2540" spc="-1" strike="noStrike">
                <a:solidFill>
                  <a:srgbClr val="004899"/>
                </a:solidFill>
                <a:latin typeface="Noto Sans"/>
              </a:rPr>
              <a:t>0</a:t>
            </a:r>
            <a:endParaRPr b="0" lang="en-US" sz="2540" spc="-1" strike="noStrike">
              <a:solidFill>
                <a:srgbClr val="000000"/>
              </a:solidFill>
              <a:latin typeface="Arial"/>
            </a:endParaRPr>
          </a:p>
        </p:txBody>
      </p:sp>
      <p:sp>
        <p:nvSpPr>
          <p:cNvPr id="372" name=""/>
          <p:cNvSpPr txBox="1"/>
          <p:nvPr/>
        </p:nvSpPr>
        <p:spPr>
          <a:xfrm>
            <a:off x="6911280" y="2933640"/>
            <a:ext cx="3855600" cy="434520"/>
          </a:xfrm>
          <a:prstGeom prst="rect">
            <a:avLst/>
          </a:prstGeom>
          <a:noFill/>
          <a:ln w="0">
            <a:noFill/>
          </a:ln>
        </p:spPr>
        <p:txBody>
          <a:bodyPr lIns="0" rIns="0" tIns="0" bIns="0" anchor="t">
            <a:noAutofit/>
          </a:bodyPr>
          <a:p>
            <a:r>
              <a:rPr b="0" lang="en-US" sz="2350" spc="-1" strike="noStrike">
                <a:solidFill>
                  <a:srgbClr val="000000"/>
                </a:solidFill>
                <a:latin typeface="Noto Sans"/>
              </a:rPr>
              <a:t>kann ein gültiger Messwert sein</a:t>
            </a:r>
            <a:endParaRPr b="0" lang="en-US" sz="2350" spc="-1" strike="noStrike">
              <a:solidFill>
                <a:srgbClr val="000000"/>
              </a:solidFill>
              <a:latin typeface="Arial"/>
            </a:endParaRPr>
          </a:p>
        </p:txBody>
      </p:sp>
      <p:sp>
        <p:nvSpPr>
          <p:cNvPr id="373" name=""/>
          <p:cNvSpPr/>
          <p:nvPr/>
        </p:nvSpPr>
        <p:spPr>
          <a:xfrm>
            <a:off x="6705720" y="4000680"/>
            <a:ext cx="4267080" cy="13334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74" name=""/>
          <p:cNvSpPr/>
          <p:nvPr/>
        </p:nvSpPr>
        <p:spPr>
          <a:xfrm>
            <a:off x="6705720" y="4000680"/>
            <a:ext cx="53280" cy="133344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75" name=""/>
          <p:cNvSpPr txBox="1"/>
          <p:nvPr/>
        </p:nvSpPr>
        <p:spPr>
          <a:xfrm>
            <a:off x="6911280" y="4183560"/>
            <a:ext cx="3855600" cy="647640"/>
          </a:xfrm>
          <a:prstGeom prst="rect">
            <a:avLst/>
          </a:prstGeom>
          <a:noFill/>
          <a:ln w="0">
            <a:noFill/>
          </a:ln>
        </p:spPr>
        <p:txBody>
          <a:bodyPr lIns="0" rIns="0" tIns="0" bIns="0" anchor="t">
            <a:noAutofit/>
          </a:bodyPr>
          <a:p>
            <a:r>
              <a:rPr b="1" lang="en-US" sz="2540" spc="-1" strike="noStrike">
                <a:solidFill>
                  <a:srgbClr val="a32123"/>
                </a:solidFill>
                <a:latin typeface="Noto Sans"/>
              </a:rPr>
              <a:t>NoData → NULL</a:t>
            </a:r>
            <a:endParaRPr b="0" lang="en-US" sz="2540" spc="-1" strike="noStrike">
              <a:solidFill>
                <a:srgbClr val="000000"/>
              </a:solidFill>
              <a:latin typeface="Arial"/>
            </a:endParaRPr>
          </a:p>
        </p:txBody>
      </p:sp>
      <p:sp>
        <p:nvSpPr>
          <p:cNvPr id="376" name=""/>
          <p:cNvSpPr txBox="1"/>
          <p:nvPr/>
        </p:nvSpPr>
        <p:spPr>
          <a:xfrm>
            <a:off x="6911280" y="4762440"/>
            <a:ext cx="3855600" cy="434520"/>
          </a:xfrm>
          <a:prstGeom prst="rect">
            <a:avLst/>
          </a:prstGeom>
          <a:noFill/>
          <a:ln w="0">
            <a:noFill/>
          </a:ln>
        </p:spPr>
        <p:txBody>
          <a:bodyPr lIns="0" rIns="0" tIns="0" bIns="0" anchor="t">
            <a:noAutofit/>
          </a:bodyPr>
          <a:p>
            <a:r>
              <a:rPr b="0" lang="en-US" sz="2260" spc="-1" strike="noStrike">
                <a:solidFill>
                  <a:srgbClr val="000000"/>
                </a:solidFill>
                <a:latin typeface="Noto Sans"/>
              </a:rPr>
              <a:t>kein gültiger Wert verfügbar</a:t>
            </a:r>
            <a:endParaRPr b="0" lang="en-US" sz="22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7"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Höhenwerte mit Pseudofarbe darstellen</a:t>
            </a:r>
            <a:endParaRPr b="0" lang="en-US" sz="3190" spc="-1" strike="noStrike">
              <a:solidFill>
                <a:srgbClr val="000000"/>
              </a:solidFill>
              <a:latin typeface="Arial"/>
            </a:endParaRPr>
          </a:p>
        </p:txBody>
      </p:sp>
      <p:sp>
        <p:nvSpPr>
          <p:cNvPr id="378"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QGIS · SYMBOLISIERUNG</a:t>
            </a:r>
            <a:endParaRPr b="0" lang="en-US" sz="1130" spc="-1" strike="noStrike">
              <a:solidFill>
                <a:srgbClr val="000000"/>
              </a:solidFill>
              <a:latin typeface="Arial"/>
            </a:endParaRPr>
          </a:p>
        </p:txBody>
      </p:sp>
      <p:sp>
        <p:nvSpPr>
          <p:cNvPr id="379"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13</a:t>
            </a:r>
            <a:endParaRPr b="0" lang="en-US" sz="939" spc="-1" strike="noStrike">
              <a:solidFill>
                <a:srgbClr val="000000"/>
              </a:solidFill>
              <a:latin typeface="Arial"/>
            </a:endParaRPr>
          </a:p>
        </p:txBody>
      </p:sp>
      <p:sp>
        <p:nvSpPr>
          <p:cNvPr id="380"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17</a:t>
            </a:r>
            <a:endParaRPr b="0" lang="en-US" sz="939" spc="-1" strike="noStrike">
              <a:solidFill>
                <a:srgbClr val="000000"/>
              </a:solidFill>
              <a:latin typeface="Arial"/>
            </a:endParaRPr>
          </a:p>
        </p:txBody>
      </p:sp>
      <p:sp>
        <p:nvSpPr>
          <p:cNvPr id="381" name=""/>
          <p:cNvSpPr/>
          <p:nvPr/>
        </p:nvSpPr>
        <p:spPr>
          <a:xfrm>
            <a:off x="647640" y="186696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82" name=""/>
          <p:cNvSpPr txBox="1"/>
          <p:nvPr/>
        </p:nvSpPr>
        <p:spPr>
          <a:xfrm>
            <a:off x="647640" y="192780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1</a:t>
            </a:r>
            <a:endParaRPr b="0" lang="en-US" sz="2450" spc="-1" strike="noStrike">
              <a:solidFill>
                <a:srgbClr val="000000"/>
              </a:solidFill>
              <a:latin typeface="Arial"/>
            </a:endParaRPr>
          </a:p>
        </p:txBody>
      </p:sp>
      <p:sp>
        <p:nvSpPr>
          <p:cNvPr id="383" name=""/>
          <p:cNvSpPr txBox="1"/>
          <p:nvPr/>
        </p:nvSpPr>
        <p:spPr>
          <a:xfrm>
            <a:off x="1371600" y="186696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Darstellungsart</a:t>
            </a:r>
            <a:endParaRPr b="0" lang="en-US" sz="2720" spc="-1" strike="noStrike">
              <a:solidFill>
                <a:srgbClr val="000000"/>
              </a:solidFill>
              <a:latin typeface="Arial"/>
            </a:endParaRPr>
          </a:p>
        </p:txBody>
      </p:sp>
      <p:sp>
        <p:nvSpPr>
          <p:cNvPr id="384" name=""/>
          <p:cNvSpPr txBox="1"/>
          <p:nvPr/>
        </p:nvSpPr>
        <p:spPr>
          <a:xfrm>
            <a:off x="1371600" y="233928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Einkanal-Pseudofarbe · Band 1.</a:t>
            </a:r>
            <a:endParaRPr b="0" lang="en-US" sz="2260" spc="-1" strike="noStrike">
              <a:solidFill>
                <a:srgbClr val="000000"/>
              </a:solidFill>
              <a:latin typeface="Arial"/>
            </a:endParaRPr>
          </a:p>
        </p:txBody>
      </p:sp>
      <p:sp>
        <p:nvSpPr>
          <p:cNvPr id="385" name=""/>
          <p:cNvSpPr/>
          <p:nvPr/>
        </p:nvSpPr>
        <p:spPr>
          <a:xfrm>
            <a:off x="647640" y="316224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86" name=""/>
          <p:cNvSpPr txBox="1"/>
          <p:nvPr/>
        </p:nvSpPr>
        <p:spPr>
          <a:xfrm>
            <a:off x="647640" y="322344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2</a:t>
            </a:r>
            <a:endParaRPr b="0" lang="en-US" sz="2450" spc="-1" strike="noStrike">
              <a:solidFill>
                <a:srgbClr val="000000"/>
              </a:solidFill>
              <a:latin typeface="Arial"/>
            </a:endParaRPr>
          </a:p>
        </p:txBody>
      </p:sp>
      <p:sp>
        <p:nvSpPr>
          <p:cNvPr id="387" name=""/>
          <p:cNvSpPr txBox="1"/>
          <p:nvPr/>
        </p:nvSpPr>
        <p:spPr>
          <a:xfrm>
            <a:off x="1371600" y="316224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Wertebereich</a:t>
            </a:r>
            <a:endParaRPr b="0" lang="en-US" sz="2720" spc="-1" strike="noStrike">
              <a:solidFill>
                <a:srgbClr val="000000"/>
              </a:solidFill>
              <a:latin typeface="Arial"/>
            </a:endParaRPr>
          </a:p>
        </p:txBody>
      </p:sp>
      <p:sp>
        <p:nvSpPr>
          <p:cNvPr id="388" name=""/>
          <p:cNvSpPr txBox="1"/>
          <p:nvPr/>
        </p:nvSpPr>
        <p:spPr>
          <a:xfrm>
            <a:off x="1371600" y="363492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Minimum und Maximum laden; NoData ausschließen.</a:t>
            </a:r>
            <a:endParaRPr b="0" lang="en-US" sz="2260" spc="-1" strike="noStrike">
              <a:solidFill>
                <a:srgbClr val="000000"/>
              </a:solidFill>
              <a:latin typeface="Arial"/>
            </a:endParaRPr>
          </a:p>
        </p:txBody>
      </p:sp>
      <p:sp>
        <p:nvSpPr>
          <p:cNvPr id="389" name=""/>
          <p:cNvSpPr/>
          <p:nvPr/>
        </p:nvSpPr>
        <p:spPr>
          <a:xfrm>
            <a:off x="647640" y="44578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90" name=""/>
          <p:cNvSpPr txBox="1"/>
          <p:nvPr/>
        </p:nvSpPr>
        <p:spPr>
          <a:xfrm>
            <a:off x="647640" y="451872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3</a:t>
            </a:r>
            <a:endParaRPr b="0" lang="en-US" sz="2450" spc="-1" strike="noStrike">
              <a:solidFill>
                <a:srgbClr val="000000"/>
              </a:solidFill>
              <a:latin typeface="Arial"/>
            </a:endParaRPr>
          </a:p>
        </p:txBody>
      </p:sp>
      <p:sp>
        <p:nvSpPr>
          <p:cNvPr id="391" name=""/>
          <p:cNvSpPr txBox="1"/>
          <p:nvPr/>
        </p:nvSpPr>
        <p:spPr>
          <a:xfrm>
            <a:off x="1371600" y="44578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Farbverlauf</a:t>
            </a:r>
            <a:endParaRPr b="0" lang="en-US" sz="2720" spc="-1" strike="noStrike">
              <a:solidFill>
                <a:srgbClr val="000000"/>
              </a:solidFill>
              <a:latin typeface="Arial"/>
            </a:endParaRPr>
          </a:p>
        </p:txBody>
      </p:sp>
      <p:sp>
        <p:nvSpPr>
          <p:cNvPr id="392" name=""/>
          <p:cNvSpPr txBox="1"/>
          <p:nvPr/>
        </p:nvSpPr>
        <p:spPr>
          <a:xfrm>
            <a:off x="1371600" y="493020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niedrig nach hoch eindeutig und sequentiell.</a:t>
            </a:r>
            <a:endParaRPr b="0" lang="en-US" sz="2260" spc="-1" strike="noStrike">
              <a:solidFill>
                <a:srgbClr val="000000"/>
              </a:solidFill>
              <a:latin typeface="Arial"/>
            </a:endParaRPr>
          </a:p>
        </p:txBody>
      </p:sp>
      <p:sp>
        <p:nvSpPr>
          <p:cNvPr id="393"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94" name=""/>
          <p:cNvSpPr txBox="1"/>
          <p:nvPr/>
        </p:nvSpPr>
        <p:spPr>
          <a:xfrm>
            <a:off x="838080" y="5623560"/>
            <a:ext cx="10515600" cy="442080"/>
          </a:xfrm>
          <a:prstGeom prst="rect">
            <a:avLst/>
          </a:prstGeom>
          <a:noFill/>
          <a:ln w="0">
            <a:noFill/>
          </a:ln>
        </p:spPr>
        <p:txBody>
          <a:bodyPr lIns="0" rIns="0" tIns="0" bIns="0" anchor="t">
            <a:noAutofit/>
          </a:bodyPr>
          <a:p>
            <a:r>
              <a:rPr b="1" lang="en-US" sz="2070" spc="-1" strike="noStrike">
                <a:solidFill>
                  <a:srgbClr val="004899"/>
                </a:solidFill>
                <a:latin typeface="Noto Sans"/>
              </a:rPr>
              <a:t>Symbolisierung macht Muster sichtbar – sie verändert keine Zellwerte.</a:t>
            </a:r>
            <a:endParaRPr b="0" lang="en-US" sz="20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5"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Andere Farben, gleiche Werte</a:t>
            </a:r>
            <a:endParaRPr b="0" lang="en-US" sz="3190" spc="-1" strike="noStrike">
              <a:solidFill>
                <a:srgbClr val="000000"/>
              </a:solidFill>
              <a:latin typeface="Arial"/>
            </a:endParaRPr>
          </a:p>
        </p:txBody>
      </p:sp>
      <p:sp>
        <p:nvSpPr>
          <p:cNvPr id="396"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QGIS · DARSTELLUNG UND DATEN</a:t>
            </a:r>
            <a:endParaRPr b="0" lang="en-US" sz="1130" spc="-1" strike="noStrike">
              <a:solidFill>
                <a:srgbClr val="000000"/>
              </a:solidFill>
              <a:latin typeface="Arial"/>
            </a:endParaRPr>
          </a:p>
        </p:txBody>
      </p:sp>
      <p:sp>
        <p:nvSpPr>
          <p:cNvPr id="397"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13</a:t>
            </a:r>
            <a:endParaRPr b="0" lang="en-US" sz="939" spc="-1" strike="noStrike">
              <a:solidFill>
                <a:srgbClr val="000000"/>
              </a:solidFill>
              <a:latin typeface="Arial"/>
            </a:endParaRPr>
          </a:p>
        </p:txBody>
      </p:sp>
      <p:sp>
        <p:nvSpPr>
          <p:cNvPr id="398"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18</a:t>
            </a:r>
            <a:endParaRPr b="0" lang="en-US" sz="939" spc="-1" strike="noStrike">
              <a:solidFill>
                <a:srgbClr val="000000"/>
              </a:solidFill>
              <a:latin typeface="Arial"/>
            </a:endParaRPr>
          </a:p>
        </p:txBody>
      </p:sp>
      <p:pic>
        <p:nvPicPr>
          <p:cNvPr id="399" name="" descr="Dieselbe 3-mal-3-Höhenmatrix von 200 bis 240 Metern wird blau und violett dargestellt. Die mittlere markierte Zelle bleibt bei 220 Metern; weder Werte noch Zellpositionen ändern sich."/>
          <p:cNvPicPr/>
          <p:nvPr/>
        </p:nvPicPr>
        <p:blipFill>
          <a:blip r:embed="rId1">
            <a:extLst>
              <a:ext uri="{96DAC541-7B7A-43D3-8B79-37D633B846F1}">
                <asvg:svgBlip xmlns:asvg="http://schemas.microsoft.com/office/drawing/2016/SVG/main" r:embed="rId2"/>
              </a:ext>
            </a:extLst>
          </a:blip>
          <a:stretch/>
        </p:blipFill>
        <p:spPr>
          <a:xfrm>
            <a:off x="2400480" y="1638360"/>
            <a:ext cx="3772080" cy="4331880"/>
          </a:xfrm>
          <a:prstGeom prst="rect">
            <a:avLst/>
          </a:prstGeom>
          <a:ln w="0">
            <a:noFill/>
          </a:ln>
        </p:spPr>
      </p:pic>
      <p:sp>
        <p:nvSpPr>
          <p:cNvPr id="400" name=""/>
          <p:cNvSpPr/>
          <p:nvPr/>
        </p:nvSpPr>
        <p:spPr>
          <a:xfrm>
            <a:off x="6858000" y="2400480"/>
            <a:ext cx="3962520" cy="12952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01" name=""/>
          <p:cNvSpPr/>
          <p:nvPr/>
        </p:nvSpPr>
        <p:spPr>
          <a:xfrm>
            <a:off x="6858000" y="2400480"/>
            <a:ext cx="53280" cy="129528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02" name=""/>
          <p:cNvSpPr txBox="1"/>
          <p:nvPr/>
        </p:nvSpPr>
        <p:spPr>
          <a:xfrm>
            <a:off x="7063920" y="2583360"/>
            <a:ext cx="3551040" cy="647640"/>
          </a:xfrm>
          <a:prstGeom prst="rect">
            <a:avLst/>
          </a:prstGeom>
          <a:noFill/>
          <a:ln w="0">
            <a:noFill/>
          </a:ln>
        </p:spPr>
        <p:txBody>
          <a:bodyPr lIns="0" rIns="0" tIns="0" bIns="0" anchor="t">
            <a:noAutofit/>
          </a:bodyPr>
          <a:p>
            <a:r>
              <a:rPr b="1" lang="en-US" sz="2540" spc="-1" strike="noStrike">
                <a:solidFill>
                  <a:srgbClr val="004899"/>
                </a:solidFill>
                <a:latin typeface="Noto Sans"/>
              </a:rPr>
              <a:t>Datenwert</a:t>
            </a:r>
            <a:endParaRPr b="0" lang="en-US" sz="2540" spc="-1" strike="noStrike">
              <a:solidFill>
                <a:srgbClr val="000000"/>
              </a:solidFill>
              <a:latin typeface="Arial"/>
            </a:endParaRPr>
          </a:p>
        </p:txBody>
      </p:sp>
      <p:sp>
        <p:nvSpPr>
          <p:cNvPr id="403" name=""/>
          <p:cNvSpPr txBox="1"/>
          <p:nvPr/>
        </p:nvSpPr>
        <p:spPr>
          <a:xfrm>
            <a:off x="7063920" y="3162240"/>
            <a:ext cx="3551040" cy="396360"/>
          </a:xfrm>
          <a:prstGeom prst="rect">
            <a:avLst/>
          </a:prstGeom>
          <a:noFill/>
          <a:ln w="0">
            <a:noFill/>
          </a:ln>
        </p:spPr>
        <p:txBody>
          <a:bodyPr lIns="0" rIns="0" tIns="0" bIns="0" anchor="t">
            <a:noAutofit/>
          </a:bodyPr>
          <a:p>
            <a:r>
              <a:rPr b="0" lang="en-US" sz="2260" spc="-1" strike="noStrike">
                <a:solidFill>
                  <a:srgbClr val="000000"/>
                </a:solidFill>
                <a:latin typeface="Noto Sans"/>
              </a:rPr>
              <a:t>220 m bleibt 220 m</a:t>
            </a:r>
            <a:endParaRPr b="0" lang="en-US" sz="2260" spc="-1" strike="noStrike">
              <a:solidFill>
                <a:srgbClr val="000000"/>
              </a:solidFill>
              <a:latin typeface="Arial"/>
            </a:endParaRPr>
          </a:p>
        </p:txBody>
      </p:sp>
      <p:sp>
        <p:nvSpPr>
          <p:cNvPr id="404" name=""/>
          <p:cNvSpPr/>
          <p:nvPr/>
        </p:nvSpPr>
        <p:spPr>
          <a:xfrm>
            <a:off x="6858000" y="4076640"/>
            <a:ext cx="3962520" cy="12952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05" name=""/>
          <p:cNvSpPr/>
          <p:nvPr/>
        </p:nvSpPr>
        <p:spPr>
          <a:xfrm>
            <a:off x="6858000" y="4076640"/>
            <a:ext cx="53280" cy="129528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06" name=""/>
          <p:cNvSpPr txBox="1"/>
          <p:nvPr/>
        </p:nvSpPr>
        <p:spPr>
          <a:xfrm>
            <a:off x="7063920" y="4259520"/>
            <a:ext cx="3551040" cy="647640"/>
          </a:xfrm>
          <a:prstGeom prst="rect">
            <a:avLst/>
          </a:prstGeom>
          <a:noFill/>
          <a:ln w="0">
            <a:noFill/>
          </a:ln>
        </p:spPr>
        <p:txBody>
          <a:bodyPr lIns="0" rIns="0" tIns="0" bIns="0" anchor="t">
            <a:noAutofit/>
          </a:bodyPr>
          <a:p>
            <a:r>
              <a:rPr b="1" lang="en-US" sz="2540" spc="-1" strike="noStrike">
                <a:solidFill>
                  <a:srgbClr val="a32123"/>
                </a:solidFill>
                <a:latin typeface="Noto Sans"/>
              </a:rPr>
              <a:t>Farbe</a:t>
            </a:r>
            <a:endParaRPr b="0" lang="en-US" sz="2540" spc="-1" strike="noStrike">
              <a:solidFill>
                <a:srgbClr val="000000"/>
              </a:solidFill>
              <a:latin typeface="Arial"/>
            </a:endParaRPr>
          </a:p>
        </p:txBody>
      </p:sp>
      <p:sp>
        <p:nvSpPr>
          <p:cNvPr id="407" name=""/>
          <p:cNvSpPr txBox="1"/>
          <p:nvPr/>
        </p:nvSpPr>
        <p:spPr>
          <a:xfrm>
            <a:off x="7063920" y="4838760"/>
            <a:ext cx="3551040" cy="396360"/>
          </a:xfrm>
          <a:prstGeom prst="rect">
            <a:avLst/>
          </a:prstGeom>
          <a:noFill/>
          <a:ln w="0">
            <a:noFill/>
          </a:ln>
        </p:spPr>
        <p:txBody>
          <a:bodyPr lIns="0" rIns="0" tIns="0" bIns="0" anchor="t">
            <a:noAutofit/>
          </a:bodyPr>
          <a:p>
            <a:r>
              <a:rPr b="0" lang="en-US" sz="2260" spc="-1" strike="noStrike">
                <a:solidFill>
                  <a:srgbClr val="000000"/>
                </a:solidFill>
                <a:latin typeface="Noto Sans"/>
              </a:rPr>
              <a:t>Darstellungsentscheidung</a:t>
            </a:r>
            <a:endParaRPr b="0" lang="en-US" sz="22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8"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Eine kleine Zelle beweist keine hohe Genauigkeit</a:t>
            </a:r>
            <a:endParaRPr b="0" lang="en-US" sz="3190" spc="-1" strike="noStrike">
              <a:solidFill>
                <a:srgbClr val="000000"/>
              </a:solidFill>
              <a:latin typeface="Arial"/>
            </a:endParaRPr>
          </a:p>
        </p:txBody>
      </p:sp>
      <p:sp>
        <p:nvSpPr>
          <p:cNvPr id="409"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INTERPRETATION · NACHBARSCHAFTSGESPRÄCH</a:t>
            </a:r>
            <a:endParaRPr b="0" lang="en-US" sz="1130" spc="-1" strike="noStrike">
              <a:solidFill>
                <a:srgbClr val="000000"/>
              </a:solidFill>
              <a:latin typeface="Arial"/>
            </a:endParaRPr>
          </a:p>
        </p:txBody>
      </p:sp>
      <p:sp>
        <p:nvSpPr>
          <p:cNvPr id="410"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13</a:t>
            </a:r>
            <a:endParaRPr b="0" lang="en-US" sz="939" spc="-1" strike="noStrike">
              <a:solidFill>
                <a:srgbClr val="000000"/>
              </a:solidFill>
              <a:latin typeface="Arial"/>
            </a:endParaRPr>
          </a:p>
        </p:txBody>
      </p:sp>
      <p:sp>
        <p:nvSpPr>
          <p:cNvPr id="411"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19</a:t>
            </a:r>
            <a:endParaRPr b="0" lang="en-US" sz="939" spc="-1" strike="noStrike">
              <a:solidFill>
                <a:srgbClr val="000000"/>
              </a:solidFill>
              <a:latin typeface="Arial"/>
            </a:endParaRPr>
          </a:p>
        </p:txBody>
      </p:sp>
      <p:sp>
        <p:nvSpPr>
          <p:cNvPr id="412" name=""/>
          <p:cNvSpPr txBox="1"/>
          <p:nvPr/>
        </p:nvSpPr>
        <p:spPr>
          <a:xfrm>
            <a:off x="1066680" y="1943280"/>
            <a:ext cx="10058400" cy="1295280"/>
          </a:xfrm>
          <a:prstGeom prst="rect">
            <a:avLst/>
          </a:prstGeom>
          <a:noFill/>
          <a:ln w="0">
            <a:noFill/>
          </a:ln>
        </p:spPr>
        <p:txBody>
          <a:bodyPr lIns="0" rIns="0" tIns="0" bIns="0" anchor="t">
            <a:noAutofit/>
          </a:bodyPr>
          <a:p>
            <a:pPr algn="ctr"/>
            <a:r>
              <a:rPr b="1" lang="en-US" sz="3380" spc="-1" strike="noStrike">
                <a:solidFill>
                  <a:srgbClr val="000000"/>
                </a:solidFill>
                <a:latin typeface="Noto Sans"/>
              </a:rPr>
              <a:t>„</a:t>
            </a:r>
            <a:r>
              <a:rPr b="1" lang="en-US" sz="3380" spc="-1" strike="noStrike">
                <a:solidFill>
                  <a:srgbClr val="000000"/>
                </a:solidFill>
                <a:latin typeface="Noto Sans"/>
              </a:rPr>
              <a:t>Das Raster hat 1-m-Zellen.</a:t>
            </a:r>
            <a:endParaRPr b="0" lang="en-US" sz="3380" spc="-1" strike="noStrike">
              <a:solidFill>
                <a:srgbClr val="000000"/>
              </a:solidFill>
              <a:latin typeface="Arial"/>
            </a:endParaRPr>
          </a:p>
          <a:p>
            <a:pPr algn="ctr"/>
            <a:r>
              <a:rPr b="1" lang="en-US" sz="3380" spc="-1" strike="noStrike">
                <a:solidFill>
                  <a:srgbClr val="000000"/>
                </a:solidFill>
                <a:latin typeface="Noto Sans"/>
              </a:rPr>
              <a:t>Deshalb ist jeder Höhenwert auf 1 m genau.“</a:t>
            </a:r>
            <a:endParaRPr b="0" lang="en-US" sz="3380" spc="-1" strike="noStrike">
              <a:solidFill>
                <a:srgbClr val="000000"/>
              </a:solidFill>
              <a:latin typeface="Arial"/>
            </a:endParaRPr>
          </a:p>
        </p:txBody>
      </p:sp>
      <p:sp>
        <p:nvSpPr>
          <p:cNvPr id="413" name=""/>
          <p:cNvSpPr/>
          <p:nvPr/>
        </p:nvSpPr>
        <p:spPr>
          <a:xfrm>
            <a:off x="647640" y="43434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14" name=""/>
          <p:cNvSpPr txBox="1"/>
          <p:nvPr/>
        </p:nvSpPr>
        <p:spPr>
          <a:xfrm>
            <a:off x="838080" y="4449960"/>
            <a:ext cx="10515600" cy="442080"/>
          </a:xfrm>
          <a:prstGeom prst="rect">
            <a:avLst/>
          </a:prstGeom>
          <a:noFill/>
          <a:ln w="0">
            <a:noFill/>
          </a:ln>
        </p:spPr>
        <p:txBody>
          <a:bodyPr lIns="0" rIns="0" tIns="0" bIns="0" anchor="t">
            <a:noAutofit/>
          </a:bodyPr>
          <a:p>
            <a:r>
              <a:rPr b="1" lang="en-US" sz="2260" spc="-1" strike="noStrike">
                <a:solidFill>
                  <a:srgbClr val="004899"/>
                </a:solidFill>
                <a:latin typeface="Noto Sans"/>
              </a:rPr>
              <a:t>Welche Information liefert die Zellgröße – und welche fehlt?</a:t>
            </a:r>
            <a:endParaRPr b="0" lang="en-US" sz="22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5"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Auflösung, Lage und Wert getrennt beurteilen</a:t>
            </a:r>
            <a:endParaRPr b="0" lang="en-US" sz="3190" spc="-1" strike="noStrike">
              <a:solidFill>
                <a:srgbClr val="000000"/>
              </a:solidFill>
              <a:latin typeface="Arial"/>
            </a:endParaRPr>
          </a:p>
        </p:txBody>
      </p:sp>
      <p:sp>
        <p:nvSpPr>
          <p:cNvPr id="416"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INTERPRETATION · AUFLÖSUNG</a:t>
            </a:r>
            <a:endParaRPr b="0" lang="en-US" sz="1130" spc="-1" strike="noStrike">
              <a:solidFill>
                <a:srgbClr val="000000"/>
              </a:solidFill>
              <a:latin typeface="Arial"/>
            </a:endParaRPr>
          </a:p>
        </p:txBody>
      </p:sp>
      <p:sp>
        <p:nvSpPr>
          <p:cNvPr id="417"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13</a:t>
            </a:r>
            <a:endParaRPr b="0" lang="en-US" sz="939" spc="-1" strike="noStrike">
              <a:solidFill>
                <a:srgbClr val="000000"/>
              </a:solidFill>
              <a:latin typeface="Arial"/>
            </a:endParaRPr>
          </a:p>
        </p:txBody>
      </p:sp>
      <p:sp>
        <p:nvSpPr>
          <p:cNvPr id="418"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20</a:t>
            </a:r>
            <a:endParaRPr b="0" lang="en-US" sz="939" spc="-1" strike="noStrike">
              <a:solidFill>
                <a:srgbClr val="000000"/>
              </a:solidFill>
              <a:latin typeface="Arial"/>
            </a:endParaRPr>
          </a:p>
        </p:txBody>
      </p:sp>
      <p:sp>
        <p:nvSpPr>
          <p:cNvPr id="419" name=""/>
          <p:cNvSpPr/>
          <p:nvPr/>
        </p:nvSpPr>
        <p:spPr>
          <a:xfrm>
            <a:off x="647640" y="2057400"/>
            <a:ext cx="3939480" cy="85356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20" name=""/>
          <p:cNvSpPr txBox="1"/>
          <p:nvPr/>
        </p:nvSpPr>
        <p:spPr>
          <a:xfrm>
            <a:off x="784800" y="2187000"/>
            <a:ext cx="3688200" cy="723960"/>
          </a:xfrm>
          <a:prstGeom prst="rect">
            <a:avLst/>
          </a:prstGeom>
          <a:noFill/>
          <a:ln w="0">
            <a:noFill/>
          </a:ln>
        </p:spPr>
        <p:txBody>
          <a:bodyPr lIns="0" rIns="0" tIns="0" bIns="0" anchor="t">
            <a:noAutofit/>
          </a:bodyPr>
          <a:p>
            <a:r>
              <a:rPr b="1" lang="en-US" sz="2160" spc="-1" strike="noStrike">
                <a:solidFill>
                  <a:srgbClr val="ffffff"/>
                </a:solidFill>
                <a:latin typeface="Noto Sans"/>
              </a:rPr>
              <a:t>Begriff</a:t>
            </a:r>
            <a:endParaRPr b="0" lang="en-US" sz="2160" spc="-1" strike="noStrike">
              <a:solidFill>
                <a:srgbClr val="000000"/>
              </a:solidFill>
              <a:latin typeface="Arial"/>
            </a:endParaRPr>
          </a:p>
        </p:txBody>
      </p:sp>
      <p:sp>
        <p:nvSpPr>
          <p:cNvPr id="421" name=""/>
          <p:cNvSpPr/>
          <p:nvPr/>
        </p:nvSpPr>
        <p:spPr>
          <a:xfrm>
            <a:off x="4610160" y="2057400"/>
            <a:ext cx="6911280" cy="85356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22" name=""/>
          <p:cNvSpPr txBox="1"/>
          <p:nvPr/>
        </p:nvSpPr>
        <p:spPr>
          <a:xfrm>
            <a:off x="4747320" y="2187000"/>
            <a:ext cx="6660000" cy="723960"/>
          </a:xfrm>
          <a:prstGeom prst="rect">
            <a:avLst/>
          </a:prstGeom>
          <a:noFill/>
          <a:ln w="0">
            <a:noFill/>
          </a:ln>
        </p:spPr>
        <p:txBody>
          <a:bodyPr lIns="0" rIns="0" tIns="0" bIns="0" anchor="t">
            <a:noAutofit/>
          </a:bodyPr>
          <a:p>
            <a:r>
              <a:rPr b="1" lang="en-US" sz="2160" spc="-1" strike="noStrike">
                <a:solidFill>
                  <a:srgbClr val="ffffff"/>
                </a:solidFill>
                <a:latin typeface="Noto Sans"/>
              </a:rPr>
              <a:t>Frage</a:t>
            </a:r>
            <a:endParaRPr b="0" lang="en-US" sz="2160" spc="-1" strike="noStrike">
              <a:solidFill>
                <a:srgbClr val="000000"/>
              </a:solidFill>
              <a:latin typeface="Arial"/>
            </a:endParaRPr>
          </a:p>
        </p:txBody>
      </p:sp>
      <p:sp>
        <p:nvSpPr>
          <p:cNvPr id="423" name=""/>
          <p:cNvSpPr/>
          <p:nvPr/>
        </p:nvSpPr>
        <p:spPr>
          <a:xfrm>
            <a:off x="647640" y="2933640"/>
            <a:ext cx="3939480" cy="85356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24" name=""/>
          <p:cNvSpPr txBox="1"/>
          <p:nvPr/>
        </p:nvSpPr>
        <p:spPr>
          <a:xfrm>
            <a:off x="784800" y="3063240"/>
            <a:ext cx="3688200" cy="723960"/>
          </a:xfrm>
          <a:prstGeom prst="rect">
            <a:avLst/>
          </a:prstGeom>
          <a:noFill/>
          <a:ln w="0">
            <a:noFill/>
          </a:ln>
        </p:spPr>
        <p:txBody>
          <a:bodyPr lIns="0" rIns="0" tIns="0" bIns="0" anchor="t">
            <a:noAutofit/>
          </a:bodyPr>
          <a:p>
            <a:r>
              <a:rPr b="0" lang="en-US" sz="2160" spc="-1" strike="noStrike">
                <a:solidFill>
                  <a:srgbClr val="000000"/>
                </a:solidFill>
                <a:latin typeface="Noto Sans"/>
              </a:rPr>
              <a:t>räumliche Auflösung</a:t>
            </a:r>
            <a:endParaRPr b="0" lang="en-US" sz="2160" spc="-1" strike="noStrike">
              <a:solidFill>
                <a:srgbClr val="000000"/>
              </a:solidFill>
              <a:latin typeface="Arial"/>
            </a:endParaRPr>
          </a:p>
        </p:txBody>
      </p:sp>
      <p:sp>
        <p:nvSpPr>
          <p:cNvPr id="425" name=""/>
          <p:cNvSpPr/>
          <p:nvPr/>
        </p:nvSpPr>
        <p:spPr>
          <a:xfrm>
            <a:off x="4610160" y="2933640"/>
            <a:ext cx="6911280" cy="85356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26" name=""/>
          <p:cNvSpPr txBox="1"/>
          <p:nvPr/>
        </p:nvSpPr>
        <p:spPr>
          <a:xfrm>
            <a:off x="4747320" y="3063240"/>
            <a:ext cx="6660000" cy="723960"/>
          </a:xfrm>
          <a:prstGeom prst="rect">
            <a:avLst/>
          </a:prstGeom>
          <a:noFill/>
          <a:ln w="0">
            <a:noFill/>
          </a:ln>
        </p:spPr>
        <p:txBody>
          <a:bodyPr lIns="0" rIns="0" tIns="0" bIns="0" anchor="t">
            <a:noAutofit/>
          </a:bodyPr>
          <a:p>
            <a:r>
              <a:rPr b="0" lang="en-US" sz="2160" spc="-1" strike="noStrike">
                <a:solidFill>
                  <a:srgbClr val="000000"/>
                </a:solidFill>
                <a:latin typeface="Noto Sans"/>
              </a:rPr>
              <a:t>Wie groß beziehungsweise weit auseinander sind die Zellen?</a:t>
            </a:r>
            <a:endParaRPr b="0" lang="en-US" sz="2160" spc="-1" strike="noStrike">
              <a:solidFill>
                <a:srgbClr val="000000"/>
              </a:solidFill>
              <a:latin typeface="Arial"/>
            </a:endParaRPr>
          </a:p>
        </p:txBody>
      </p:sp>
      <p:sp>
        <p:nvSpPr>
          <p:cNvPr id="427" name=""/>
          <p:cNvSpPr/>
          <p:nvPr/>
        </p:nvSpPr>
        <p:spPr>
          <a:xfrm>
            <a:off x="647640" y="3809880"/>
            <a:ext cx="3939480" cy="8535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28" name=""/>
          <p:cNvSpPr txBox="1"/>
          <p:nvPr/>
        </p:nvSpPr>
        <p:spPr>
          <a:xfrm>
            <a:off x="784800" y="3939480"/>
            <a:ext cx="3688200" cy="723960"/>
          </a:xfrm>
          <a:prstGeom prst="rect">
            <a:avLst/>
          </a:prstGeom>
          <a:noFill/>
          <a:ln w="0">
            <a:noFill/>
          </a:ln>
        </p:spPr>
        <p:txBody>
          <a:bodyPr lIns="0" rIns="0" tIns="0" bIns="0" anchor="t">
            <a:noAutofit/>
          </a:bodyPr>
          <a:p>
            <a:r>
              <a:rPr b="0" lang="en-US" sz="2160" spc="-1" strike="noStrike">
                <a:solidFill>
                  <a:srgbClr val="000000"/>
                </a:solidFill>
                <a:latin typeface="Noto Sans"/>
              </a:rPr>
              <a:t>Lagegenauigkeit</a:t>
            </a:r>
            <a:endParaRPr b="0" lang="en-US" sz="2160" spc="-1" strike="noStrike">
              <a:solidFill>
                <a:srgbClr val="000000"/>
              </a:solidFill>
              <a:latin typeface="Arial"/>
            </a:endParaRPr>
          </a:p>
        </p:txBody>
      </p:sp>
      <p:sp>
        <p:nvSpPr>
          <p:cNvPr id="429" name=""/>
          <p:cNvSpPr/>
          <p:nvPr/>
        </p:nvSpPr>
        <p:spPr>
          <a:xfrm>
            <a:off x="4610160" y="3809880"/>
            <a:ext cx="6911280" cy="8535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30" name=""/>
          <p:cNvSpPr txBox="1"/>
          <p:nvPr/>
        </p:nvSpPr>
        <p:spPr>
          <a:xfrm>
            <a:off x="4747320" y="3939480"/>
            <a:ext cx="6660000" cy="723960"/>
          </a:xfrm>
          <a:prstGeom prst="rect">
            <a:avLst/>
          </a:prstGeom>
          <a:noFill/>
          <a:ln w="0">
            <a:noFill/>
          </a:ln>
        </p:spPr>
        <p:txBody>
          <a:bodyPr lIns="0" rIns="0" tIns="0" bIns="0" anchor="t">
            <a:noAutofit/>
          </a:bodyPr>
          <a:p>
            <a:r>
              <a:rPr b="0" lang="en-US" sz="2160" spc="-1" strike="noStrike">
                <a:solidFill>
                  <a:srgbClr val="000000"/>
                </a:solidFill>
                <a:latin typeface="Noto Sans"/>
              </a:rPr>
              <a:t>Wie genau liegt das Gitter an der vorgesehenen Position?</a:t>
            </a:r>
            <a:endParaRPr b="0" lang="en-US" sz="2160" spc="-1" strike="noStrike">
              <a:solidFill>
                <a:srgbClr val="000000"/>
              </a:solidFill>
              <a:latin typeface="Arial"/>
            </a:endParaRPr>
          </a:p>
        </p:txBody>
      </p:sp>
      <p:sp>
        <p:nvSpPr>
          <p:cNvPr id="431" name=""/>
          <p:cNvSpPr/>
          <p:nvPr/>
        </p:nvSpPr>
        <p:spPr>
          <a:xfrm>
            <a:off x="647640" y="4686480"/>
            <a:ext cx="3939480" cy="85356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32" name=""/>
          <p:cNvSpPr txBox="1"/>
          <p:nvPr/>
        </p:nvSpPr>
        <p:spPr>
          <a:xfrm>
            <a:off x="784800" y="4815720"/>
            <a:ext cx="3688200" cy="723960"/>
          </a:xfrm>
          <a:prstGeom prst="rect">
            <a:avLst/>
          </a:prstGeom>
          <a:noFill/>
          <a:ln w="0">
            <a:noFill/>
          </a:ln>
        </p:spPr>
        <p:txBody>
          <a:bodyPr lIns="0" rIns="0" tIns="0" bIns="0" anchor="t">
            <a:noAutofit/>
          </a:bodyPr>
          <a:p>
            <a:r>
              <a:rPr b="0" lang="en-US" sz="2160" spc="-1" strike="noStrike">
                <a:solidFill>
                  <a:srgbClr val="000000"/>
                </a:solidFill>
                <a:latin typeface="Noto Sans"/>
              </a:rPr>
              <a:t>Wertgenauigkeit</a:t>
            </a:r>
            <a:endParaRPr b="0" lang="en-US" sz="2160" spc="-1" strike="noStrike">
              <a:solidFill>
                <a:srgbClr val="000000"/>
              </a:solidFill>
              <a:latin typeface="Arial"/>
            </a:endParaRPr>
          </a:p>
        </p:txBody>
      </p:sp>
      <p:sp>
        <p:nvSpPr>
          <p:cNvPr id="433" name=""/>
          <p:cNvSpPr/>
          <p:nvPr/>
        </p:nvSpPr>
        <p:spPr>
          <a:xfrm>
            <a:off x="4610160" y="4686480"/>
            <a:ext cx="6911280" cy="85356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34" name=""/>
          <p:cNvSpPr txBox="1"/>
          <p:nvPr/>
        </p:nvSpPr>
        <p:spPr>
          <a:xfrm>
            <a:off x="4747320" y="4815720"/>
            <a:ext cx="6660000" cy="723960"/>
          </a:xfrm>
          <a:prstGeom prst="rect">
            <a:avLst/>
          </a:prstGeom>
          <a:noFill/>
          <a:ln w="0">
            <a:noFill/>
          </a:ln>
        </p:spPr>
        <p:txBody>
          <a:bodyPr lIns="0" rIns="0" tIns="0" bIns="0" anchor="t">
            <a:noAutofit/>
          </a:bodyPr>
          <a:p>
            <a:r>
              <a:rPr b="0" lang="en-US" sz="2160" spc="-1" strike="noStrike">
                <a:solidFill>
                  <a:srgbClr val="000000"/>
                </a:solidFill>
                <a:latin typeface="Noto Sans"/>
              </a:rPr>
              <a:t>Wie genau beschreibt der Wert das Gelände?</a:t>
            </a:r>
            <a:endParaRPr b="0" lang="en-US" sz="2160" spc="-1" strike="noStrike">
              <a:solidFill>
                <a:srgbClr val="000000"/>
              </a:solidFill>
              <a:latin typeface="Arial"/>
            </a:endParaRPr>
          </a:p>
        </p:txBody>
      </p:sp>
      <p:sp>
        <p:nvSpPr>
          <p:cNvPr id="435"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36" name=""/>
          <p:cNvSpPr txBox="1"/>
          <p:nvPr/>
        </p:nvSpPr>
        <p:spPr>
          <a:xfrm>
            <a:off x="838080" y="5623560"/>
            <a:ext cx="10515600" cy="442080"/>
          </a:xfrm>
          <a:prstGeom prst="rect">
            <a:avLst/>
          </a:prstGeom>
          <a:noFill/>
          <a:ln w="0">
            <a:noFill/>
          </a:ln>
        </p:spPr>
        <p:txBody>
          <a:bodyPr lIns="0" rIns="0" tIns="0" bIns="0" anchor="t">
            <a:noAutofit/>
          </a:bodyPr>
          <a:p>
            <a:r>
              <a:rPr b="1" lang="en-US" sz="1879" spc="-1" strike="noStrike">
                <a:solidFill>
                  <a:srgbClr val="004899"/>
                </a:solidFill>
                <a:latin typeface="Noto Sans"/>
              </a:rPr>
              <a:t>Korrigiert: 10-m-Zellen beschreiben das Gitter – nicht automatisch einen 10-m-Höhenfehler.</a:t>
            </a:r>
            <a:endParaRPr b="0" lang="en-US" sz="187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7"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Punkteeingang: alle 56 aus Unit 11</a:t>
            </a:r>
            <a:endParaRPr b="0" lang="en-US" sz="3190" spc="-1" strike="noStrike">
              <a:solidFill>
                <a:srgbClr val="000000"/>
              </a:solidFill>
              <a:latin typeface="Arial"/>
            </a:endParaRPr>
          </a:p>
        </p:txBody>
      </p:sp>
      <p:sp>
        <p:nvSpPr>
          <p:cNvPr id="438"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ABTASTEN · EINGANG PRÜFEN</a:t>
            </a:r>
            <a:endParaRPr b="0" lang="en-US" sz="1130" spc="-1" strike="noStrike">
              <a:solidFill>
                <a:srgbClr val="000000"/>
              </a:solidFill>
              <a:latin typeface="Arial"/>
            </a:endParaRPr>
          </a:p>
        </p:txBody>
      </p:sp>
      <p:sp>
        <p:nvSpPr>
          <p:cNvPr id="439"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13</a:t>
            </a:r>
            <a:endParaRPr b="0" lang="en-US" sz="939" spc="-1" strike="noStrike">
              <a:solidFill>
                <a:srgbClr val="000000"/>
              </a:solidFill>
              <a:latin typeface="Arial"/>
            </a:endParaRPr>
          </a:p>
        </p:txBody>
      </p:sp>
      <p:sp>
        <p:nvSpPr>
          <p:cNvPr id="440"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21</a:t>
            </a:r>
            <a:endParaRPr b="0" lang="en-US" sz="939" spc="-1" strike="noStrike">
              <a:solidFill>
                <a:srgbClr val="000000"/>
              </a:solidFill>
              <a:latin typeface="Arial"/>
            </a:endParaRPr>
          </a:p>
        </p:txBody>
      </p:sp>
      <p:sp>
        <p:nvSpPr>
          <p:cNvPr id="441" name=""/>
          <p:cNvSpPr/>
          <p:nvPr/>
        </p:nvSpPr>
        <p:spPr>
          <a:xfrm>
            <a:off x="1066680" y="2171880"/>
            <a:ext cx="4267080" cy="22860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42" name=""/>
          <p:cNvSpPr/>
          <p:nvPr/>
        </p:nvSpPr>
        <p:spPr>
          <a:xfrm>
            <a:off x="1066680" y="2171880"/>
            <a:ext cx="53280" cy="228600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43" name=""/>
          <p:cNvSpPr txBox="1"/>
          <p:nvPr/>
        </p:nvSpPr>
        <p:spPr>
          <a:xfrm>
            <a:off x="1272600" y="2354760"/>
            <a:ext cx="3855600" cy="647640"/>
          </a:xfrm>
          <a:prstGeom prst="rect">
            <a:avLst/>
          </a:prstGeom>
          <a:noFill/>
          <a:ln w="0">
            <a:noFill/>
          </a:ln>
        </p:spPr>
        <p:txBody>
          <a:bodyPr lIns="0" rIns="0" tIns="0" bIns="0" anchor="t">
            <a:noAutofit/>
          </a:bodyPr>
          <a:p>
            <a:r>
              <a:rPr b="1" lang="en-US" sz="2540" spc="-1" strike="noStrike">
                <a:solidFill>
                  <a:srgbClr val="004899"/>
                </a:solidFill>
                <a:latin typeface="Noto Sans"/>
              </a:rPr>
              <a:t>Raster</a:t>
            </a:r>
            <a:endParaRPr b="0" lang="en-US" sz="2540" spc="-1" strike="noStrike">
              <a:solidFill>
                <a:srgbClr val="000000"/>
              </a:solidFill>
              <a:latin typeface="Arial"/>
            </a:endParaRPr>
          </a:p>
        </p:txBody>
      </p:sp>
      <p:sp>
        <p:nvSpPr>
          <p:cNvPr id="444" name=""/>
          <p:cNvSpPr txBox="1"/>
          <p:nvPr/>
        </p:nvSpPr>
        <p:spPr>
          <a:xfrm>
            <a:off x="1272600" y="3116520"/>
            <a:ext cx="3855600" cy="1203840"/>
          </a:xfrm>
          <a:prstGeom prst="rect">
            <a:avLst/>
          </a:prstGeom>
          <a:noFill/>
          <a:ln w="0">
            <a:noFill/>
          </a:ln>
        </p:spPr>
        <p:txBody>
          <a:bodyPr lIns="0" rIns="0" tIns="0" bIns="0" anchor="t">
            <a:noAutofit/>
          </a:bodyPr>
          <a:p>
            <a:r>
              <a:rPr b="0" lang="en-US" sz="2350" spc="-1" strike="noStrike">
                <a:solidFill>
                  <a:srgbClr val="000000"/>
                </a:solidFill>
                <a:latin typeface="Noto Sans"/>
              </a:rPr>
              <a:t>dgm_marburg_10m.tif</a:t>
            </a:r>
            <a:endParaRPr b="0" lang="en-US" sz="2350" spc="-1" strike="noStrike">
              <a:solidFill>
                <a:srgbClr val="000000"/>
              </a:solidFill>
              <a:latin typeface="Arial"/>
            </a:endParaRPr>
          </a:p>
          <a:p>
            <a:r>
              <a:rPr b="0" lang="en-US" sz="2350" spc="-1" strike="noStrike">
                <a:solidFill>
                  <a:srgbClr val="000000"/>
                </a:solidFill>
                <a:latin typeface="Noto Sans"/>
              </a:rPr>
              <a:t>10 m · EPSG:25832</a:t>
            </a:r>
            <a:endParaRPr b="0" lang="en-US" sz="2350" spc="-1" strike="noStrike">
              <a:solidFill>
                <a:srgbClr val="000000"/>
              </a:solidFill>
              <a:latin typeface="Arial"/>
            </a:endParaRPr>
          </a:p>
        </p:txBody>
      </p:sp>
      <p:sp>
        <p:nvSpPr>
          <p:cNvPr id="445" name=""/>
          <p:cNvSpPr/>
          <p:nvPr/>
        </p:nvSpPr>
        <p:spPr>
          <a:xfrm>
            <a:off x="6858000" y="2171880"/>
            <a:ext cx="4267080" cy="22860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46" name=""/>
          <p:cNvSpPr/>
          <p:nvPr/>
        </p:nvSpPr>
        <p:spPr>
          <a:xfrm>
            <a:off x="6858000" y="2171880"/>
            <a:ext cx="53280" cy="228600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47" name=""/>
          <p:cNvSpPr txBox="1"/>
          <p:nvPr/>
        </p:nvSpPr>
        <p:spPr>
          <a:xfrm>
            <a:off x="7063920" y="2354760"/>
            <a:ext cx="3855600" cy="647640"/>
          </a:xfrm>
          <a:prstGeom prst="rect">
            <a:avLst/>
          </a:prstGeom>
          <a:noFill/>
          <a:ln w="0">
            <a:noFill/>
          </a:ln>
        </p:spPr>
        <p:txBody>
          <a:bodyPr lIns="0" rIns="0" tIns="0" bIns="0" anchor="t">
            <a:noAutofit/>
          </a:bodyPr>
          <a:p>
            <a:r>
              <a:rPr b="1" lang="en-US" sz="2540" spc="-1" strike="noStrike">
                <a:solidFill>
                  <a:srgbClr val="a32123"/>
                </a:solidFill>
                <a:latin typeface="Noto Sans"/>
              </a:rPr>
              <a:t>Punkte</a:t>
            </a:r>
            <a:endParaRPr b="0" lang="en-US" sz="2540" spc="-1" strike="noStrike">
              <a:solidFill>
                <a:srgbClr val="000000"/>
              </a:solidFill>
              <a:latin typeface="Arial"/>
            </a:endParaRPr>
          </a:p>
        </p:txBody>
      </p:sp>
      <p:sp>
        <p:nvSpPr>
          <p:cNvPr id="448" name=""/>
          <p:cNvSpPr txBox="1"/>
          <p:nvPr/>
        </p:nvSpPr>
        <p:spPr>
          <a:xfrm>
            <a:off x="7063920" y="3116520"/>
            <a:ext cx="3855600" cy="1203840"/>
          </a:xfrm>
          <a:prstGeom prst="rect">
            <a:avLst/>
          </a:prstGeom>
          <a:noFill/>
          <a:ln w="0">
            <a:noFill/>
          </a:ln>
        </p:spPr>
        <p:txBody>
          <a:bodyPr lIns="0" rIns="0" tIns="0" bIns="0" anchor="t">
            <a:noAutofit/>
          </a:bodyPr>
          <a:p>
            <a:r>
              <a:rPr b="0" lang="en-US" sz="2350" spc="-1" strike="noStrike">
                <a:solidFill>
                  <a:srgbClr val="000000"/>
                </a:solidFill>
                <a:latin typeface="Noto Sans"/>
              </a:rPr>
              <a:t>gbif_checked</a:t>
            </a:r>
            <a:endParaRPr b="0" lang="en-US" sz="2350" spc="-1" strike="noStrike">
              <a:solidFill>
                <a:srgbClr val="000000"/>
              </a:solidFill>
              <a:latin typeface="Arial"/>
            </a:endParaRPr>
          </a:p>
          <a:p>
            <a:r>
              <a:rPr b="0" lang="en-US" sz="2350" spc="-1" strike="noStrike">
                <a:solidFill>
                  <a:srgbClr val="000000"/>
                </a:solidFill>
                <a:latin typeface="Noto Sans"/>
              </a:rPr>
              <a:t>56 · EPSG:25832</a:t>
            </a:r>
            <a:endParaRPr b="0" lang="en-US" sz="2350" spc="-1" strike="noStrike">
              <a:solidFill>
                <a:srgbClr val="000000"/>
              </a:solidFill>
              <a:latin typeface="Arial"/>
            </a:endParaRPr>
          </a:p>
        </p:txBody>
      </p:sp>
      <p:sp>
        <p:nvSpPr>
          <p:cNvPr id="449"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50" name=""/>
          <p:cNvSpPr txBox="1"/>
          <p:nvPr/>
        </p:nvSpPr>
        <p:spPr>
          <a:xfrm>
            <a:off x="838080" y="5623560"/>
            <a:ext cx="10515600" cy="442080"/>
          </a:xfrm>
          <a:prstGeom prst="rect">
            <a:avLst/>
          </a:prstGeom>
          <a:noFill/>
          <a:ln w="0">
            <a:noFill/>
          </a:ln>
        </p:spPr>
        <p:txBody>
          <a:bodyPr lIns="0" rIns="0" tIns="0" bIns="0" anchor="t">
            <a:noAutofit/>
          </a:bodyPr>
          <a:p>
            <a:r>
              <a:rPr b="1" lang="en-US" sz="2070" spc="-1" strike="noStrike">
                <a:solidFill>
                  <a:srgbClr val="004899"/>
                </a:solidFill>
                <a:latin typeface="Noto Sans"/>
              </a:rPr>
              <a:t>Nicht verwenden: gbif_in_schutzgebieten mit nur vier Punkten aus Unit 12.</a:t>
            </a:r>
            <a:endParaRPr b="0" lang="en-US" sz="20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1"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Werkzeug „Rasterwerte abtasten“ einstellen</a:t>
            </a:r>
            <a:endParaRPr b="0" lang="en-US" sz="3190" spc="-1" strike="noStrike">
              <a:solidFill>
                <a:srgbClr val="000000"/>
              </a:solidFill>
              <a:latin typeface="Arial"/>
            </a:endParaRPr>
          </a:p>
        </p:txBody>
      </p:sp>
      <p:sp>
        <p:nvSpPr>
          <p:cNvPr id="452"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ABTASTEN · PARAMETER</a:t>
            </a:r>
            <a:endParaRPr b="0" lang="en-US" sz="1130" spc="-1" strike="noStrike">
              <a:solidFill>
                <a:srgbClr val="000000"/>
              </a:solidFill>
              <a:latin typeface="Arial"/>
            </a:endParaRPr>
          </a:p>
        </p:txBody>
      </p:sp>
      <p:sp>
        <p:nvSpPr>
          <p:cNvPr id="453"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13</a:t>
            </a:r>
            <a:endParaRPr b="0" lang="en-US" sz="939" spc="-1" strike="noStrike">
              <a:solidFill>
                <a:srgbClr val="000000"/>
              </a:solidFill>
              <a:latin typeface="Arial"/>
            </a:endParaRPr>
          </a:p>
        </p:txBody>
      </p:sp>
      <p:sp>
        <p:nvSpPr>
          <p:cNvPr id="454"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22</a:t>
            </a:r>
            <a:endParaRPr b="0" lang="en-US" sz="939" spc="-1" strike="noStrike">
              <a:solidFill>
                <a:srgbClr val="000000"/>
              </a:solidFill>
              <a:latin typeface="Arial"/>
            </a:endParaRPr>
          </a:p>
        </p:txBody>
      </p:sp>
      <p:sp>
        <p:nvSpPr>
          <p:cNvPr id="455" name=""/>
          <p:cNvSpPr/>
          <p:nvPr/>
        </p:nvSpPr>
        <p:spPr>
          <a:xfrm>
            <a:off x="647640" y="1752480"/>
            <a:ext cx="3939480" cy="64764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56" name=""/>
          <p:cNvSpPr txBox="1"/>
          <p:nvPr/>
        </p:nvSpPr>
        <p:spPr>
          <a:xfrm>
            <a:off x="784800" y="1882080"/>
            <a:ext cx="3688200" cy="518040"/>
          </a:xfrm>
          <a:prstGeom prst="rect">
            <a:avLst/>
          </a:prstGeom>
          <a:noFill/>
          <a:ln w="0">
            <a:noFill/>
          </a:ln>
        </p:spPr>
        <p:txBody>
          <a:bodyPr lIns="0" rIns="0" tIns="0" bIns="0" anchor="t">
            <a:noAutofit/>
          </a:bodyPr>
          <a:p>
            <a:r>
              <a:rPr b="1" lang="en-US" sz="2070" spc="-1" strike="noStrike">
                <a:solidFill>
                  <a:srgbClr val="ffffff"/>
                </a:solidFill>
                <a:latin typeface="Noto Sans"/>
              </a:rPr>
              <a:t>Parameter</a:t>
            </a:r>
            <a:endParaRPr b="0" lang="en-US" sz="2070" spc="-1" strike="noStrike">
              <a:solidFill>
                <a:srgbClr val="000000"/>
              </a:solidFill>
              <a:latin typeface="Arial"/>
            </a:endParaRPr>
          </a:p>
        </p:txBody>
      </p:sp>
      <p:sp>
        <p:nvSpPr>
          <p:cNvPr id="457" name=""/>
          <p:cNvSpPr/>
          <p:nvPr/>
        </p:nvSpPr>
        <p:spPr>
          <a:xfrm>
            <a:off x="4610160" y="1752480"/>
            <a:ext cx="6911280" cy="64764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58" name=""/>
          <p:cNvSpPr txBox="1"/>
          <p:nvPr/>
        </p:nvSpPr>
        <p:spPr>
          <a:xfrm>
            <a:off x="4747320" y="1882080"/>
            <a:ext cx="6660000" cy="518040"/>
          </a:xfrm>
          <a:prstGeom prst="rect">
            <a:avLst/>
          </a:prstGeom>
          <a:noFill/>
          <a:ln w="0">
            <a:noFill/>
          </a:ln>
        </p:spPr>
        <p:txBody>
          <a:bodyPr lIns="0" rIns="0" tIns="0" bIns="0" anchor="t">
            <a:noAutofit/>
          </a:bodyPr>
          <a:p>
            <a:r>
              <a:rPr b="1" lang="en-US" sz="2070" spc="-1" strike="noStrike">
                <a:solidFill>
                  <a:srgbClr val="ffffff"/>
                </a:solidFill>
                <a:latin typeface="Noto Sans"/>
              </a:rPr>
              <a:t>Wert</a:t>
            </a:r>
            <a:endParaRPr b="0" lang="en-US" sz="2070" spc="-1" strike="noStrike">
              <a:solidFill>
                <a:srgbClr val="000000"/>
              </a:solidFill>
              <a:latin typeface="Arial"/>
            </a:endParaRPr>
          </a:p>
        </p:txBody>
      </p:sp>
      <p:sp>
        <p:nvSpPr>
          <p:cNvPr id="459" name=""/>
          <p:cNvSpPr/>
          <p:nvPr/>
        </p:nvSpPr>
        <p:spPr>
          <a:xfrm>
            <a:off x="647640" y="2423160"/>
            <a:ext cx="3939480" cy="6476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60" name=""/>
          <p:cNvSpPr txBox="1"/>
          <p:nvPr/>
        </p:nvSpPr>
        <p:spPr>
          <a:xfrm>
            <a:off x="784800" y="2552760"/>
            <a:ext cx="3688200" cy="518040"/>
          </a:xfrm>
          <a:prstGeom prst="rect">
            <a:avLst/>
          </a:prstGeom>
          <a:noFill/>
          <a:ln w="0">
            <a:noFill/>
          </a:ln>
        </p:spPr>
        <p:txBody>
          <a:bodyPr lIns="0" rIns="0" tIns="0" bIns="0" anchor="t">
            <a:noAutofit/>
          </a:bodyPr>
          <a:p>
            <a:r>
              <a:rPr b="0" lang="en-US" sz="2070" spc="-1" strike="noStrike">
                <a:solidFill>
                  <a:srgbClr val="000000"/>
                </a:solidFill>
                <a:latin typeface="Noto Sans"/>
              </a:rPr>
              <a:t>Eingabepunkte</a:t>
            </a:r>
            <a:endParaRPr b="0" lang="en-US" sz="2070" spc="-1" strike="noStrike">
              <a:solidFill>
                <a:srgbClr val="000000"/>
              </a:solidFill>
              <a:latin typeface="Arial"/>
            </a:endParaRPr>
          </a:p>
        </p:txBody>
      </p:sp>
      <p:sp>
        <p:nvSpPr>
          <p:cNvPr id="461" name=""/>
          <p:cNvSpPr/>
          <p:nvPr/>
        </p:nvSpPr>
        <p:spPr>
          <a:xfrm>
            <a:off x="4610160" y="2423160"/>
            <a:ext cx="6911280" cy="6476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62" name=""/>
          <p:cNvSpPr txBox="1"/>
          <p:nvPr/>
        </p:nvSpPr>
        <p:spPr>
          <a:xfrm>
            <a:off x="4747320" y="2552760"/>
            <a:ext cx="6660000" cy="518040"/>
          </a:xfrm>
          <a:prstGeom prst="rect">
            <a:avLst/>
          </a:prstGeom>
          <a:noFill/>
          <a:ln w="0">
            <a:noFill/>
          </a:ln>
        </p:spPr>
        <p:txBody>
          <a:bodyPr lIns="0" rIns="0" tIns="0" bIns="0" anchor="t">
            <a:noAutofit/>
          </a:bodyPr>
          <a:p>
            <a:r>
              <a:rPr b="0" lang="en-US" sz="2070" spc="-1" strike="noStrike">
                <a:solidFill>
                  <a:srgbClr val="000000"/>
                </a:solidFill>
                <a:latin typeface="Noto Sans"/>
              </a:rPr>
              <a:t>gbif_checked · 56 Features</a:t>
            </a:r>
            <a:endParaRPr b="0" lang="en-US" sz="2070" spc="-1" strike="noStrike">
              <a:solidFill>
                <a:srgbClr val="000000"/>
              </a:solidFill>
              <a:latin typeface="Arial"/>
            </a:endParaRPr>
          </a:p>
        </p:txBody>
      </p:sp>
      <p:sp>
        <p:nvSpPr>
          <p:cNvPr id="463" name=""/>
          <p:cNvSpPr/>
          <p:nvPr/>
        </p:nvSpPr>
        <p:spPr>
          <a:xfrm>
            <a:off x="647640" y="3093840"/>
            <a:ext cx="3939480" cy="64764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64" name=""/>
          <p:cNvSpPr txBox="1"/>
          <p:nvPr/>
        </p:nvSpPr>
        <p:spPr>
          <a:xfrm>
            <a:off x="784800" y="3223440"/>
            <a:ext cx="3688200" cy="518040"/>
          </a:xfrm>
          <a:prstGeom prst="rect">
            <a:avLst/>
          </a:prstGeom>
          <a:noFill/>
          <a:ln w="0">
            <a:noFill/>
          </a:ln>
        </p:spPr>
        <p:txBody>
          <a:bodyPr lIns="0" rIns="0" tIns="0" bIns="0" anchor="t">
            <a:noAutofit/>
          </a:bodyPr>
          <a:p>
            <a:r>
              <a:rPr b="0" lang="en-US" sz="2070" spc="-1" strike="noStrike">
                <a:solidFill>
                  <a:srgbClr val="000000"/>
                </a:solidFill>
                <a:latin typeface="Noto Sans"/>
              </a:rPr>
              <a:t>Rasterlayer</a:t>
            </a:r>
            <a:endParaRPr b="0" lang="en-US" sz="2070" spc="-1" strike="noStrike">
              <a:solidFill>
                <a:srgbClr val="000000"/>
              </a:solidFill>
              <a:latin typeface="Arial"/>
            </a:endParaRPr>
          </a:p>
        </p:txBody>
      </p:sp>
      <p:sp>
        <p:nvSpPr>
          <p:cNvPr id="465" name=""/>
          <p:cNvSpPr/>
          <p:nvPr/>
        </p:nvSpPr>
        <p:spPr>
          <a:xfrm>
            <a:off x="4610160" y="3093840"/>
            <a:ext cx="6911280" cy="64764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66" name=""/>
          <p:cNvSpPr txBox="1"/>
          <p:nvPr/>
        </p:nvSpPr>
        <p:spPr>
          <a:xfrm>
            <a:off x="4747320" y="3223440"/>
            <a:ext cx="6660000" cy="518040"/>
          </a:xfrm>
          <a:prstGeom prst="rect">
            <a:avLst/>
          </a:prstGeom>
          <a:noFill/>
          <a:ln w="0">
            <a:noFill/>
          </a:ln>
        </p:spPr>
        <p:txBody>
          <a:bodyPr lIns="0" rIns="0" tIns="0" bIns="0" anchor="t">
            <a:noAutofit/>
          </a:bodyPr>
          <a:p>
            <a:r>
              <a:rPr b="0" lang="en-US" sz="2070" spc="-1" strike="noStrike">
                <a:solidFill>
                  <a:srgbClr val="000000"/>
                </a:solidFill>
                <a:latin typeface="Noto Sans"/>
              </a:rPr>
              <a:t>dgm_marburg_10m.tif · Band 1</a:t>
            </a:r>
            <a:endParaRPr b="0" lang="en-US" sz="2070" spc="-1" strike="noStrike">
              <a:solidFill>
                <a:srgbClr val="000000"/>
              </a:solidFill>
              <a:latin typeface="Arial"/>
            </a:endParaRPr>
          </a:p>
        </p:txBody>
      </p:sp>
      <p:sp>
        <p:nvSpPr>
          <p:cNvPr id="467" name=""/>
          <p:cNvSpPr/>
          <p:nvPr/>
        </p:nvSpPr>
        <p:spPr>
          <a:xfrm>
            <a:off x="647640" y="3764160"/>
            <a:ext cx="3939480" cy="6476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68" name=""/>
          <p:cNvSpPr txBox="1"/>
          <p:nvPr/>
        </p:nvSpPr>
        <p:spPr>
          <a:xfrm>
            <a:off x="784800" y="3893760"/>
            <a:ext cx="3688200" cy="518040"/>
          </a:xfrm>
          <a:prstGeom prst="rect">
            <a:avLst/>
          </a:prstGeom>
          <a:noFill/>
          <a:ln w="0">
            <a:noFill/>
          </a:ln>
        </p:spPr>
        <p:txBody>
          <a:bodyPr lIns="0" rIns="0" tIns="0" bIns="0" anchor="t">
            <a:noAutofit/>
          </a:bodyPr>
          <a:p>
            <a:r>
              <a:rPr b="0" lang="en-US" sz="2070" spc="-1" strike="noStrike">
                <a:solidFill>
                  <a:srgbClr val="000000"/>
                </a:solidFill>
                <a:latin typeface="Noto Sans"/>
              </a:rPr>
              <a:t>Spaltenpräfix</a:t>
            </a:r>
            <a:endParaRPr b="0" lang="en-US" sz="2070" spc="-1" strike="noStrike">
              <a:solidFill>
                <a:srgbClr val="000000"/>
              </a:solidFill>
              <a:latin typeface="Arial"/>
            </a:endParaRPr>
          </a:p>
        </p:txBody>
      </p:sp>
      <p:sp>
        <p:nvSpPr>
          <p:cNvPr id="469" name=""/>
          <p:cNvSpPr/>
          <p:nvPr/>
        </p:nvSpPr>
        <p:spPr>
          <a:xfrm>
            <a:off x="4610160" y="3764160"/>
            <a:ext cx="6911280" cy="6476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70" name=""/>
          <p:cNvSpPr txBox="1"/>
          <p:nvPr/>
        </p:nvSpPr>
        <p:spPr>
          <a:xfrm>
            <a:off x="4747320" y="3893760"/>
            <a:ext cx="6660000" cy="518040"/>
          </a:xfrm>
          <a:prstGeom prst="rect">
            <a:avLst/>
          </a:prstGeom>
          <a:noFill/>
          <a:ln w="0">
            <a:noFill/>
          </a:ln>
        </p:spPr>
        <p:txBody>
          <a:bodyPr lIns="0" rIns="0" tIns="0" bIns="0" anchor="t">
            <a:noAutofit/>
          </a:bodyPr>
          <a:p>
            <a:r>
              <a:rPr b="0" lang="en-US" sz="2070" spc="-1" strike="noStrike">
                <a:solidFill>
                  <a:srgbClr val="000000"/>
                </a:solidFill>
                <a:latin typeface="Noto Sans"/>
              </a:rPr>
              <a:t>hoehe_</a:t>
            </a:r>
            <a:endParaRPr b="0" lang="en-US" sz="2070" spc="-1" strike="noStrike">
              <a:solidFill>
                <a:srgbClr val="000000"/>
              </a:solidFill>
              <a:latin typeface="Arial"/>
            </a:endParaRPr>
          </a:p>
        </p:txBody>
      </p:sp>
      <p:sp>
        <p:nvSpPr>
          <p:cNvPr id="471" name=""/>
          <p:cNvSpPr/>
          <p:nvPr/>
        </p:nvSpPr>
        <p:spPr>
          <a:xfrm>
            <a:off x="647640" y="4434840"/>
            <a:ext cx="3939480" cy="64764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72" name=""/>
          <p:cNvSpPr txBox="1"/>
          <p:nvPr/>
        </p:nvSpPr>
        <p:spPr>
          <a:xfrm>
            <a:off x="784800" y="4564440"/>
            <a:ext cx="3688200" cy="518040"/>
          </a:xfrm>
          <a:prstGeom prst="rect">
            <a:avLst/>
          </a:prstGeom>
          <a:noFill/>
          <a:ln w="0">
            <a:noFill/>
          </a:ln>
        </p:spPr>
        <p:txBody>
          <a:bodyPr lIns="0" rIns="0" tIns="0" bIns="0" anchor="t">
            <a:noAutofit/>
          </a:bodyPr>
          <a:p>
            <a:r>
              <a:rPr b="0" lang="en-US" sz="2070" spc="-1" strike="noStrike">
                <a:solidFill>
                  <a:srgbClr val="000000"/>
                </a:solidFill>
                <a:latin typeface="Noto Sans"/>
              </a:rPr>
              <a:t>Ausgabe</a:t>
            </a:r>
            <a:endParaRPr b="0" lang="en-US" sz="2070" spc="-1" strike="noStrike">
              <a:solidFill>
                <a:srgbClr val="000000"/>
              </a:solidFill>
              <a:latin typeface="Arial"/>
            </a:endParaRPr>
          </a:p>
        </p:txBody>
      </p:sp>
      <p:sp>
        <p:nvSpPr>
          <p:cNvPr id="473" name=""/>
          <p:cNvSpPr/>
          <p:nvPr/>
        </p:nvSpPr>
        <p:spPr>
          <a:xfrm>
            <a:off x="4610160" y="4434840"/>
            <a:ext cx="6911280" cy="64764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74" name=""/>
          <p:cNvSpPr txBox="1"/>
          <p:nvPr/>
        </p:nvSpPr>
        <p:spPr>
          <a:xfrm>
            <a:off x="4747320" y="4564440"/>
            <a:ext cx="6660000" cy="518040"/>
          </a:xfrm>
          <a:prstGeom prst="rect">
            <a:avLst/>
          </a:prstGeom>
          <a:noFill/>
          <a:ln w="0">
            <a:noFill/>
          </a:ln>
        </p:spPr>
        <p:txBody>
          <a:bodyPr lIns="0" rIns="0" tIns="0" bIns="0" anchor="t">
            <a:noAutofit/>
          </a:bodyPr>
          <a:p>
            <a:r>
              <a:rPr b="0" lang="en-US" sz="2070" spc="-1" strike="noStrike">
                <a:solidFill>
                  <a:srgbClr val="000000"/>
                </a:solidFill>
                <a:latin typeface="Noto Sans"/>
              </a:rPr>
              <a:t>data_output/unit13_results.gpkg</a:t>
            </a:r>
            <a:endParaRPr b="0" lang="en-US" sz="2070" spc="-1" strike="noStrike">
              <a:solidFill>
                <a:srgbClr val="000000"/>
              </a:solidFill>
              <a:latin typeface="Arial"/>
            </a:endParaRPr>
          </a:p>
        </p:txBody>
      </p:sp>
      <p:sp>
        <p:nvSpPr>
          <p:cNvPr id="475" name=""/>
          <p:cNvSpPr/>
          <p:nvPr/>
        </p:nvSpPr>
        <p:spPr>
          <a:xfrm>
            <a:off x="647640" y="5105520"/>
            <a:ext cx="3939480" cy="6476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76" name=""/>
          <p:cNvSpPr txBox="1"/>
          <p:nvPr/>
        </p:nvSpPr>
        <p:spPr>
          <a:xfrm>
            <a:off x="784800" y="5235120"/>
            <a:ext cx="3688200" cy="518040"/>
          </a:xfrm>
          <a:prstGeom prst="rect">
            <a:avLst/>
          </a:prstGeom>
          <a:noFill/>
          <a:ln w="0">
            <a:noFill/>
          </a:ln>
        </p:spPr>
        <p:txBody>
          <a:bodyPr lIns="0" rIns="0" tIns="0" bIns="0" anchor="t">
            <a:noAutofit/>
          </a:bodyPr>
          <a:p>
            <a:r>
              <a:rPr b="0" lang="en-US" sz="2070" spc="-1" strike="noStrike">
                <a:solidFill>
                  <a:srgbClr val="000000"/>
                </a:solidFill>
                <a:latin typeface="Noto Sans"/>
              </a:rPr>
              <a:t>Layername</a:t>
            </a:r>
            <a:endParaRPr b="0" lang="en-US" sz="2070" spc="-1" strike="noStrike">
              <a:solidFill>
                <a:srgbClr val="000000"/>
              </a:solidFill>
              <a:latin typeface="Arial"/>
            </a:endParaRPr>
          </a:p>
        </p:txBody>
      </p:sp>
      <p:sp>
        <p:nvSpPr>
          <p:cNvPr id="477" name=""/>
          <p:cNvSpPr/>
          <p:nvPr/>
        </p:nvSpPr>
        <p:spPr>
          <a:xfrm>
            <a:off x="4610160" y="5105520"/>
            <a:ext cx="6911280" cy="6476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78" name=""/>
          <p:cNvSpPr txBox="1"/>
          <p:nvPr/>
        </p:nvSpPr>
        <p:spPr>
          <a:xfrm>
            <a:off x="4747320" y="5235120"/>
            <a:ext cx="6660000" cy="518040"/>
          </a:xfrm>
          <a:prstGeom prst="rect">
            <a:avLst/>
          </a:prstGeom>
          <a:noFill/>
          <a:ln w="0">
            <a:noFill/>
          </a:ln>
        </p:spPr>
        <p:txBody>
          <a:bodyPr lIns="0" rIns="0" tIns="0" bIns="0" anchor="t">
            <a:noAutofit/>
          </a:bodyPr>
          <a:p>
            <a:r>
              <a:rPr b="0" lang="en-US" sz="2070" spc="-1" strike="noStrike">
                <a:solidFill>
                  <a:srgbClr val="000000"/>
                </a:solidFill>
                <a:latin typeface="Noto Sans"/>
              </a:rPr>
              <a:t>gbif_mit_hoehe</a:t>
            </a:r>
            <a:endParaRPr b="0" lang="en-US" sz="2070" spc="-1" strike="noStrike">
              <a:solidFill>
                <a:srgbClr val="000000"/>
              </a:solidFill>
              <a:latin typeface="Arial"/>
            </a:endParaRPr>
          </a:p>
        </p:txBody>
      </p:sp>
      <p:sp>
        <p:nvSpPr>
          <p:cNvPr id="479"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80" name=""/>
          <p:cNvSpPr txBox="1"/>
          <p:nvPr/>
        </p:nvSpPr>
        <p:spPr>
          <a:xfrm>
            <a:off x="838080" y="5623560"/>
            <a:ext cx="10515600" cy="442080"/>
          </a:xfrm>
          <a:prstGeom prst="rect">
            <a:avLst/>
          </a:prstGeom>
          <a:noFill/>
          <a:ln w="0">
            <a:noFill/>
          </a:ln>
        </p:spPr>
        <p:txBody>
          <a:bodyPr lIns="0" rIns="0" tIns="0" bIns="0" anchor="t">
            <a:noAutofit/>
          </a:bodyPr>
          <a:p>
            <a:r>
              <a:rPr b="1" lang="en-US" sz="1979" spc="-1" strike="noStrike">
                <a:solidFill>
                  <a:srgbClr val="004899"/>
                </a:solidFill>
                <a:latin typeface="Noto Sans"/>
              </a:rPr>
              <a:t>Das Werkzeug verschiebt keine Punkte – es ergänzt einen Zellwert als Attribut.</a:t>
            </a:r>
            <a:endParaRPr b="0" lang="en-US" sz="197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1"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Der getroffene Zellwert wird zum Attribut</a:t>
            </a:r>
            <a:endParaRPr b="0" lang="en-US" sz="3190" spc="-1" strike="noStrike">
              <a:solidFill>
                <a:srgbClr val="000000"/>
              </a:solidFill>
              <a:latin typeface="Arial"/>
            </a:endParaRPr>
          </a:p>
        </p:txBody>
      </p:sp>
      <p:sp>
        <p:nvSpPr>
          <p:cNvPr id="482"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ABTASTEN · ARBEITSLOGIK</a:t>
            </a:r>
            <a:endParaRPr b="0" lang="en-US" sz="1130" spc="-1" strike="noStrike">
              <a:solidFill>
                <a:srgbClr val="000000"/>
              </a:solidFill>
              <a:latin typeface="Arial"/>
            </a:endParaRPr>
          </a:p>
        </p:txBody>
      </p:sp>
      <p:sp>
        <p:nvSpPr>
          <p:cNvPr id="483"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13</a:t>
            </a:r>
            <a:endParaRPr b="0" lang="en-US" sz="939" spc="-1" strike="noStrike">
              <a:solidFill>
                <a:srgbClr val="000000"/>
              </a:solidFill>
              <a:latin typeface="Arial"/>
            </a:endParaRPr>
          </a:p>
        </p:txBody>
      </p:sp>
      <p:sp>
        <p:nvSpPr>
          <p:cNvPr id="484"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23</a:t>
            </a:r>
            <a:endParaRPr b="0" lang="en-US" sz="939" spc="-1" strike="noStrike">
              <a:solidFill>
                <a:srgbClr val="000000"/>
              </a:solidFill>
              <a:latin typeface="Arial"/>
            </a:endParaRPr>
          </a:p>
        </p:txBody>
      </p:sp>
      <p:pic>
        <p:nvPicPr>
          <p:cNvPr id="485" name="" descr="Ein Höhenraster besteht aus Zellen mit Werten. Ein Beobachtungspunkt liegt in der Zelle mit dem sichtbaren Wert 228 und übernimmt diesen Wert als Attribut hoehe_m."/>
          <p:cNvPicPr/>
          <p:nvPr/>
        </p:nvPicPr>
        <p:blipFill>
          <a:blip r:embed="rId1">
            <a:extLst>
              <a:ext uri="{96DAC541-7B7A-43D3-8B79-37D633B846F1}">
                <asvg:svgBlip xmlns:asvg="http://schemas.microsoft.com/office/drawing/2016/SVG/main" r:embed="rId2"/>
              </a:ext>
            </a:extLst>
          </a:blip>
          <a:stretch/>
        </p:blipFill>
        <p:spPr>
          <a:xfrm>
            <a:off x="1523880" y="1676520"/>
            <a:ext cx="9144000" cy="4114800"/>
          </a:xfrm>
          <a:prstGeom prst="rect">
            <a:avLst/>
          </a:prstGeom>
          <a:ln w="0">
            <a:noFill/>
          </a:ln>
        </p:spPr>
      </p:pic>
      <p:sp>
        <p:nvSpPr>
          <p:cNvPr id="486"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87" name=""/>
          <p:cNvSpPr txBox="1"/>
          <p:nvPr/>
        </p:nvSpPr>
        <p:spPr>
          <a:xfrm>
            <a:off x="838080" y="5623560"/>
            <a:ext cx="10515600" cy="442080"/>
          </a:xfrm>
          <a:prstGeom prst="rect">
            <a:avLst/>
          </a:prstGeom>
          <a:noFill/>
          <a:ln w="0">
            <a:noFill/>
          </a:ln>
        </p:spPr>
        <p:txBody>
          <a:bodyPr lIns="0" rIns="0" tIns="0" bIns="0" anchor="t">
            <a:noAutofit/>
          </a:bodyPr>
          <a:p>
            <a:r>
              <a:rPr b="1" lang="en-US" sz="2160" spc="-1" strike="noStrike">
                <a:solidFill>
                  <a:srgbClr val="004899"/>
                </a:solidFill>
                <a:latin typeface="Noto Sans"/>
              </a:rPr>
              <a:t>Punktposition + Rasterzelle → Zellwert in neuer Tabellenspalte</a:t>
            </a:r>
            <a:endParaRPr b="0" lang="en-US" sz="21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8"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QGIS erzeugt zunächst hoehe_1</a:t>
            </a:r>
            <a:endParaRPr b="0" lang="en-US" sz="3190" spc="-1" strike="noStrike">
              <a:solidFill>
                <a:srgbClr val="000000"/>
              </a:solidFill>
              <a:latin typeface="Arial"/>
            </a:endParaRPr>
          </a:p>
        </p:txBody>
      </p:sp>
      <p:sp>
        <p:nvSpPr>
          <p:cNvPr id="489"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ABTASTEN · ERGEBNISFELD</a:t>
            </a:r>
            <a:endParaRPr b="0" lang="en-US" sz="1130" spc="-1" strike="noStrike">
              <a:solidFill>
                <a:srgbClr val="000000"/>
              </a:solidFill>
              <a:latin typeface="Arial"/>
            </a:endParaRPr>
          </a:p>
        </p:txBody>
      </p:sp>
      <p:sp>
        <p:nvSpPr>
          <p:cNvPr id="490"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13</a:t>
            </a:r>
            <a:endParaRPr b="0" lang="en-US" sz="939" spc="-1" strike="noStrike">
              <a:solidFill>
                <a:srgbClr val="000000"/>
              </a:solidFill>
              <a:latin typeface="Arial"/>
            </a:endParaRPr>
          </a:p>
        </p:txBody>
      </p:sp>
      <p:sp>
        <p:nvSpPr>
          <p:cNvPr id="491"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24</a:t>
            </a:r>
            <a:endParaRPr b="0" lang="en-US" sz="939" spc="-1" strike="noStrike">
              <a:solidFill>
                <a:srgbClr val="000000"/>
              </a:solidFill>
              <a:latin typeface="Arial"/>
            </a:endParaRPr>
          </a:p>
        </p:txBody>
      </p:sp>
      <p:sp>
        <p:nvSpPr>
          <p:cNvPr id="492" name=""/>
          <p:cNvSpPr/>
          <p:nvPr/>
        </p:nvSpPr>
        <p:spPr>
          <a:xfrm>
            <a:off x="1066680" y="2171880"/>
            <a:ext cx="4267080" cy="22860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93" name=""/>
          <p:cNvSpPr/>
          <p:nvPr/>
        </p:nvSpPr>
        <p:spPr>
          <a:xfrm>
            <a:off x="1066680" y="2171880"/>
            <a:ext cx="53280" cy="228600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94" name=""/>
          <p:cNvSpPr txBox="1"/>
          <p:nvPr/>
        </p:nvSpPr>
        <p:spPr>
          <a:xfrm>
            <a:off x="1272600" y="2354760"/>
            <a:ext cx="3855600" cy="647640"/>
          </a:xfrm>
          <a:prstGeom prst="rect">
            <a:avLst/>
          </a:prstGeom>
          <a:noFill/>
          <a:ln w="0">
            <a:noFill/>
          </a:ln>
        </p:spPr>
        <p:txBody>
          <a:bodyPr lIns="0" rIns="0" tIns="0" bIns="0" anchor="t">
            <a:noAutofit/>
          </a:bodyPr>
          <a:p>
            <a:r>
              <a:rPr b="1" lang="en-US" sz="2540" spc="-1" strike="noStrike">
                <a:solidFill>
                  <a:srgbClr val="004899"/>
                </a:solidFill>
                <a:latin typeface="Noto Sans"/>
              </a:rPr>
              <a:t>Werkzeugausgabe</a:t>
            </a:r>
            <a:endParaRPr b="0" lang="en-US" sz="2540" spc="-1" strike="noStrike">
              <a:solidFill>
                <a:srgbClr val="000000"/>
              </a:solidFill>
              <a:latin typeface="Arial"/>
            </a:endParaRPr>
          </a:p>
        </p:txBody>
      </p:sp>
      <p:sp>
        <p:nvSpPr>
          <p:cNvPr id="495" name=""/>
          <p:cNvSpPr txBox="1"/>
          <p:nvPr/>
        </p:nvSpPr>
        <p:spPr>
          <a:xfrm>
            <a:off x="1272600" y="3116520"/>
            <a:ext cx="3855600" cy="1203840"/>
          </a:xfrm>
          <a:prstGeom prst="rect">
            <a:avLst/>
          </a:prstGeom>
          <a:noFill/>
          <a:ln w="0">
            <a:noFill/>
          </a:ln>
        </p:spPr>
        <p:txBody>
          <a:bodyPr lIns="0" rIns="0" tIns="0" bIns="0" anchor="t">
            <a:noAutofit/>
          </a:bodyPr>
          <a:p>
            <a:r>
              <a:rPr b="0" lang="en-US" sz="2630" spc="-1" strike="noStrike">
                <a:solidFill>
                  <a:srgbClr val="000000"/>
                </a:solidFill>
                <a:latin typeface="Noto Sans"/>
              </a:rPr>
              <a:t>hoehe_1</a:t>
            </a:r>
            <a:endParaRPr b="0" lang="en-US" sz="2630" spc="-1" strike="noStrike">
              <a:solidFill>
                <a:srgbClr val="000000"/>
              </a:solidFill>
              <a:latin typeface="Arial"/>
            </a:endParaRPr>
          </a:p>
          <a:p>
            <a:r>
              <a:rPr b="0" lang="en-US" sz="2630" spc="-1" strike="noStrike">
                <a:solidFill>
                  <a:srgbClr val="000000"/>
                </a:solidFill>
                <a:latin typeface="Noto Sans"/>
              </a:rPr>
              <a:t>Dezimalzahl</a:t>
            </a:r>
            <a:endParaRPr b="0" lang="en-US" sz="2630" spc="-1" strike="noStrike">
              <a:solidFill>
                <a:srgbClr val="000000"/>
              </a:solidFill>
              <a:latin typeface="Arial"/>
            </a:endParaRPr>
          </a:p>
        </p:txBody>
      </p:sp>
      <p:sp>
        <p:nvSpPr>
          <p:cNvPr id="496" name=""/>
          <p:cNvSpPr txBox="1"/>
          <p:nvPr/>
        </p:nvSpPr>
        <p:spPr>
          <a:xfrm>
            <a:off x="5448240" y="2857680"/>
            <a:ext cx="1295280" cy="762120"/>
          </a:xfrm>
          <a:prstGeom prst="rect">
            <a:avLst/>
          </a:prstGeom>
          <a:noFill/>
          <a:ln w="0">
            <a:noFill/>
          </a:ln>
        </p:spPr>
        <p:txBody>
          <a:bodyPr lIns="0" rIns="0" tIns="0" bIns="0" anchor="t">
            <a:noAutofit/>
          </a:bodyPr>
          <a:p>
            <a:pPr algn="ctr"/>
            <a:r>
              <a:rPr b="1" lang="en-US" sz="4510" spc="-1" strike="noStrike">
                <a:solidFill>
                  <a:srgbClr val="004899"/>
                </a:solidFill>
                <a:latin typeface="Noto Sans"/>
              </a:rPr>
              <a:t>→</a:t>
            </a:r>
            <a:endParaRPr b="0" lang="en-US" sz="4510" spc="-1" strike="noStrike">
              <a:solidFill>
                <a:srgbClr val="000000"/>
              </a:solidFill>
              <a:latin typeface="Arial"/>
            </a:endParaRPr>
          </a:p>
        </p:txBody>
      </p:sp>
      <p:sp>
        <p:nvSpPr>
          <p:cNvPr id="497" name=""/>
          <p:cNvSpPr/>
          <p:nvPr/>
        </p:nvSpPr>
        <p:spPr>
          <a:xfrm>
            <a:off x="6858000" y="2171880"/>
            <a:ext cx="4267080" cy="22860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498" name=""/>
          <p:cNvSpPr/>
          <p:nvPr/>
        </p:nvSpPr>
        <p:spPr>
          <a:xfrm>
            <a:off x="6858000" y="2171880"/>
            <a:ext cx="53280" cy="228600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99" name=""/>
          <p:cNvSpPr txBox="1"/>
          <p:nvPr/>
        </p:nvSpPr>
        <p:spPr>
          <a:xfrm>
            <a:off x="7063920" y="2354760"/>
            <a:ext cx="3855600" cy="647640"/>
          </a:xfrm>
          <a:prstGeom prst="rect">
            <a:avLst/>
          </a:prstGeom>
          <a:noFill/>
          <a:ln w="0">
            <a:noFill/>
          </a:ln>
        </p:spPr>
        <p:txBody>
          <a:bodyPr lIns="0" rIns="0" tIns="0" bIns="0" anchor="t">
            <a:noAutofit/>
          </a:bodyPr>
          <a:p>
            <a:r>
              <a:rPr b="1" lang="en-US" sz="2540" spc="-1" strike="noStrike">
                <a:solidFill>
                  <a:srgbClr val="a32123"/>
                </a:solidFill>
                <a:latin typeface="Noto Sans"/>
              </a:rPr>
              <a:t>Kursübergabe</a:t>
            </a:r>
            <a:endParaRPr b="0" lang="en-US" sz="2540" spc="-1" strike="noStrike">
              <a:solidFill>
                <a:srgbClr val="000000"/>
              </a:solidFill>
              <a:latin typeface="Arial"/>
            </a:endParaRPr>
          </a:p>
        </p:txBody>
      </p:sp>
      <p:sp>
        <p:nvSpPr>
          <p:cNvPr id="500" name=""/>
          <p:cNvSpPr txBox="1"/>
          <p:nvPr/>
        </p:nvSpPr>
        <p:spPr>
          <a:xfrm>
            <a:off x="7063920" y="3116520"/>
            <a:ext cx="3855600" cy="1203840"/>
          </a:xfrm>
          <a:prstGeom prst="rect">
            <a:avLst/>
          </a:prstGeom>
          <a:noFill/>
          <a:ln w="0">
            <a:noFill/>
          </a:ln>
        </p:spPr>
        <p:txBody>
          <a:bodyPr lIns="0" rIns="0" tIns="0" bIns="0" anchor="t">
            <a:noAutofit/>
          </a:bodyPr>
          <a:p>
            <a:r>
              <a:rPr b="0" lang="en-US" sz="2630" spc="-1" strike="noStrike">
                <a:solidFill>
                  <a:srgbClr val="000000"/>
                </a:solidFill>
                <a:latin typeface="Noto Sans"/>
              </a:rPr>
              <a:t>hoehe_m</a:t>
            </a:r>
            <a:endParaRPr b="0" lang="en-US" sz="2630" spc="-1" strike="noStrike">
              <a:solidFill>
                <a:srgbClr val="000000"/>
              </a:solidFill>
              <a:latin typeface="Arial"/>
            </a:endParaRPr>
          </a:p>
          <a:p>
            <a:r>
              <a:rPr b="0" lang="en-US" sz="2630" spc="-1" strike="noStrike">
                <a:solidFill>
                  <a:srgbClr val="000000"/>
                </a:solidFill>
                <a:latin typeface="Noto Sans"/>
              </a:rPr>
              <a:t>Dezimalzahl</a:t>
            </a:r>
            <a:endParaRPr b="0" lang="en-US" sz="2630" spc="-1" strike="noStrike">
              <a:solidFill>
                <a:srgbClr val="000000"/>
              </a:solidFill>
              <a:latin typeface="Arial"/>
            </a:endParaRPr>
          </a:p>
        </p:txBody>
      </p:sp>
      <p:sp>
        <p:nvSpPr>
          <p:cNvPr id="501"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02" name=""/>
          <p:cNvSpPr txBox="1"/>
          <p:nvPr/>
        </p:nvSpPr>
        <p:spPr>
          <a:xfrm>
            <a:off x="838080" y="5623560"/>
            <a:ext cx="10515600" cy="442080"/>
          </a:xfrm>
          <a:prstGeom prst="rect">
            <a:avLst/>
          </a:prstGeom>
          <a:noFill/>
          <a:ln w="0">
            <a:noFill/>
          </a:ln>
        </p:spPr>
        <p:txBody>
          <a:bodyPr lIns="0" rIns="0" tIns="0" bIns="0" anchor="t">
            <a:noAutofit/>
          </a:bodyPr>
          <a:p>
            <a:r>
              <a:rPr b="1" lang="en-US" sz="2070" spc="-1" strike="noStrike">
                <a:solidFill>
                  <a:srgbClr val="004899"/>
                </a:solidFill>
                <a:latin typeface="Noto Sans"/>
              </a:rPr>
              <a:t>Erst Feldname und Typ prüfen, dann kontrolliert umbenennen.</a:t>
            </a:r>
            <a:endParaRPr b="0" lang="en-US" sz="20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3"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Nur das Höhenfeld kontrolliert umbenennen</a:t>
            </a:r>
            <a:endParaRPr b="0" lang="en-US" sz="3190" spc="-1" strike="noStrike">
              <a:solidFill>
                <a:srgbClr val="000000"/>
              </a:solidFill>
              <a:latin typeface="Arial"/>
            </a:endParaRPr>
          </a:p>
        </p:txBody>
      </p:sp>
      <p:sp>
        <p:nvSpPr>
          <p:cNvPr id="504"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ABTASTEN · SCHEMA SICHERN</a:t>
            </a:r>
            <a:endParaRPr b="0" lang="en-US" sz="1130" spc="-1" strike="noStrike">
              <a:solidFill>
                <a:srgbClr val="000000"/>
              </a:solidFill>
              <a:latin typeface="Arial"/>
            </a:endParaRPr>
          </a:p>
        </p:txBody>
      </p:sp>
      <p:sp>
        <p:nvSpPr>
          <p:cNvPr id="505"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13</a:t>
            </a:r>
            <a:endParaRPr b="0" lang="en-US" sz="939" spc="-1" strike="noStrike">
              <a:solidFill>
                <a:srgbClr val="000000"/>
              </a:solidFill>
              <a:latin typeface="Arial"/>
            </a:endParaRPr>
          </a:p>
        </p:txBody>
      </p:sp>
      <p:sp>
        <p:nvSpPr>
          <p:cNvPr id="506"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25</a:t>
            </a:r>
            <a:endParaRPr b="0" lang="en-US" sz="939" spc="-1" strike="noStrike">
              <a:solidFill>
                <a:srgbClr val="000000"/>
              </a:solidFill>
              <a:latin typeface="Arial"/>
            </a:endParaRPr>
          </a:p>
        </p:txBody>
      </p:sp>
      <p:sp>
        <p:nvSpPr>
          <p:cNvPr id="507" name=""/>
          <p:cNvSpPr/>
          <p:nvPr/>
        </p:nvSpPr>
        <p:spPr>
          <a:xfrm>
            <a:off x="647640" y="186696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08" name=""/>
          <p:cNvSpPr txBox="1"/>
          <p:nvPr/>
        </p:nvSpPr>
        <p:spPr>
          <a:xfrm>
            <a:off x="647640" y="192780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1</a:t>
            </a:r>
            <a:endParaRPr b="0" lang="en-US" sz="2450" spc="-1" strike="noStrike">
              <a:solidFill>
                <a:srgbClr val="000000"/>
              </a:solidFill>
              <a:latin typeface="Arial"/>
            </a:endParaRPr>
          </a:p>
        </p:txBody>
      </p:sp>
      <p:sp>
        <p:nvSpPr>
          <p:cNvPr id="509" name=""/>
          <p:cNvSpPr txBox="1"/>
          <p:nvPr/>
        </p:nvSpPr>
        <p:spPr>
          <a:xfrm>
            <a:off x="1371600" y="186696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Felder überarbeiten</a:t>
            </a:r>
            <a:endParaRPr b="0" lang="en-US" sz="2720" spc="-1" strike="noStrike">
              <a:solidFill>
                <a:srgbClr val="000000"/>
              </a:solidFill>
              <a:latin typeface="Arial"/>
            </a:endParaRPr>
          </a:p>
        </p:txBody>
      </p:sp>
      <p:sp>
        <p:nvSpPr>
          <p:cNvPr id="510" name=""/>
          <p:cNvSpPr txBox="1"/>
          <p:nvPr/>
        </p:nvSpPr>
        <p:spPr>
          <a:xfrm>
            <a:off x="1371600" y="233928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gbif_mit_hoehe als Eingabelayer wählen.</a:t>
            </a:r>
            <a:endParaRPr b="0" lang="en-US" sz="2260" spc="-1" strike="noStrike">
              <a:solidFill>
                <a:srgbClr val="000000"/>
              </a:solidFill>
              <a:latin typeface="Arial"/>
            </a:endParaRPr>
          </a:p>
        </p:txBody>
      </p:sp>
      <p:sp>
        <p:nvSpPr>
          <p:cNvPr id="511" name=""/>
          <p:cNvSpPr/>
          <p:nvPr/>
        </p:nvSpPr>
        <p:spPr>
          <a:xfrm>
            <a:off x="647640" y="316224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12" name=""/>
          <p:cNvSpPr txBox="1"/>
          <p:nvPr/>
        </p:nvSpPr>
        <p:spPr>
          <a:xfrm>
            <a:off x="647640" y="322344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2</a:t>
            </a:r>
            <a:endParaRPr b="0" lang="en-US" sz="2450" spc="-1" strike="noStrike">
              <a:solidFill>
                <a:srgbClr val="000000"/>
              </a:solidFill>
              <a:latin typeface="Arial"/>
            </a:endParaRPr>
          </a:p>
        </p:txBody>
      </p:sp>
      <p:sp>
        <p:nvSpPr>
          <p:cNvPr id="513" name=""/>
          <p:cNvSpPr txBox="1"/>
          <p:nvPr/>
        </p:nvSpPr>
        <p:spPr>
          <a:xfrm>
            <a:off x="1371600" y="316224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Name und Typ</a:t>
            </a:r>
            <a:endParaRPr b="0" lang="en-US" sz="2720" spc="-1" strike="noStrike">
              <a:solidFill>
                <a:srgbClr val="000000"/>
              </a:solidFill>
              <a:latin typeface="Arial"/>
            </a:endParaRPr>
          </a:p>
        </p:txBody>
      </p:sp>
      <p:sp>
        <p:nvSpPr>
          <p:cNvPr id="514" name=""/>
          <p:cNvSpPr txBox="1"/>
          <p:nvPr/>
        </p:nvSpPr>
        <p:spPr>
          <a:xfrm>
            <a:off x="1371600" y="363492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hoehe_1 → hoehe_m · Dezimalzahl beibehalten.</a:t>
            </a:r>
            <a:endParaRPr b="0" lang="en-US" sz="2260" spc="-1" strike="noStrike">
              <a:solidFill>
                <a:srgbClr val="000000"/>
              </a:solidFill>
              <a:latin typeface="Arial"/>
            </a:endParaRPr>
          </a:p>
        </p:txBody>
      </p:sp>
      <p:sp>
        <p:nvSpPr>
          <p:cNvPr id="515" name=""/>
          <p:cNvSpPr/>
          <p:nvPr/>
        </p:nvSpPr>
        <p:spPr>
          <a:xfrm>
            <a:off x="647640" y="44578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16" name=""/>
          <p:cNvSpPr txBox="1"/>
          <p:nvPr/>
        </p:nvSpPr>
        <p:spPr>
          <a:xfrm>
            <a:off x="647640" y="451872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3</a:t>
            </a:r>
            <a:endParaRPr b="0" lang="en-US" sz="2450" spc="-1" strike="noStrike">
              <a:solidFill>
                <a:srgbClr val="000000"/>
              </a:solidFill>
              <a:latin typeface="Arial"/>
            </a:endParaRPr>
          </a:p>
        </p:txBody>
      </p:sp>
      <p:sp>
        <p:nvSpPr>
          <p:cNvPr id="517" name=""/>
          <p:cNvSpPr txBox="1"/>
          <p:nvPr/>
        </p:nvSpPr>
        <p:spPr>
          <a:xfrm>
            <a:off x="1371600" y="44578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Schema prüfen</a:t>
            </a:r>
            <a:endParaRPr b="0" lang="en-US" sz="2720" spc="-1" strike="noStrike">
              <a:solidFill>
                <a:srgbClr val="000000"/>
              </a:solidFill>
              <a:latin typeface="Arial"/>
            </a:endParaRPr>
          </a:p>
        </p:txBody>
      </p:sp>
      <p:sp>
        <p:nvSpPr>
          <p:cNvPr id="518" name=""/>
          <p:cNvSpPr txBox="1"/>
          <p:nvPr/>
        </p:nvSpPr>
        <p:spPr>
          <a:xfrm>
            <a:off x="1371600" y="493020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56 Features und alle ursprünglichen GBIF-Felder erhalten.</a:t>
            </a:r>
            <a:endParaRPr b="0" lang="en-US" sz="2260" spc="-1" strike="noStrike">
              <a:solidFill>
                <a:srgbClr val="000000"/>
              </a:solidFill>
              <a:latin typeface="Arial"/>
            </a:endParaRPr>
          </a:p>
        </p:txBody>
      </p:sp>
      <p:sp>
        <p:nvSpPr>
          <p:cNvPr id="519"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20" name=""/>
          <p:cNvSpPr txBox="1"/>
          <p:nvPr/>
        </p:nvSpPr>
        <p:spPr>
          <a:xfrm>
            <a:off x="838080" y="5623560"/>
            <a:ext cx="10515600" cy="442080"/>
          </a:xfrm>
          <a:prstGeom prst="rect">
            <a:avLst/>
          </a:prstGeom>
          <a:noFill/>
          <a:ln w="0">
            <a:noFill/>
          </a:ln>
        </p:spPr>
        <p:txBody>
          <a:bodyPr lIns="0" rIns="0" tIns="0" bIns="0" anchor="t">
            <a:noAutofit/>
          </a:bodyPr>
          <a:p>
            <a:r>
              <a:rPr b="1" lang="en-US" sz="2260" spc="-1" strike="noStrike">
                <a:solidFill>
                  <a:srgbClr val="004899"/>
                </a:solidFill>
                <a:latin typeface="Noto Sans"/>
              </a:rPr>
              <a:t>Verbindlicher Übergabename für Unit 14: hoehe_m</a:t>
            </a:r>
            <a:endParaRPr b="0" lang="en-US" sz="22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1"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Prüfwert: 35 Höhen und 21 NULL</a:t>
            </a:r>
            <a:endParaRPr b="0" lang="en-US" sz="3190" spc="-1" strike="noStrike">
              <a:solidFill>
                <a:srgbClr val="000000"/>
              </a:solidFill>
              <a:latin typeface="Arial"/>
            </a:endParaRPr>
          </a:p>
        </p:txBody>
      </p:sp>
      <p:sp>
        <p:nvSpPr>
          <p:cNvPr id="522"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ABTASTEN · GESAMTERGEBNIS</a:t>
            </a:r>
            <a:endParaRPr b="0" lang="en-US" sz="1130" spc="-1" strike="noStrike">
              <a:solidFill>
                <a:srgbClr val="000000"/>
              </a:solidFill>
              <a:latin typeface="Arial"/>
            </a:endParaRPr>
          </a:p>
        </p:txBody>
      </p:sp>
      <p:sp>
        <p:nvSpPr>
          <p:cNvPr id="523"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13</a:t>
            </a:r>
            <a:endParaRPr b="0" lang="en-US" sz="939" spc="-1" strike="noStrike">
              <a:solidFill>
                <a:srgbClr val="000000"/>
              </a:solidFill>
              <a:latin typeface="Arial"/>
            </a:endParaRPr>
          </a:p>
        </p:txBody>
      </p:sp>
      <p:sp>
        <p:nvSpPr>
          <p:cNvPr id="524"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26</a:t>
            </a:r>
            <a:endParaRPr b="0" lang="en-US" sz="939" spc="-1" strike="noStrike">
              <a:solidFill>
                <a:srgbClr val="000000"/>
              </a:solidFill>
              <a:latin typeface="Arial"/>
            </a:endParaRPr>
          </a:p>
        </p:txBody>
      </p:sp>
      <p:sp>
        <p:nvSpPr>
          <p:cNvPr id="525" name=""/>
          <p:cNvSpPr/>
          <p:nvPr/>
        </p:nvSpPr>
        <p:spPr>
          <a:xfrm>
            <a:off x="990720" y="2171880"/>
            <a:ext cx="4495680" cy="22860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26" name=""/>
          <p:cNvSpPr/>
          <p:nvPr/>
        </p:nvSpPr>
        <p:spPr>
          <a:xfrm>
            <a:off x="990720" y="2171880"/>
            <a:ext cx="53280" cy="228600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27" name=""/>
          <p:cNvSpPr txBox="1"/>
          <p:nvPr/>
        </p:nvSpPr>
        <p:spPr>
          <a:xfrm>
            <a:off x="1196280" y="2354760"/>
            <a:ext cx="4084200" cy="647640"/>
          </a:xfrm>
          <a:prstGeom prst="rect">
            <a:avLst/>
          </a:prstGeom>
          <a:noFill/>
          <a:ln w="0">
            <a:noFill/>
          </a:ln>
        </p:spPr>
        <p:txBody>
          <a:bodyPr lIns="0" rIns="0" tIns="0" bIns="0" anchor="t">
            <a:noAutofit/>
          </a:bodyPr>
          <a:p>
            <a:r>
              <a:rPr b="1" lang="en-US" sz="2540" spc="-1" strike="noStrike">
                <a:solidFill>
                  <a:srgbClr val="004899"/>
                </a:solidFill>
                <a:latin typeface="Noto Sans"/>
              </a:rPr>
              <a:t>35</a:t>
            </a:r>
            <a:endParaRPr b="0" lang="en-US" sz="2540" spc="-1" strike="noStrike">
              <a:solidFill>
                <a:srgbClr val="000000"/>
              </a:solidFill>
              <a:latin typeface="Arial"/>
            </a:endParaRPr>
          </a:p>
        </p:txBody>
      </p:sp>
      <p:sp>
        <p:nvSpPr>
          <p:cNvPr id="528" name=""/>
          <p:cNvSpPr txBox="1"/>
          <p:nvPr/>
        </p:nvSpPr>
        <p:spPr>
          <a:xfrm>
            <a:off x="1196280" y="3116520"/>
            <a:ext cx="4084200" cy="1203840"/>
          </a:xfrm>
          <a:prstGeom prst="rect">
            <a:avLst/>
          </a:prstGeom>
          <a:noFill/>
          <a:ln w="0">
            <a:noFill/>
          </a:ln>
        </p:spPr>
        <p:txBody>
          <a:bodyPr lIns="0" rIns="0" tIns="0" bIns="0" anchor="t">
            <a:noAutofit/>
          </a:bodyPr>
          <a:p>
            <a:r>
              <a:rPr b="0" lang="en-US" sz="2630" spc="-1" strike="noStrike">
                <a:solidFill>
                  <a:srgbClr val="000000"/>
                </a:solidFill>
                <a:latin typeface="Noto Sans"/>
              </a:rPr>
              <a:t>gültige Höhenwerte</a:t>
            </a:r>
            <a:endParaRPr b="0" lang="en-US" sz="2630" spc="-1" strike="noStrike">
              <a:solidFill>
                <a:srgbClr val="000000"/>
              </a:solidFill>
              <a:latin typeface="Arial"/>
            </a:endParaRPr>
          </a:p>
          <a:p>
            <a:r>
              <a:rPr b="0" lang="en-US" sz="2630" spc="-1" strike="noStrike">
                <a:solidFill>
                  <a:srgbClr val="000000"/>
                </a:solidFill>
                <a:latin typeface="Noto Sans"/>
              </a:rPr>
              <a:t>in hoehe_m</a:t>
            </a:r>
            <a:endParaRPr b="0" lang="en-US" sz="2630" spc="-1" strike="noStrike">
              <a:solidFill>
                <a:srgbClr val="000000"/>
              </a:solidFill>
              <a:latin typeface="Arial"/>
            </a:endParaRPr>
          </a:p>
        </p:txBody>
      </p:sp>
      <p:sp>
        <p:nvSpPr>
          <p:cNvPr id="529" name=""/>
          <p:cNvSpPr/>
          <p:nvPr/>
        </p:nvSpPr>
        <p:spPr>
          <a:xfrm>
            <a:off x="6705720" y="2171880"/>
            <a:ext cx="4495680" cy="22860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30" name=""/>
          <p:cNvSpPr/>
          <p:nvPr/>
        </p:nvSpPr>
        <p:spPr>
          <a:xfrm>
            <a:off x="6705720" y="2171880"/>
            <a:ext cx="53280" cy="228600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31" name=""/>
          <p:cNvSpPr txBox="1"/>
          <p:nvPr/>
        </p:nvSpPr>
        <p:spPr>
          <a:xfrm>
            <a:off x="6911280" y="2354760"/>
            <a:ext cx="4084200" cy="647640"/>
          </a:xfrm>
          <a:prstGeom prst="rect">
            <a:avLst/>
          </a:prstGeom>
          <a:noFill/>
          <a:ln w="0">
            <a:noFill/>
          </a:ln>
        </p:spPr>
        <p:txBody>
          <a:bodyPr lIns="0" rIns="0" tIns="0" bIns="0" anchor="t">
            <a:noAutofit/>
          </a:bodyPr>
          <a:p>
            <a:r>
              <a:rPr b="1" lang="en-US" sz="2540" spc="-1" strike="noStrike">
                <a:solidFill>
                  <a:srgbClr val="a32123"/>
                </a:solidFill>
                <a:latin typeface="Noto Sans"/>
              </a:rPr>
              <a:t>21</a:t>
            </a:r>
            <a:endParaRPr b="0" lang="en-US" sz="2540" spc="-1" strike="noStrike">
              <a:solidFill>
                <a:srgbClr val="000000"/>
              </a:solidFill>
              <a:latin typeface="Arial"/>
            </a:endParaRPr>
          </a:p>
        </p:txBody>
      </p:sp>
      <p:sp>
        <p:nvSpPr>
          <p:cNvPr id="532" name=""/>
          <p:cNvSpPr txBox="1"/>
          <p:nvPr/>
        </p:nvSpPr>
        <p:spPr>
          <a:xfrm>
            <a:off x="6911280" y="3116520"/>
            <a:ext cx="4084200" cy="1203840"/>
          </a:xfrm>
          <a:prstGeom prst="rect">
            <a:avLst/>
          </a:prstGeom>
          <a:noFill/>
          <a:ln w="0">
            <a:noFill/>
          </a:ln>
        </p:spPr>
        <p:txBody>
          <a:bodyPr lIns="0" rIns="0" tIns="0" bIns="0" anchor="t">
            <a:noAutofit/>
          </a:bodyPr>
          <a:p>
            <a:r>
              <a:rPr b="0" lang="en-US" sz="2630" spc="-1" strike="noStrike">
                <a:solidFill>
                  <a:srgbClr val="000000"/>
                </a:solidFill>
                <a:latin typeface="Noto Sans"/>
              </a:rPr>
              <a:t>NULL</a:t>
            </a:r>
            <a:endParaRPr b="0" lang="en-US" sz="2630" spc="-1" strike="noStrike">
              <a:solidFill>
                <a:srgbClr val="000000"/>
              </a:solidFill>
              <a:latin typeface="Arial"/>
            </a:endParaRPr>
          </a:p>
          <a:p>
            <a:r>
              <a:rPr b="0" lang="en-US" sz="2630" spc="-1" strike="noStrike">
                <a:solidFill>
                  <a:srgbClr val="000000"/>
                </a:solidFill>
                <a:latin typeface="Noto Sans"/>
              </a:rPr>
              <a:t>kein gültiger Rasterwert</a:t>
            </a:r>
            <a:endParaRPr b="0" lang="en-US" sz="2630" spc="-1" strike="noStrike">
              <a:solidFill>
                <a:srgbClr val="000000"/>
              </a:solidFill>
              <a:latin typeface="Arial"/>
            </a:endParaRPr>
          </a:p>
        </p:txBody>
      </p:sp>
      <p:sp>
        <p:nvSpPr>
          <p:cNvPr id="533"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34" name=""/>
          <p:cNvSpPr txBox="1"/>
          <p:nvPr/>
        </p:nvSpPr>
        <p:spPr>
          <a:xfrm>
            <a:off x="838080" y="5623560"/>
            <a:ext cx="10515600" cy="442080"/>
          </a:xfrm>
          <a:prstGeom prst="rect">
            <a:avLst/>
          </a:prstGeom>
          <a:noFill/>
          <a:ln w="0">
            <a:noFill/>
          </a:ln>
        </p:spPr>
        <p:txBody>
          <a:bodyPr lIns="0" rIns="0" tIns="0" bIns="0" anchor="t">
            <a:noAutofit/>
          </a:bodyPr>
          <a:p>
            <a:r>
              <a:rPr b="1" lang="en-US" sz="2260" spc="-1" strike="noStrike">
                <a:solidFill>
                  <a:srgbClr val="004899"/>
                </a:solidFill>
                <a:latin typeface="Noto Sans"/>
              </a:rPr>
              <a:t>Kontrollsumme: 35 + 21 = 56 Punkte · kein Featureverlust</a:t>
            </a:r>
            <a:endParaRPr b="0" lang="en-US" sz="22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5"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Ergebnis speichern und neu laden</a:t>
            </a:r>
            <a:endParaRPr b="0" lang="en-US" sz="3190" spc="-1" strike="noStrike">
              <a:solidFill>
                <a:srgbClr val="000000"/>
              </a:solidFill>
              <a:latin typeface="Arial"/>
            </a:endParaRPr>
          </a:p>
        </p:txBody>
      </p:sp>
      <p:sp>
        <p:nvSpPr>
          <p:cNvPr id="536"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AUSGABE · DAUERHAFTER LAYER</a:t>
            </a:r>
            <a:endParaRPr b="0" lang="en-US" sz="1130" spc="-1" strike="noStrike">
              <a:solidFill>
                <a:srgbClr val="000000"/>
              </a:solidFill>
              <a:latin typeface="Arial"/>
            </a:endParaRPr>
          </a:p>
        </p:txBody>
      </p:sp>
      <p:sp>
        <p:nvSpPr>
          <p:cNvPr id="537"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13</a:t>
            </a:r>
            <a:endParaRPr b="0" lang="en-US" sz="939" spc="-1" strike="noStrike">
              <a:solidFill>
                <a:srgbClr val="000000"/>
              </a:solidFill>
              <a:latin typeface="Arial"/>
            </a:endParaRPr>
          </a:p>
        </p:txBody>
      </p:sp>
      <p:sp>
        <p:nvSpPr>
          <p:cNvPr id="538"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27</a:t>
            </a:r>
            <a:endParaRPr b="0" lang="en-US" sz="939" spc="-1" strike="noStrike">
              <a:solidFill>
                <a:srgbClr val="000000"/>
              </a:solidFill>
              <a:latin typeface="Arial"/>
            </a:endParaRPr>
          </a:p>
        </p:txBody>
      </p:sp>
      <p:sp>
        <p:nvSpPr>
          <p:cNvPr id="539" name=""/>
          <p:cNvSpPr/>
          <p:nvPr/>
        </p:nvSpPr>
        <p:spPr>
          <a:xfrm>
            <a:off x="647640" y="186696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40" name=""/>
          <p:cNvSpPr txBox="1"/>
          <p:nvPr/>
        </p:nvSpPr>
        <p:spPr>
          <a:xfrm>
            <a:off x="647640" y="192780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1</a:t>
            </a:r>
            <a:endParaRPr b="0" lang="en-US" sz="2450" spc="-1" strike="noStrike">
              <a:solidFill>
                <a:srgbClr val="000000"/>
              </a:solidFill>
              <a:latin typeface="Arial"/>
            </a:endParaRPr>
          </a:p>
        </p:txBody>
      </p:sp>
      <p:sp>
        <p:nvSpPr>
          <p:cNvPr id="541" name=""/>
          <p:cNvSpPr txBox="1"/>
          <p:nvPr/>
        </p:nvSpPr>
        <p:spPr>
          <a:xfrm>
            <a:off x="1371600" y="186696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Datei</a:t>
            </a:r>
            <a:endParaRPr b="0" lang="en-US" sz="2720" spc="-1" strike="noStrike">
              <a:solidFill>
                <a:srgbClr val="000000"/>
              </a:solidFill>
              <a:latin typeface="Arial"/>
            </a:endParaRPr>
          </a:p>
        </p:txBody>
      </p:sp>
      <p:sp>
        <p:nvSpPr>
          <p:cNvPr id="542" name=""/>
          <p:cNvSpPr txBox="1"/>
          <p:nvPr/>
        </p:nvSpPr>
        <p:spPr>
          <a:xfrm>
            <a:off x="1371600" y="233928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data_output/unit13_results.gpkg.</a:t>
            </a:r>
            <a:endParaRPr b="0" lang="en-US" sz="2260" spc="-1" strike="noStrike">
              <a:solidFill>
                <a:srgbClr val="000000"/>
              </a:solidFill>
              <a:latin typeface="Arial"/>
            </a:endParaRPr>
          </a:p>
        </p:txBody>
      </p:sp>
      <p:sp>
        <p:nvSpPr>
          <p:cNvPr id="543" name=""/>
          <p:cNvSpPr/>
          <p:nvPr/>
        </p:nvSpPr>
        <p:spPr>
          <a:xfrm>
            <a:off x="647640" y="316224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44" name=""/>
          <p:cNvSpPr txBox="1"/>
          <p:nvPr/>
        </p:nvSpPr>
        <p:spPr>
          <a:xfrm>
            <a:off x="647640" y="322344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2</a:t>
            </a:r>
            <a:endParaRPr b="0" lang="en-US" sz="2450" spc="-1" strike="noStrike">
              <a:solidFill>
                <a:srgbClr val="000000"/>
              </a:solidFill>
              <a:latin typeface="Arial"/>
            </a:endParaRPr>
          </a:p>
        </p:txBody>
      </p:sp>
      <p:sp>
        <p:nvSpPr>
          <p:cNvPr id="545" name=""/>
          <p:cNvSpPr txBox="1"/>
          <p:nvPr/>
        </p:nvSpPr>
        <p:spPr>
          <a:xfrm>
            <a:off x="1371600" y="316224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Layer</a:t>
            </a:r>
            <a:endParaRPr b="0" lang="en-US" sz="2720" spc="-1" strike="noStrike">
              <a:solidFill>
                <a:srgbClr val="000000"/>
              </a:solidFill>
              <a:latin typeface="Arial"/>
            </a:endParaRPr>
          </a:p>
        </p:txBody>
      </p:sp>
      <p:sp>
        <p:nvSpPr>
          <p:cNvPr id="546" name=""/>
          <p:cNvSpPr txBox="1"/>
          <p:nvPr/>
        </p:nvSpPr>
        <p:spPr>
          <a:xfrm>
            <a:off x="1371600" y="363492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gbif_mit_hoehe · 56 Features · EPSG:25832.</a:t>
            </a:r>
            <a:endParaRPr b="0" lang="en-US" sz="2260" spc="-1" strike="noStrike">
              <a:solidFill>
                <a:srgbClr val="000000"/>
              </a:solidFill>
              <a:latin typeface="Arial"/>
            </a:endParaRPr>
          </a:p>
        </p:txBody>
      </p:sp>
      <p:sp>
        <p:nvSpPr>
          <p:cNvPr id="547" name=""/>
          <p:cNvSpPr/>
          <p:nvPr/>
        </p:nvSpPr>
        <p:spPr>
          <a:xfrm>
            <a:off x="647640" y="4457880"/>
            <a:ext cx="472320" cy="472320"/>
          </a:xfrm>
          <a:prstGeom prst="ellipse">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48" name=""/>
          <p:cNvSpPr txBox="1"/>
          <p:nvPr/>
        </p:nvSpPr>
        <p:spPr>
          <a:xfrm>
            <a:off x="647640" y="4518720"/>
            <a:ext cx="472320" cy="365760"/>
          </a:xfrm>
          <a:prstGeom prst="rect">
            <a:avLst/>
          </a:prstGeom>
          <a:noFill/>
          <a:ln w="0">
            <a:noFill/>
          </a:ln>
        </p:spPr>
        <p:txBody>
          <a:bodyPr lIns="0" rIns="0" tIns="0" bIns="0" anchor="t">
            <a:noAutofit/>
          </a:bodyPr>
          <a:p>
            <a:pPr algn="ctr"/>
            <a:r>
              <a:rPr b="1" lang="en-US" sz="2450" spc="-1" strike="noStrike">
                <a:solidFill>
                  <a:srgbClr val="ffffff"/>
                </a:solidFill>
                <a:latin typeface="Noto Sans"/>
              </a:rPr>
              <a:t>3</a:t>
            </a:r>
            <a:endParaRPr b="0" lang="en-US" sz="2450" spc="-1" strike="noStrike">
              <a:solidFill>
                <a:srgbClr val="000000"/>
              </a:solidFill>
              <a:latin typeface="Arial"/>
            </a:endParaRPr>
          </a:p>
        </p:txBody>
      </p:sp>
      <p:sp>
        <p:nvSpPr>
          <p:cNvPr id="549" name=""/>
          <p:cNvSpPr txBox="1"/>
          <p:nvPr/>
        </p:nvSpPr>
        <p:spPr>
          <a:xfrm>
            <a:off x="1371600" y="4457880"/>
            <a:ext cx="9829800" cy="419040"/>
          </a:xfrm>
          <a:prstGeom prst="rect">
            <a:avLst/>
          </a:prstGeom>
          <a:noFill/>
          <a:ln w="0">
            <a:noFill/>
          </a:ln>
        </p:spPr>
        <p:txBody>
          <a:bodyPr lIns="0" rIns="0" tIns="0" bIns="0" anchor="t">
            <a:noAutofit/>
          </a:bodyPr>
          <a:p>
            <a:r>
              <a:rPr b="1" lang="en-US" sz="2720" spc="-1" strike="noStrike">
                <a:solidFill>
                  <a:srgbClr val="000000"/>
                </a:solidFill>
                <a:latin typeface="Noto Sans"/>
              </a:rPr>
              <a:t>Feld</a:t>
            </a:r>
            <a:endParaRPr b="0" lang="en-US" sz="2720" spc="-1" strike="noStrike">
              <a:solidFill>
                <a:srgbClr val="000000"/>
              </a:solidFill>
              <a:latin typeface="Arial"/>
            </a:endParaRPr>
          </a:p>
        </p:txBody>
      </p:sp>
      <p:sp>
        <p:nvSpPr>
          <p:cNvPr id="550" name=""/>
          <p:cNvSpPr txBox="1"/>
          <p:nvPr/>
        </p:nvSpPr>
        <p:spPr>
          <a:xfrm>
            <a:off x="1371600" y="4930200"/>
            <a:ext cx="9753840" cy="609480"/>
          </a:xfrm>
          <a:prstGeom prst="rect">
            <a:avLst/>
          </a:prstGeom>
          <a:noFill/>
          <a:ln w="0">
            <a:noFill/>
          </a:ln>
        </p:spPr>
        <p:txBody>
          <a:bodyPr lIns="0" rIns="0" tIns="0" bIns="0" anchor="t">
            <a:noAutofit/>
          </a:bodyPr>
          <a:p>
            <a:r>
              <a:rPr b="0" lang="en-US" sz="2260" spc="-1" strike="noStrike">
                <a:solidFill>
                  <a:srgbClr val="414141"/>
                </a:solidFill>
                <a:latin typeface="Noto Sans"/>
              </a:rPr>
              <a:t>hoehe_m · 35 Zahlen · 21 NULL.</a:t>
            </a:r>
            <a:endParaRPr b="0" lang="en-US" sz="2260" spc="-1" strike="noStrike">
              <a:solidFill>
                <a:srgbClr val="000000"/>
              </a:solidFill>
              <a:latin typeface="Arial"/>
            </a:endParaRPr>
          </a:p>
        </p:txBody>
      </p:sp>
      <p:sp>
        <p:nvSpPr>
          <p:cNvPr id="551"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52" name=""/>
          <p:cNvSpPr txBox="1"/>
          <p:nvPr/>
        </p:nvSpPr>
        <p:spPr>
          <a:xfrm>
            <a:off x="838080" y="5623560"/>
            <a:ext cx="10515600" cy="442080"/>
          </a:xfrm>
          <a:prstGeom prst="rect">
            <a:avLst/>
          </a:prstGeom>
          <a:noFill/>
          <a:ln w="0">
            <a:noFill/>
          </a:ln>
        </p:spPr>
        <p:txBody>
          <a:bodyPr lIns="0" rIns="0" tIns="0" bIns="0" anchor="t">
            <a:noAutofit/>
          </a:bodyPr>
          <a:p>
            <a:r>
              <a:rPr b="1" lang="en-US" sz="2070" spc="-1" strike="noStrike">
                <a:solidFill>
                  <a:srgbClr val="004899"/>
                </a:solidFill>
                <a:latin typeface="Noto Sans"/>
              </a:rPr>
              <a:t>Fallback: ersatz/unit13_results.gpkg · gbif_mit_hoehe</a:t>
            </a:r>
            <a:endParaRPr b="0" lang="en-US" sz="20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3"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Zwei konkrete Punkte als Stichprobe</a:t>
            </a:r>
            <a:endParaRPr b="0" lang="en-US" sz="3190" spc="-1" strike="noStrike">
              <a:solidFill>
                <a:srgbClr val="000000"/>
              </a:solidFill>
              <a:latin typeface="Arial"/>
            </a:endParaRPr>
          </a:p>
        </p:txBody>
      </p:sp>
      <p:sp>
        <p:nvSpPr>
          <p:cNvPr id="554"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AUSGABE · ERGEBNIS PRÜFEN</a:t>
            </a:r>
            <a:endParaRPr b="0" lang="en-US" sz="1130" spc="-1" strike="noStrike">
              <a:solidFill>
                <a:srgbClr val="000000"/>
              </a:solidFill>
              <a:latin typeface="Arial"/>
            </a:endParaRPr>
          </a:p>
        </p:txBody>
      </p:sp>
      <p:sp>
        <p:nvSpPr>
          <p:cNvPr id="555"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13</a:t>
            </a:r>
            <a:endParaRPr b="0" lang="en-US" sz="939" spc="-1" strike="noStrike">
              <a:solidFill>
                <a:srgbClr val="000000"/>
              </a:solidFill>
              <a:latin typeface="Arial"/>
            </a:endParaRPr>
          </a:p>
        </p:txBody>
      </p:sp>
      <p:sp>
        <p:nvSpPr>
          <p:cNvPr id="556"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28</a:t>
            </a:r>
            <a:endParaRPr b="0" lang="en-US" sz="939" spc="-1" strike="noStrike">
              <a:solidFill>
                <a:srgbClr val="000000"/>
              </a:solidFill>
              <a:latin typeface="Arial"/>
            </a:endParaRPr>
          </a:p>
        </p:txBody>
      </p:sp>
      <p:sp>
        <p:nvSpPr>
          <p:cNvPr id="557" name=""/>
          <p:cNvSpPr/>
          <p:nvPr/>
        </p:nvSpPr>
        <p:spPr>
          <a:xfrm>
            <a:off x="647640" y="2171880"/>
            <a:ext cx="3253680" cy="96768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58" name=""/>
          <p:cNvSpPr txBox="1"/>
          <p:nvPr/>
        </p:nvSpPr>
        <p:spPr>
          <a:xfrm>
            <a:off x="784800" y="2301120"/>
            <a:ext cx="3002400" cy="838080"/>
          </a:xfrm>
          <a:prstGeom prst="rect">
            <a:avLst/>
          </a:prstGeom>
          <a:noFill/>
          <a:ln w="0">
            <a:noFill/>
          </a:ln>
        </p:spPr>
        <p:txBody>
          <a:bodyPr lIns="0" rIns="0" tIns="0" bIns="0" anchor="t">
            <a:noAutofit/>
          </a:bodyPr>
          <a:p>
            <a:r>
              <a:rPr b="1" lang="en-US" sz="2260" spc="-1" strike="noStrike">
                <a:solidFill>
                  <a:srgbClr val="ffffff"/>
                </a:solidFill>
                <a:latin typeface="Noto Sans"/>
              </a:rPr>
              <a:t>gbifID</a:t>
            </a:r>
            <a:endParaRPr b="0" lang="en-US" sz="2260" spc="-1" strike="noStrike">
              <a:solidFill>
                <a:srgbClr val="000000"/>
              </a:solidFill>
              <a:latin typeface="Arial"/>
            </a:endParaRPr>
          </a:p>
        </p:txBody>
      </p:sp>
      <p:sp>
        <p:nvSpPr>
          <p:cNvPr id="559" name=""/>
          <p:cNvSpPr/>
          <p:nvPr/>
        </p:nvSpPr>
        <p:spPr>
          <a:xfrm>
            <a:off x="3924360" y="2171880"/>
            <a:ext cx="2491920" cy="96768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60" name=""/>
          <p:cNvSpPr txBox="1"/>
          <p:nvPr/>
        </p:nvSpPr>
        <p:spPr>
          <a:xfrm>
            <a:off x="4061520" y="2301120"/>
            <a:ext cx="2240280" cy="838080"/>
          </a:xfrm>
          <a:prstGeom prst="rect">
            <a:avLst/>
          </a:prstGeom>
          <a:noFill/>
          <a:ln w="0">
            <a:noFill/>
          </a:ln>
        </p:spPr>
        <p:txBody>
          <a:bodyPr lIns="0" rIns="0" tIns="0" bIns="0" anchor="t">
            <a:noAutofit/>
          </a:bodyPr>
          <a:p>
            <a:r>
              <a:rPr b="1" lang="en-US" sz="2260" spc="-1" strike="noStrike">
                <a:solidFill>
                  <a:srgbClr val="ffffff"/>
                </a:solidFill>
                <a:latin typeface="Noto Sans"/>
              </a:rPr>
              <a:t>hoehe_m</a:t>
            </a:r>
            <a:endParaRPr b="0" lang="en-US" sz="2260" spc="-1" strike="noStrike">
              <a:solidFill>
                <a:srgbClr val="000000"/>
              </a:solidFill>
              <a:latin typeface="Arial"/>
            </a:endParaRPr>
          </a:p>
        </p:txBody>
      </p:sp>
      <p:sp>
        <p:nvSpPr>
          <p:cNvPr id="561" name=""/>
          <p:cNvSpPr/>
          <p:nvPr/>
        </p:nvSpPr>
        <p:spPr>
          <a:xfrm>
            <a:off x="6438960" y="2171880"/>
            <a:ext cx="5082480" cy="96768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62" name=""/>
          <p:cNvSpPr txBox="1"/>
          <p:nvPr/>
        </p:nvSpPr>
        <p:spPr>
          <a:xfrm>
            <a:off x="6576120" y="2301120"/>
            <a:ext cx="4831200" cy="838080"/>
          </a:xfrm>
          <a:prstGeom prst="rect">
            <a:avLst/>
          </a:prstGeom>
          <a:noFill/>
          <a:ln w="0">
            <a:noFill/>
          </a:ln>
        </p:spPr>
        <p:txBody>
          <a:bodyPr lIns="0" rIns="0" tIns="0" bIns="0" anchor="t">
            <a:noAutofit/>
          </a:bodyPr>
          <a:p>
            <a:r>
              <a:rPr b="1" lang="en-US" sz="2260" spc="-1" strike="noStrike">
                <a:solidFill>
                  <a:srgbClr val="ffffff"/>
                </a:solidFill>
                <a:latin typeface="Noto Sans"/>
              </a:rPr>
              <a:t>Kontrolle</a:t>
            </a:r>
            <a:endParaRPr b="0" lang="en-US" sz="2260" spc="-1" strike="noStrike">
              <a:solidFill>
                <a:srgbClr val="000000"/>
              </a:solidFill>
              <a:latin typeface="Arial"/>
            </a:endParaRPr>
          </a:p>
        </p:txBody>
      </p:sp>
      <p:sp>
        <p:nvSpPr>
          <p:cNvPr id="563" name=""/>
          <p:cNvSpPr/>
          <p:nvPr/>
        </p:nvSpPr>
        <p:spPr>
          <a:xfrm>
            <a:off x="647640" y="3162240"/>
            <a:ext cx="3253680" cy="9676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64" name=""/>
          <p:cNvSpPr txBox="1"/>
          <p:nvPr/>
        </p:nvSpPr>
        <p:spPr>
          <a:xfrm>
            <a:off x="784800" y="3291840"/>
            <a:ext cx="3002400" cy="838080"/>
          </a:xfrm>
          <a:prstGeom prst="rect">
            <a:avLst/>
          </a:prstGeom>
          <a:noFill/>
          <a:ln w="0">
            <a:noFill/>
          </a:ln>
        </p:spPr>
        <p:txBody>
          <a:bodyPr lIns="0" rIns="0" tIns="0" bIns="0" anchor="t">
            <a:noAutofit/>
          </a:bodyPr>
          <a:p>
            <a:r>
              <a:rPr b="0" lang="en-US" sz="2260" spc="-1" strike="noStrike">
                <a:solidFill>
                  <a:srgbClr val="000000"/>
                </a:solidFill>
                <a:latin typeface="Noto Sans"/>
              </a:rPr>
              <a:t>5012616638</a:t>
            </a:r>
            <a:endParaRPr b="0" lang="en-US" sz="2260" spc="-1" strike="noStrike">
              <a:solidFill>
                <a:srgbClr val="000000"/>
              </a:solidFill>
              <a:latin typeface="Arial"/>
            </a:endParaRPr>
          </a:p>
        </p:txBody>
      </p:sp>
      <p:sp>
        <p:nvSpPr>
          <p:cNvPr id="565" name=""/>
          <p:cNvSpPr/>
          <p:nvPr/>
        </p:nvSpPr>
        <p:spPr>
          <a:xfrm>
            <a:off x="3924360" y="3162240"/>
            <a:ext cx="2491920" cy="9676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66" name=""/>
          <p:cNvSpPr txBox="1"/>
          <p:nvPr/>
        </p:nvSpPr>
        <p:spPr>
          <a:xfrm>
            <a:off x="4061520" y="3291840"/>
            <a:ext cx="2240280" cy="838080"/>
          </a:xfrm>
          <a:prstGeom prst="rect">
            <a:avLst/>
          </a:prstGeom>
          <a:noFill/>
          <a:ln w="0">
            <a:noFill/>
          </a:ln>
        </p:spPr>
        <p:txBody>
          <a:bodyPr lIns="0" rIns="0" tIns="0" bIns="0" anchor="t">
            <a:noAutofit/>
          </a:bodyPr>
          <a:p>
            <a:r>
              <a:rPr b="0" lang="en-US" sz="2260" spc="-1" strike="noStrike">
                <a:solidFill>
                  <a:srgbClr val="000000"/>
                </a:solidFill>
                <a:latin typeface="Noto Sans"/>
              </a:rPr>
              <a:t>291,8 m</a:t>
            </a:r>
            <a:endParaRPr b="0" lang="en-US" sz="2260" spc="-1" strike="noStrike">
              <a:solidFill>
                <a:srgbClr val="000000"/>
              </a:solidFill>
              <a:latin typeface="Arial"/>
            </a:endParaRPr>
          </a:p>
        </p:txBody>
      </p:sp>
      <p:sp>
        <p:nvSpPr>
          <p:cNvPr id="567" name=""/>
          <p:cNvSpPr/>
          <p:nvPr/>
        </p:nvSpPr>
        <p:spPr>
          <a:xfrm>
            <a:off x="6438960" y="3162240"/>
            <a:ext cx="5082480" cy="9676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68" name=""/>
          <p:cNvSpPr txBox="1"/>
          <p:nvPr/>
        </p:nvSpPr>
        <p:spPr>
          <a:xfrm>
            <a:off x="6576120" y="3291840"/>
            <a:ext cx="4831200" cy="838080"/>
          </a:xfrm>
          <a:prstGeom prst="rect">
            <a:avLst/>
          </a:prstGeom>
          <a:noFill/>
          <a:ln w="0">
            <a:noFill/>
          </a:ln>
        </p:spPr>
        <p:txBody>
          <a:bodyPr lIns="0" rIns="0" tIns="0" bIns="0" anchor="t">
            <a:noAutofit/>
          </a:bodyPr>
          <a:p>
            <a:r>
              <a:rPr b="0" lang="en-US" sz="2260" spc="-1" strike="noStrike">
                <a:solidFill>
                  <a:srgbClr val="000000"/>
                </a:solidFill>
                <a:latin typeface="Noto Sans"/>
              </a:rPr>
              <a:t>gültiger Rasterwert; direkt abfragen</a:t>
            </a:r>
            <a:endParaRPr b="0" lang="en-US" sz="2260" spc="-1" strike="noStrike">
              <a:solidFill>
                <a:srgbClr val="000000"/>
              </a:solidFill>
              <a:latin typeface="Arial"/>
            </a:endParaRPr>
          </a:p>
        </p:txBody>
      </p:sp>
      <p:sp>
        <p:nvSpPr>
          <p:cNvPr id="569" name=""/>
          <p:cNvSpPr/>
          <p:nvPr/>
        </p:nvSpPr>
        <p:spPr>
          <a:xfrm>
            <a:off x="647640" y="4152960"/>
            <a:ext cx="3253680" cy="96768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70" name=""/>
          <p:cNvSpPr txBox="1"/>
          <p:nvPr/>
        </p:nvSpPr>
        <p:spPr>
          <a:xfrm>
            <a:off x="784800" y="4282560"/>
            <a:ext cx="3002400" cy="838080"/>
          </a:xfrm>
          <a:prstGeom prst="rect">
            <a:avLst/>
          </a:prstGeom>
          <a:noFill/>
          <a:ln w="0">
            <a:noFill/>
          </a:ln>
        </p:spPr>
        <p:txBody>
          <a:bodyPr lIns="0" rIns="0" tIns="0" bIns="0" anchor="t">
            <a:noAutofit/>
          </a:bodyPr>
          <a:p>
            <a:r>
              <a:rPr b="0" lang="en-US" sz="2260" spc="-1" strike="noStrike">
                <a:solidFill>
                  <a:srgbClr val="000000"/>
                </a:solidFill>
                <a:latin typeface="Noto Sans"/>
              </a:rPr>
              <a:t>5012778768</a:t>
            </a:r>
            <a:endParaRPr b="0" lang="en-US" sz="2260" spc="-1" strike="noStrike">
              <a:solidFill>
                <a:srgbClr val="000000"/>
              </a:solidFill>
              <a:latin typeface="Arial"/>
            </a:endParaRPr>
          </a:p>
        </p:txBody>
      </p:sp>
      <p:sp>
        <p:nvSpPr>
          <p:cNvPr id="571" name=""/>
          <p:cNvSpPr/>
          <p:nvPr/>
        </p:nvSpPr>
        <p:spPr>
          <a:xfrm>
            <a:off x="3924360" y="4152960"/>
            <a:ext cx="2491920" cy="96768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72" name=""/>
          <p:cNvSpPr txBox="1"/>
          <p:nvPr/>
        </p:nvSpPr>
        <p:spPr>
          <a:xfrm>
            <a:off x="4061520" y="4282560"/>
            <a:ext cx="2240280" cy="838080"/>
          </a:xfrm>
          <a:prstGeom prst="rect">
            <a:avLst/>
          </a:prstGeom>
          <a:noFill/>
          <a:ln w="0">
            <a:noFill/>
          </a:ln>
        </p:spPr>
        <p:txBody>
          <a:bodyPr lIns="0" rIns="0" tIns="0" bIns="0" anchor="t">
            <a:noAutofit/>
          </a:bodyPr>
          <a:p>
            <a:r>
              <a:rPr b="0" lang="en-US" sz="2260" spc="-1" strike="noStrike">
                <a:solidFill>
                  <a:srgbClr val="000000"/>
                </a:solidFill>
                <a:latin typeface="Noto Sans"/>
              </a:rPr>
              <a:t>NULL</a:t>
            </a:r>
            <a:endParaRPr b="0" lang="en-US" sz="2260" spc="-1" strike="noStrike">
              <a:solidFill>
                <a:srgbClr val="000000"/>
              </a:solidFill>
              <a:latin typeface="Arial"/>
            </a:endParaRPr>
          </a:p>
        </p:txBody>
      </p:sp>
      <p:sp>
        <p:nvSpPr>
          <p:cNvPr id="573" name=""/>
          <p:cNvSpPr/>
          <p:nvPr/>
        </p:nvSpPr>
        <p:spPr>
          <a:xfrm>
            <a:off x="6438960" y="4152960"/>
            <a:ext cx="5082480" cy="96768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74" name=""/>
          <p:cNvSpPr txBox="1"/>
          <p:nvPr/>
        </p:nvSpPr>
        <p:spPr>
          <a:xfrm>
            <a:off x="6576120" y="4282560"/>
            <a:ext cx="4831200" cy="838080"/>
          </a:xfrm>
          <a:prstGeom prst="rect">
            <a:avLst/>
          </a:prstGeom>
          <a:noFill/>
          <a:ln w="0">
            <a:noFill/>
          </a:ln>
        </p:spPr>
        <p:txBody>
          <a:bodyPr lIns="0" rIns="0" tIns="0" bIns="0" anchor="t">
            <a:noAutofit/>
          </a:bodyPr>
          <a:p>
            <a:r>
              <a:rPr b="0" lang="en-US" sz="2260" spc="-1" strike="noStrike">
                <a:solidFill>
                  <a:srgbClr val="000000"/>
                </a:solidFill>
                <a:latin typeface="Noto Sans"/>
              </a:rPr>
              <a:t>keine gültige DGM-Zelle</a:t>
            </a:r>
            <a:endParaRPr b="0" lang="en-US" sz="2260" spc="-1" strike="noStrike">
              <a:solidFill>
                <a:srgbClr val="000000"/>
              </a:solidFill>
              <a:latin typeface="Arial"/>
            </a:endParaRPr>
          </a:p>
        </p:txBody>
      </p:sp>
      <p:sp>
        <p:nvSpPr>
          <p:cNvPr id="575"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76" name=""/>
          <p:cNvSpPr txBox="1"/>
          <p:nvPr/>
        </p:nvSpPr>
        <p:spPr>
          <a:xfrm>
            <a:off x="838080" y="5623560"/>
            <a:ext cx="10515600" cy="442080"/>
          </a:xfrm>
          <a:prstGeom prst="rect">
            <a:avLst/>
          </a:prstGeom>
          <a:noFill/>
          <a:ln w="0">
            <a:noFill/>
          </a:ln>
        </p:spPr>
        <p:txBody>
          <a:bodyPr lIns="0" rIns="0" tIns="0" bIns="0" anchor="t">
            <a:noAutofit/>
          </a:bodyPr>
          <a:p>
            <a:r>
              <a:rPr b="1" lang="en-US" sz="1979" spc="-1" strike="noStrike">
                <a:solidFill>
                  <a:srgbClr val="004899"/>
                </a:solidFill>
                <a:latin typeface="Noto Sans"/>
              </a:rPr>
              <a:t>Stichprobe bestätigt Wertübernahme – nicht die vollständige Genauigkeit des DGM.</a:t>
            </a:r>
            <a:endParaRPr b="0" lang="en-US" sz="197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7"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Gültige Punkthöhen liegen zwischen 178,55 und 323,90 m</a:t>
            </a:r>
            <a:endParaRPr b="0" lang="en-US" sz="3190" spc="-1" strike="noStrike">
              <a:solidFill>
                <a:srgbClr val="000000"/>
              </a:solidFill>
              <a:latin typeface="Arial"/>
            </a:endParaRPr>
          </a:p>
        </p:txBody>
      </p:sp>
      <p:sp>
        <p:nvSpPr>
          <p:cNvPr id="578"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AUSGABE · VORSICHTIGE BESCHREIBUNG</a:t>
            </a:r>
            <a:endParaRPr b="0" lang="en-US" sz="1130" spc="-1" strike="noStrike">
              <a:solidFill>
                <a:srgbClr val="000000"/>
              </a:solidFill>
              <a:latin typeface="Arial"/>
            </a:endParaRPr>
          </a:p>
        </p:txBody>
      </p:sp>
      <p:sp>
        <p:nvSpPr>
          <p:cNvPr id="579"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13</a:t>
            </a:r>
            <a:endParaRPr b="0" lang="en-US" sz="939" spc="-1" strike="noStrike">
              <a:solidFill>
                <a:srgbClr val="000000"/>
              </a:solidFill>
              <a:latin typeface="Arial"/>
            </a:endParaRPr>
          </a:p>
        </p:txBody>
      </p:sp>
      <p:sp>
        <p:nvSpPr>
          <p:cNvPr id="580"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29</a:t>
            </a:r>
            <a:endParaRPr b="0" lang="en-US" sz="939" spc="-1" strike="noStrike">
              <a:solidFill>
                <a:srgbClr val="000000"/>
              </a:solidFill>
              <a:latin typeface="Arial"/>
            </a:endParaRPr>
          </a:p>
        </p:txBody>
      </p:sp>
      <p:sp>
        <p:nvSpPr>
          <p:cNvPr id="581" name=""/>
          <p:cNvSpPr txBox="1"/>
          <p:nvPr/>
        </p:nvSpPr>
        <p:spPr>
          <a:xfrm>
            <a:off x="1219320" y="2095560"/>
            <a:ext cx="9753840" cy="838080"/>
          </a:xfrm>
          <a:prstGeom prst="rect">
            <a:avLst/>
          </a:prstGeom>
          <a:noFill/>
          <a:ln w="0">
            <a:noFill/>
          </a:ln>
        </p:spPr>
        <p:txBody>
          <a:bodyPr lIns="0" rIns="0" tIns="0" bIns="0" anchor="t">
            <a:noAutofit/>
          </a:bodyPr>
          <a:p>
            <a:pPr algn="ctr"/>
            <a:r>
              <a:rPr b="1" lang="en-US" sz="3190" spc="-1" strike="noStrike">
                <a:solidFill>
                  <a:srgbClr val="004899"/>
                </a:solidFill>
                <a:latin typeface="Noto Sans"/>
              </a:rPr>
              <a:t>35 dokumentierte Beobachtungspunkte</a:t>
            </a:r>
            <a:endParaRPr b="0" lang="en-US" sz="3190" spc="-1" strike="noStrike">
              <a:solidFill>
                <a:srgbClr val="000000"/>
              </a:solidFill>
              <a:latin typeface="Arial"/>
            </a:endParaRPr>
          </a:p>
        </p:txBody>
      </p:sp>
      <p:sp>
        <p:nvSpPr>
          <p:cNvPr id="582" name=""/>
          <p:cNvSpPr txBox="1"/>
          <p:nvPr/>
        </p:nvSpPr>
        <p:spPr>
          <a:xfrm>
            <a:off x="1219320" y="3086280"/>
            <a:ext cx="9753840" cy="762120"/>
          </a:xfrm>
          <a:prstGeom prst="rect">
            <a:avLst/>
          </a:prstGeom>
          <a:noFill/>
          <a:ln w="0">
            <a:noFill/>
          </a:ln>
        </p:spPr>
        <p:txBody>
          <a:bodyPr lIns="0" rIns="0" tIns="0" bIns="0" anchor="t">
            <a:noAutofit/>
          </a:bodyPr>
          <a:p>
            <a:pPr algn="ctr"/>
            <a:r>
              <a:rPr b="1" lang="en-US" sz="3570" spc="-1" strike="noStrike">
                <a:solidFill>
                  <a:srgbClr val="000000"/>
                </a:solidFill>
                <a:latin typeface="Noto Sans"/>
              </a:rPr>
              <a:t>178,55 m ≤ hoehe_m ≤ 323,90 m</a:t>
            </a:r>
            <a:endParaRPr b="0" lang="en-US" sz="3570" spc="-1" strike="noStrike">
              <a:solidFill>
                <a:srgbClr val="000000"/>
              </a:solidFill>
              <a:latin typeface="Arial"/>
            </a:endParaRPr>
          </a:p>
        </p:txBody>
      </p:sp>
      <p:sp>
        <p:nvSpPr>
          <p:cNvPr id="583" name=""/>
          <p:cNvSpPr/>
          <p:nvPr/>
        </p:nvSpPr>
        <p:spPr>
          <a:xfrm>
            <a:off x="647640" y="449568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84" name=""/>
          <p:cNvSpPr txBox="1"/>
          <p:nvPr/>
        </p:nvSpPr>
        <p:spPr>
          <a:xfrm>
            <a:off x="838080" y="4602600"/>
            <a:ext cx="10515600" cy="442080"/>
          </a:xfrm>
          <a:prstGeom prst="rect">
            <a:avLst/>
          </a:prstGeom>
          <a:noFill/>
          <a:ln w="0">
            <a:noFill/>
          </a:ln>
        </p:spPr>
        <p:txBody>
          <a:bodyPr lIns="0" rIns="0" tIns="0" bIns="0" anchor="t">
            <a:noAutofit/>
          </a:bodyPr>
          <a:p>
            <a:r>
              <a:rPr b="1" lang="en-US" sz="2160" spc="-1" strike="noStrike">
                <a:solidFill>
                  <a:srgbClr val="004899"/>
                </a:solidFill>
                <a:latin typeface="Noto Sans"/>
              </a:rPr>
              <a:t>21 weitere Punkte bleiben erhalten, besitzen aber keinen gültigen Höhenwert.</a:t>
            </a:r>
            <a:endParaRPr b="0" lang="en-US" sz="21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5"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Welche Unsicherheiten treffen zusammen?</a:t>
            </a:r>
            <a:endParaRPr b="0" lang="en-US" sz="3190" spc="-1" strike="noStrike">
              <a:solidFill>
                <a:srgbClr val="000000"/>
              </a:solidFill>
              <a:latin typeface="Arial"/>
            </a:endParaRPr>
          </a:p>
        </p:txBody>
      </p:sp>
      <p:sp>
        <p:nvSpPr>
          <p:cNvPr id="586"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INTERPRETATION · GRENZEN</a:t>
            </a:r>
            <a:endParaRPr b="0" lang="en-US" sz="1130" spc="-1" strike="noStrike">
              <a:solidFill>
                <a:srgbClr val="000000"/>
              </a:solidFill>
              <a:latin typeface="Arial"/>
            </a:endParaRPr>
          </a:p>
        </p:txBody>
      </p:sp>
      <p:sp>
        <p:nvSpPr>
          <p:cNvPr id="587"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13</a:t>
            </a:r>
            <a:endParaRPr b="0" lang="en-US" sz="939" spc="-1" strike="noStrike">
              <a:solidFill>
                <a:srgbClr val="000000"/>
              </a:solidFill>
              <a:latin typeface="Arial"/>
            </a:endParaRPr>
          </a:p>
        </p:txBody>
      </p:sp>
      <p:sp>
        <p:nvSpPr>
          <p:cNvPr id="588"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30</a:t>
            </a:r>
            <a:endParaRPr b="0" lang="en-US" sz="939" spc="-1" strike="noStrike">
              <a:solidFill>
                <a:srgbClr val="000000"/>
              </a:solidFill>
              <a:latin typeface="Arial"/>
            </a:endParaRPr>
          </a:p>
        </p:txBody>
      </p:sp>
      <p:sp>
        <p:nvSpPr>
          <p:cNvPr id="589" name=""/>
          <p:cNvSpPr/>
          <p:nvPr/>
        </p:nvSpPr>
        <p:spPr>
          <a:xfrm>
            <a:off x="647640" y="2095560"/>
            <a:ext cx="3429000" cy="22860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90" name=""/>
          <p:cNvSpPr/>
          <p:nvPr/>
        </p:nvSpPr>
        <p:spPr>
          <a:xfrm>
            <a:off x="647640" y="2095560"/>
            <a:ext cx="53280" cy="228600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91" name=""/>
          <p:cNvSpPr txBox="1"/>
          <p:nvPr/>
        </p:nvSpPr>
        <p:spPr>
          <a:xfrm>
            <a:off x="853560" y="2278440"/>
            <a:ext cx="3017520" cy="647640"/>
          </a:xfrm>
          <a:prstGeom prst="rect">
            <a:avLst/>
          </a:prstGeom>
          <a:noFill/>
          <a:ln w="0">
            <a:noFill/>
          </a:ln>
        </p:spPr>
        <p:txBody>
          <a:bodyPr lIns="0" rIns="0" tIns="0" bIns="0" anchor="t">
            <a:noAutofit/>
          </a:bodyPr>
          <a:p>
            <a:r>
              <a:rPr b="1" lang="en-US" sz="2540" spc="-1" strike="noStrike">
                <a:solidFill>
                  <a:srgbClr val="004899"/>
                </a:solidFill>
                <a:latin typeface="Noto Sans"/>
              </a:rPr>
              <a:t>Punkt</a:t>
            </a:r>
            <a:endParaRPr b="0" lang="en-US" sz="2540" spc="-1" strike="noStrike">
              <a:solidFill>
                <a:srgbClr val="000000"/>
              </a:solidFill>
              <a:latin typeface="Arial"/>
            </a:endParaRPr>
          </a:p>
        </p:txBody>
      </p:sp>
      <p:sp>
        <p:nvSpPr>
          <p:cNvPr id="592" name=""/>
          <p:cNvSpPr txBox="1"/>
          <p:nvPr/>
        </p:nvSpPr>
        <p:spPr>
          <a:xfrm>
            <a:off x="853560" y="3040560"/>
            <a:ext cx="3017520" cy="1203840"/>
          </a:xfrm>
          <a:prstGeom prst="rect">
            <a:avLst/>
          </a:prstGeom>
          <a:noFill/>
          <a:ln w="0">
            <a:noFill/>
          </a:ln>
        </p:spPr>
        <p:txBody>
          <a:bodyPr lIns="0" rIns="0" tIns="0" bIns="0" anchor="t">
            <a:noAutofit/>
          </a:bodyPr>
          <a:p>
            <a:r>
              <a:rPr b="0" lang="en-US" sz="2260" spc="-1" strike="noStrike">
                <a:solidFill>
                  <a:srgbClr val="000000"/>
                </a:solidFill>
                <a:latin typeface="Noto Sans"/>
              </a:rPr>
              <a:t>Koordinatenunsicherheit</a:t>
            </a:r>
            <a:endParaRPr b="0" lang="en-US" sz="2260" spc="-1" strike="noStrike">
              <a:solidFill>
                <a:srgbClr val="000000"/>
              </a:solidFill>
              <a:latin typeface="Arial"/>
            </a:endParaRPr>
          </a:p>
          <a:p>
            <a:r>
              <a:rPr b="0" lang="en-US" sz="2260" spc="-1" strike="noStrike">
                <a:solidFill>
                  <a:srgbClr val="000000"/>
                </a:solidFill>
                <a:latin typeface="Noto Sans"/>
              </a:rPr>
              <a:t>und Rundung</a:t>
            </a:r>
            <a:endParaRPr b="0" lang="en-US" sz="2260" spc="-1" strike="noStrike">
              <a:solidFill>
                <a:srgbClr val="000000"/>
              </a:solidFill>
              <a:latin typeface="Arial"/>
            </a:endParaRPr>
          </a:p>
        </p:txBody>
      </p:sp>
      <p:sp>
        <p:nvSpPr>
          <p:cNvPr id="593" name=""/>
          <p:cNvSpPr/>
          <p:nvPr/>
        </p:nvSpPr>
        <p:spPr>
          <a:xfrm>
            <a:off x="4381560" y="2095560"/>
            <a:ext cx="3429000" cy="22860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94" name=""/>
          <p:cNvSpPr/>
          <p:nvPr/>
        </p:nvSpPr>
        <p:spPr>
          <a:xfrm>
            <a:off x="4381560" y="2095560"/>
            <a:ext cx="53280" cy="228600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95" name=""/>
          <p:cNvSpPr txBox="1"/>
          <p:nvPr/>
        </p:nvSpPr>
        <p:spPr>
          <a:xfrm>
            <a:off x="4587120" y="2278440"/>
            <a:ext cx="3017520" cy="647640"/>
          </a:xfrm>
          <a:prstGeom prst="rect">
            <a:avLst/>
          </a:prstGeom>
          <a:noFill/>
          <a:ln w="0">
            <a:noFill/>
          </a:ln>
        </p:spPr>
        <p:txBody>
          <a:bodyPr lIns="0" rIns="0" tIns="0" bIns="0" anchor="t">
            <a:noAutofit/>
          </a:bodyPr>
          <a:p>
            <a:r>
              <a:rPr b="1" lang="en-US" sz="2540" spc="-1" strike="noStrike">
                <a:solidFill>
                  <a:srgbClr val="a32123"/>
                </a:solidFill>
                <a:latin typeface="Noto Sans"/>
              </a:rPr>
              <a:t>Raster</a:t>
            </a:r>
            <a:endParaRPr b="0" lang="en-US" sz="2540" spc="-1" strike="noStrike">
              <a:solidFill>
                <a:srgbClr val="000000"/>
              </a:solidFill>
              <a:latin typeface="Arial"/>
            </a:endParaRPr>
          </a:p>
        </p:txBody>
      </p:sp>
      <p:sp>
        <p:nvSpPr>
          <p:cNvPr id="596" name=""/>
          <p:cNvSpPr txBox="1"/>
          <p:nvPr/>
        </p:nvSpPr>
        <p:spPr>
          <a:xfrm>
            <a:off x="4587120" y="3040560"/>
            <a:ext cx="3017520" cy="1203840"/>
          </a:xfrm>
          <a:prstGeom prst="rect">
            <a:avLst/>
          </a:prstGeom>
          <a:noFill/>
          <a:ln w="0">
            <a:noFill/>
          </a:ln>
        </p:spPr>
        <p:txBody>
          <a:bodyPr lIns="0" rIns="0" tIns="0" bIns="0" anchor="t">
            <a:noAutofit/>
          </a:bodyPr>
          <a:p>
            <a:r>
              <a:rPr b="0" lang="en-US" sz="2160" spc="-1" strike="noStrike">
                <a:solidFill>
                  <a:srgbClr val="000000"/>
                </a:solidFill>
                <a:latin typeface="Noto Sans"/>
              </a:rPr>
              <a:t>10-m-Zelle, Mittelung</a:t>
            </a:r>
            <a:endParaRPr b="0" lang="en-US" sz="2160" spc="-1" strike="noStrike">
              <a:solidFill>
                <a:srgbClr val="000000"/>
              </a:solidFill>
              <a:latin typeface="Arial"/>
            </a:endParaRPr>
          </a:p>
          <a:p>
            <a:r>
              <a:rPr b="0" lang="en-US" sz="2160" spc="-1" strike="noStrike">
                <a:solidFill>
                  <a:srgbClr val="000000"/>
                </a:solidFill>
                <a:latin typeface="Noto Sans"/>
              </a:rPr>
              <a:t>und Höhengenauigkeit</a:t>
            </a:r>
            <a:endParaRPr b="0" lang="en-US" sz="2160" spc="-1" strike="noStrike">
              <a:solidFill>
                <a:srgbClr val="000000"/>
              </a:solidFill>
              <a:latin typeface="Arial"/>
            </a:endParaRPr>
          </a:p>
        </p:txBody>
      </p:sp>
      <p:sp>
        <p:nvSpPr>
          <p:cNvPr id="597" name=""/>
          <p:cNvSpPr/>
          <p:nvPr/>
        </p:nvSpPr>
        <p:spPr>
          <a:xfrm>
            <a:off x="8115480" y="2095560"/>
            <a:ext cx="3429000" cy="22860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598" name=""/>
          <p:cNvSpPr/>
          <p:nvPr/>
        </p:nvSpPr>
        <p:spPr>
          <a:xfrm>
            <a:off x="8115480" y="2095560"/>
            <a:ext cx="53280" cy="228600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99" name=""/>
          <p:cNvSpPr txBox="1"/>
          <p:nvPr/>
        </p:nvSpPr>
        <p:spPr>
          <a:xfrm>
            <a:off x="8321040" y="2278440"/>
            <a:ext cx="3017520" cy="647640"/>
          </a:xfrm>
          <a:prstGeom prst="rect">
            <a:avLst/>
          </a:prstGeom>
          <a:noFill/>
          <a:ln w="0">
            <a:noFill/>
          </a:ln>
        </p:spPr>
        <p:txBody>
          <a:bodyPr lIns="0" rIns="0" tIns="0" bIns="0" anchor="t">
            <a:noAutofit/>
          </a:bodyPr>
          <a:p>
            <a:r>
              <a:rPr b="1" lang="en-US" sz="2540" spc="-1" strike="noStrike">
                <a:solidFill>
                  <a:srgbClr val="004899"/>
                </a:solidFill>
                <a:latin typeface="Noto Sans"/>
              </a:rPr>
              <a:t>Beziehung</a:t>
            </a:r>
            <a:endParaRPr b="0" lang="en-US" sz="2540" spc="-1" strike="noStrike">
              <a:solidFill>
                <a:srgbClr val="000000"/>
              </a:solidFill>
              <a:latin typeface="Arial"/>
            </a:endParaRPr>
          </a:p>
        </p:txBody>
      </p:sp>
      <p:sp>
        <p:nvSpPr>
          <p:cNvPr id="600" name=""/>
          <p:cNvSpPr txBox="1"/>
          <p:nvPr/>
        </p:nvSpPr>
        <p:spPr>
          <a:xfrm>
            <a:off x="8321040" y="3040560"/>
            <a:ext cx="3017520" cy="1203840"/>
          </a:xfrm>
          <a:prstGeom prst="rect">
            <a:avLst/>
          </a:prstGeom>
          <a:noFill/>
          <a:ln w="0">
            <a:noFill/>
          </a:ln>
        </p:spPr>
        <p:txBody>
          <a:bodyPr lIns="0" rIns="0" tIns="0" bIns="0" anchor="t">
            <a:noAutofit/>
          </a:bodyPr>
          <a:p>
            <a:r>
              <a:rPr b="0" lang="en-US" sz="2160" spc="-1" strike="noStrike">
                <a:solidFill>
                  <a:srgbClr val="000000"/>
                </a:solidFill>
                <a:latin typeface="Noto Sans"/>
              </a:rPr>
              <a:t>starkes Relief innerhalb</a:t>
            </a:r>
            <a:endParaRPr b="0" lang="en-US" sz="2160" spc="-1" strike="noStrike">
              <a:solidFill>
                <a:srgbClr val="000000"/>
              </a:solidFill>
              <a:latin typeface="Arial"/>
            </a:endParaRPr>
          </a:p>
          <a:p>
            <a:r>
              <a:rPr b="0" lang="en-US" sz="2160" spc="-1" strike="noStrike">
                <a:solidFill>
                  <a:srgbClr val="000000"/>
                </a:solidFill>
                <a:latin typeface="Noto Sans"/>
              </a:rPr>
              <a:t>der möglichen Punktlage</a:t>
            </a:r>
            <a:endParaRPr b="0" lang="en-US" sz="2160" spc="-1" strike="noStrike">
              <a:solidFill>
                <a:srgbClr val="000000"/>
              </a:solidFill>
              <a:latin typeface="Arial"/>
            </a:endParaRPr>
          </a:p>
        </p:txBody>
      </p:sp>
      <p:sp>
        <p:nvSpPr>
          <p:cNvPr id="601"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02" name=""/>
          <p:cNvSpPr txBox="1"/>
          <p:nvPr/>
        </p:nvSpPr>
        <p:spPr>
          <a:xfrm>
            <a:off x="838080" y="5623560"/>
            <a:ext cx="10515600" cy="442080"/>
          </a:xfrm>
          <a:prstGeom prst="rect">
            <a:avLst/>
          </a:prstGeom>
          <a:noFill/>
          <a:ln w="0">
            <a:noFill/>
          </a:ln>
        </p:spPr>
        <p:txBody>
          <a:bodyPr lIns="0" rIns="0" tIns="0" bIns="0" anchor="t">
            <a:noAutofit/>
          </a:bodyPr>
          <a:p>
            <a:r>
              <a:rPr b="1" lang="en-US" sz="2070" spc="-1" strike="noStrike">
                <a:solidFill>
                  <a:srgbClr val="004899"/>
                </a:solidFill>
                <a:latin typeface="Noto Sans"/>
              </a:rPr>
              <a:t>Abtasten ist rechnerisch eindeutig – die fachliche Aussage bleibt begrenzt.</a:t>
            </a:r>
            <a:endParaRPr b="0" lang="en-US" sz="20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3"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Quelle, Verarbeitung und Ergebnis dokumentieren</a:t>
            </a:r>
            <a:endParaRPr b="0" lang="en-US" sz="3190" spc="-1" strike="noStrike">
              <a:solidFill>
                <a:srgbClr val="000000"/>
              </a:solidFill>
              <a:latin typeface="Arial"/>
            </a:endParaRPr>
          </a:p>
        </p:txBody>
      </p:sp>
      <p:sp>
        <p:nvSpPr>
          <p:cNvPr id="604"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DOKUMENTATION · ÜBERGABE</a:t>
            </a:r>
            <a:endParaRPr b="0" lang="en-US" sz="1130" spc="-1" strike="noStrike">
              <a:solidFill>
                <a:srgbClr val="000000"/>
              </a:solidFill>
              <a:latin typeface="Arial"/>
            </a:endParaRPr>
          </a:p>
        </p:txBody>
      </p:sp>
      <p:sp>
        <p:nvSpPr>
          <p:cNvPr id="605"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13</a:t>
            </a:r>
            <a:endParaRPr b="0" lang="en-US" sz="939" spc="-1" strike="noStrike">
              <a:solidFill>
                <a:srgbClr val="000000"/>
              </a:solidFill>
              <a:latin typeface="Arial"/>
            </a:endParaRPr>
          </a:p>
        </p:txBody>
      </p:sp>
      <p:sp>
        <p:nvSpPr>
          <p:cNvPr id="606"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31</a:t>
            </a:r>
            <a:endParaRPr b="0" lang="en-US" sz="939" spc="-1" strike="noStrike">
              <a:solidFill>
                <a:srgbClr val="000000"/>
              </a:solidFill>
              <a:latin typeface="Arial"/>
            </a:endParaRPr>
          </a:p>
        </p:txBody>
      </p:sp>
      <p:sp>
        <p:nvSpPr>
          <p:cNvPr id="607" name=""/>
          <p:cNvSpPr/>
          <p:nvPr/>
        </p:nvSpPr>
        <p:spPr>
          <a:xfrm>
            <a:off x="647640" y="1752480"/>
            <a:ext cx="3939480" cy="66312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608" name=""/>
          <p:cNvSpPr txBox="1"/>
          <p:nvPr/>
        </p:nvSpPr>
        <p:spPr>
          <a:xfrm>
            <a:off x="784800" y="1882080"/>
            <a:ext cx="3688200" cy="533520"/>
          </a:xfrm>
          <a:prstGeom prst="rect">
            <a:avLst/>
          </a:prstGeom>
          <a:noFill/>
          <a:ln w="0">
            <a:noFill/>
          </a:ln>
        </p:spPr>
        <p:txBody>
          <a:bodyPr lIns="0" rIns="0" tIns="0" bIns="0" anchor="t">
            <a:noAutofit/>
          </a:bodyPr>
          <a:p>
            <a:r>
              <a:rPr b="1" lang="en-US" sz="1979" spc="-1" strike="noStrike">
                <a:solidFill>
                  <a:srgbClr val="ffffff"/>
                </a:solidFill>
                <a:latin typeface="Noto Sans"/>
              </a:rPr>
              <a:t>Dokumentieren</a:t>
            </a:r>
            <a:endParaRPr b="0" lang="en-US" sz="1979" spc="-1" strike="noStrike">
              <a:solidFill>
                <a:srgbClr val="000000"/>
              </a:solidFill>
              <a:latin typeface="Arial"/>
            </a:endParaRPr>
          </a:p>
        </p:txBody>
      </p:sp>
      <p:sp>
        <p:nvSpPr>
          <p:cNvPr id="609" name=""/>
          <p:cNvSpPr/>
          <p:nvPr/>
        </p:nvSpPr>
        <p:spPr>
          <a:xfrm>
            <a:off x="4610160" y="1752480"/>
            <a:ext cx="6911280" cy="66312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610" name=""/>
          <p:cNvSpPr txBox="1"/>
          <p:nvPr/>
        </p:nvSpPr>
        <p:spPr>
          <a:xfrm>
            <a:off x="4747320" y="1882080"/>
            <a:ext cx="6660000" cy="533520"/>
          </a:xfrm>
          <a:prstGeom prst="rect">
            <a:avLst/>
          </a:prstGeom>
          <a:noFill/>
          <a:ln w="0">
            <a:noFill/>
          </a:ln>
        </p:spPr>
        <p:txBody>
          <a:bodyPr lIns="0" rIns="0" tIns="0" bIns="0" anchor="t">
            <a:noAutofit/>
          </a:bodyPr>
          <a:p>
            <a:r>
              <a:rPr b="1" lang="en-US" sz="1979" spc="-1" strike="noStrike">
                <a:solidFill>
                  <a:srgbClr val="ffffff"/>
                </a:solidFill>
                <a:latin typeface="Noto Sans"/>
              </a:rPr>
              <a:t>Heute</a:t>
            </a:r>
            <a:endParaRPr b="0" lang="en-US" sz="1979" spc="-1" strike="noStrike">
              <a:solidFill>
                <a:srgbClr val="000000"/>
              </a:solidFill>
              <a:latin typeface="Arial"/>
            </a:endParaRPr>
          </a:p>
        </p:txBody>
      </p:sp>
      <p:sp>
        <p:nvSpPr>
          <p:cNvPr id="611" name=""/>
          <p:cNvSpPr/>
          <p:nvPr/>
        </p:nvSpPr>
        <p:spPr>
          <a:xfrm>
            <a:off x="647640" y="2438280"/>
            <a:ext cx="3939480" cy="6631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12" name=""/>
          <p:cNvSpPr txBox="1"/>
          <p:nvPr/>
        </p:nvSpPr>
        <p:spPr>
          <a:xfrm>
            <a:off x="784800" y="2567880"/>
            <a:ext cx="3688200" cy="533520"/>
          </a:xfrm>
          <a:prstGeom prst="rect">
            <a:avLst/>
          </a:prstGeom>
          <a:noFill/>
          <a:ln w="0">
            <a:noFill/>
          </a:ln>
        </p:spPr>
        <p:txBody>
          <a:bodyPr lIns="0" rIns="0" tIns="0" bIns="0" anchor="t">
            <a:noAutofit/>
          </a:bodyPr>
          <a:p>
            <a:r>
              <a:rPr b="0" lang="en-US" sz="1979" spc="-1" strike="noStrike">
                <a:solidFill>
                  <a:srgbClr val="000000"/>
                </a:solidFill>
                <a:latin typeface="Noto Sans"/>
              </a:rPr>
              <a:t>Quelle / Produkt</a:t>
            </a:r>
            <a:endParaRPr b="0" lang="en-US" sz="1979" spc="-1" strike="noStrike">
              <a:solidFill>
                <a:srgbClr val="000000"/>
              </a:solidFill>
              <a:latin typeface="Arial"/>
            </a:endParaRPr>
          </a:p>
        </p:txBody>
      </p:sp>
      <p:sp>
        <p:nvSpPr>
          <p:cNvPr id="613" name=""/>
          <p:cNvSpPr/>
          <p:nvPr/>
        </p:nvSpPr>
        <p:spPr>
          <a:xfrm>
            <a:off x="4610160" y="2438280"/>
            <a:ext cx="6911280" cy="6631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14" name=""/>
          <p:cNvSpPr txBox="1"/>
          <p:nvPr/>
        </p:nvSpPr>
        <p:spPr>
          <a:xfrm>
            <a:off x="4747320" y="2567880"/>
            <a:ext cx="6660000" cy="533520"/>
          </a:xfrm>
          <a:prstGeom prst="rect">
            <a:avLst/>
          </a:prstGeom>
          <a:noFill/>
          <a:ln w="0">
            <a:noFill/>
          </a:ln>
        </p:spPr>
        <p:txBody>
          <a:bodyPr lIns="0" rIns="0" tIns="0" bIns="0" anchor="t">
            <a:noAutofit/>
          </a:bodyPr>
          <a:p>
            <a:r>
              <a:rPr b="0" lang="en-US" sz="1979" spc="-1" strike="noStrike">
                <a:solidFill>
                  <a:srgbClr val="000000"/>
                </a:solidFill>
                <a:latin typeface="Noto Sans"/>
              </a:rPr>
              <a:t>Hessen DGM1 → 10-m-Kursraster</a:t>
            </a:r>
            <a:endParaRPr b="0" lang="en-US" sz="1979" spc="-1" strike="noStrike">
              <a:solidFill>
                <a:srgbClr val="000000"/>
              </a:solidFill>
              <a:latin typeface="Arial"/>
            </a:endParaRPr>
          </a:p>
        </p:txBody>
      </p:sp>
      <p:sp>
        <p:nvSpPr>
          <p:cNvPr id="615" name=""/>
          <p:cNvSpPr/>
          <p:nvPr/>
        </p:nvSpPr>
        <p:spPr>
          <a:xfrm>
            <a:off x="647640" y="3124080"/>
            <a:ext cx="3939480" cy="6631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16" name=""/>
          <p:cNvSpPr txBox="1"/>
          <p:nvPr/>
        </p:nvSpPr>
        <p:spPr>
          <a:xfrm>
            <a:off x="784800" y="3253680"/>
            <a:ext cx="3688200" cy="533520"/>
          </a:xfrm>
          <a:prstGeom prst="rect">
            <a:avLst/>
          </a:prstGeom>
          <a:noFill/>
          <a:ln w="0">
            <a:noFill/>
          </a:ln>
        </p:spPr>
        <p:txBody>
          <a:bodyPr lIns="0" rIns="0" tIns="0" bIns="0" anchor="t">
            <a:noAutofit/>
          </a:bodyPr>
          <a:p>
            <a:r>
              <a:rPr b="0" lang="en-US" sz="1979" spc="-1" strike="noStrike">
                <a:solidFill>
                  <a:srgbClr val="000000"/>
                </a:solidFill>
                <a:latin typeface="Noto Sans"/>
              </a:rPr>
              <a:t>Raumbezug</a:t>
            </a:r>
            <a:endParaRPr b="0" lang="en-US" sz="1979" spc="-1" strike="noStrike">
              <a:solidFill>
                <a:srgbClr val="000000"/>
              </a:solidFill>
              <a:latin typeface="Arial"/>
            </a:endParaRPr>
          </a:p>
        </p:txBody>
      </p:sp>
      <p:sp>
        <p:nvSpPr>
          <p:cNvPr id="617" name=""/>
          <p:cNvSpPr/>
          <p:nvPr/>
        </p:nvSpPr>
        <p:spPr>
          <a:xfrm>
            <a:off x="4610160" y="3124080"/>
            <a:ext cx="6911280" cy="6631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18" name=""/>
          <p:cNvSpPr txBox="1"/>
          <p:nvPr/>
        </p:nvSpPr>
        <p:spPr>
          <a:xfrm>
            <a:off x="4747320" y="3253680"/>
            <a:ext cx="6660000" cy="533520"/>
          </a:xfrm>
          <a:prstGeom prst="rect">
            <a:avLst/>
          </a:prstGeom>
          <a:noFill/>
          <a:ln w="0">
            <a:noFill/>
          </a:ln>
        </p:spPr>
        <p:txBody>
          <a:bodyPr lIns="0" rIns="0" tIns="0" bIns="0" anchor="t">
            <a:noAutofit/>
          </a:bodyPr>
          <a:p>
            <a:r>
              <a:rPr b="0" lang="en-US" sz="1979" spc="-1" strike="noStrike">
                <a:solidFill>
                  <a:srgbClr val="000000"/>
                </a:solidFill>
                <a:latin typeface="Noto Sans"/>
              </a:rPr>
              <a:t>EPSG:25832 · Höhe in m · DHHN2016_NH</a:t>
            </a:r>
            <a:endParaRPr b="0" lang="en-US" sz="1979" spc="-1" strike="noStrike">
              <a:solidFill>
                <a:srgbClr val="000000"/>
              </a:solidFill>
              <a:latin typeface="Arial"/>
            </a:endParaRPr>
          </a:p>
        </p:txBody>
      </p:sp>
      <p:sp>
        <p:nvSpPr>
          <p:cNvPr id="619" name=""/>
          <p:cNvSpPr/>
          <p:nvPr/>
        </p:nvSpPr>
        <p:spPr>
          <a:xfrm>
            <a:off x="647640" y="3809880"/>
            <a:ext cx="3939480" cy="6631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20" name=""/>
          <p:cNvSpPr txBox="1"/>
          <p:nvPr/>
        </p:nvSpPr>
        <p:spPr>
          <a:xfrm>
            <a:off x="784800" y="3939480"/>
            <a:ext cx="3688200" cy="533520"/>
          </a:xfrm>
          <a:prstGeom prst="rect">
            <a:avLst/>
          </a:prstGeom>
          <a:noFill/>
          <a:ln w="0">
            <a:noFill/>
          </a:ln>
        </p:spPr>
        <p:txBody>
          <a:bodyPr lIns="0" rIns="0" tIns="0" bIns="0" anchor="t">
            <a:noAutofit/>
          </a:bodyPr>
          <a:p>
            <a:r>
              <a:rPr b="0" lang="en-US" sz="1979" spc="-1" strike="noStrike">
                <a:solidFill>
                  <a:srgbClr val="000000"/>
                </a:solidFill>
                <a:latin typeface="Noto Sans"/>
              </a:rPr>
              <a:t>NoData / Abtasten</a:t>
            </a:r>
            <a:endParaRPr b="0" lang="en-US" sz="1979" spc="-1" strike="noStrike">
              <a:solidFill>
                <a:srgbClr val="000000"/>
              </a:solidFill>
              <a:latin typeface="Arial"/>
            </a:endParaRPr>
          </a:p>
        </p:txBody>
      </p:sp>
      <p:sp>
        <p:nvSpPr>
          <p:cNvPr id="621" name=""/>
          <p:cNvSpPr/>
          <p:nvPr/>
        </p:nvSpPr>
        <p:spPr>
          <a:xfrm>
            <a:off x="4610160" y="3809880"/>
            <a:ext cx="6911280" cy="6631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22" name=""/>
          <p:cNvSpPr txBox="1"/>
          <p:nvPr/>
        </p:nvSpPr>
        <p:spPr>
          <a:xfrm>
            <a:off x="4747320" y="3939480"/>
            <a:ext cx="6660000" cy="533520"/>
          </a:xfrm>
          <a:prstGeom prst="rect">
            <a:avLst/>
          </a:prstGeom>
          <a:noFill/>
          <a:ln w="0">
            <a:noFill/>
          </a:ln>
        </p:spPr>
        <p:txBody>
          <a:bodyPr lIns="0" rIns="0" tIns="0" bIns="0" anchor="t">
            <a:noAutofit/>
          </a:bodyPr>
          <a:p>
            <a:r>
              <a:rPr b="0" lang="en-US" sz="1979" spc="-1" strike="noStrike">
                <a:solidFill>
                  <a:srgbClr val="000000"/>
                </a:solidFill>
                <a:latin typeface="Noto Sans"/>
              </a:rPr>
              <a:t>-9999 → NULL · ohne Interpolation</a:t>
            </a:r>
            <a:endParaRPr b="0" lang="en-US" sz="1979" spc="-1" strike="noStrike">
              <a:solidFill>
                <a:srgbClr val="000000"/>
              </a:solidFill>
              <a:latin typeface="Arial"/>
            </a:endParaRPr>
          </a:p>
        </p:txBody>
      </p:sp>
      <p:sp>
        <p:nvSpPr>
          <p:cNvPr id="623" name=""/>
          <p:cNvSpPr/>
          <p:nvPr/>
        </p:nvSpPr>
        <p:spPr>
          <a:xfrm>
            <a:off x="647640" y="4495680"/>
            <a:ext cx="3939480" cy="6631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24" name=""/>
          <p:cNvSpPr txBox="1"/>
          <p:nvPr/>
        </p:nvSpPr>
        <p:spPr>
          <a:xfrm>
            <a:off x="784800" y="4625280"/>
            <a:ext cx="3688200" cy="533520"/>
          </a:xfrm>
          <a:prstGeom prst="rect">
            <a:avLst/>
          </a:prstGeom>
          <a:noFill/>
          <a:ln w="0">
            <a:noFill/>
          </a:ln>
        </p:spPr>
        <p:txBody>
          <a:bodyPr lIns="0" rIns="0" tIns="0" bIns="0" anchor="t">
            <a:noAutofit/>
          </a:bodyPr>
          <a:p>
            <a:r>
              <a:rPr b="0" lang="en-US" sz="1979" spc="-1" strike="noStrike">
                <a:solidFill>
                  <a:srgbClr val="000000"/>
                </a:solidFill>
                <a:latin typeface="Noto Sans"/>
              </a:rPr>
              <a:t>Ergebnis</a:t>
            </a:r>
            <a:endParaRPr b="0" lang="en-US" sz="1979" spc="-1" strike="noStrike">
              <a:solidFill>
                <a:srgbClr val="000000"/>
              </a:solidFill>
              <a:latin typeface="Arial"/>
            </a:endParaRPr>
          </a:p>
        </p:txBody>
      </p:sp>
      <p:sp>
        <p:nvSpPr>
          <p:cNvPr id="625" name=""/>
          <p:cNvSpPr/>
          <p:nvPr/>
        </p:nvSpPr>
        <p:spPr>
          <a:xfrm>
            <a:off x="4610160" y="4495680"/>
            <a:ext cx="6911280" cy="66312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26" name=""/>
          <p:cNvSpPr txBox="1"/>
          <p:nvPr/>
        </p:nvSpPr>
        <p:spPr>
          <a:xfrm>
            <a:off x="4747320" y="4625280"/>
            <a:ext cx="6660000" cy="533520"/>
          </a:xfrm>
          <a:prstGeom prst="rect">
            <a:avLst/>
          </a:prstGeom>
          <a:noFill/>
          <a:ln w="0">
            <a:noFill/>
          </a:ln>
        </p:spPr>
        <p:txBody>
          <a:bodyPr lIns="0" rIns="0" tIns="0" bIns="0" anchor="t">
            <a:noAutofit/>
          </a:bodyPr>
          <a:p>
            <a:r>
              <a:rPr b="0" lang="en-US" sz="1979" spc="-1" strike="noStrike">
                <a:solidFill>
                  <a:srgbClr val="000000"/>
                </a:solidFill>
                <a:latin typeface="Noto Sans"/>
              </a:rPr>
              <a:t>gbif_mit_hoehe · 56 = 35 Werte + 21 NULL</a:t>
            </a:r>
            <a:endParaRPr b="0" lang="en-US" sz="1979" spc="-1" strike="noStrike">
              <a:solidFill>
                <a:srgbClr val="000000"/>
              </a:solidFill>
              <a:latin typeface="Arial"/>
            </a:endParaRPr>
          </a:p>
        </p:txBody>
      </p:sp>
      <p:sp>
        <p:nvSpPr>
          <p:cNvPr id="627" name=""/>
          <p:cNvSpPr/>
          <p:nvPr/>
        </p:nvSpPr>
        <p:spPr>
          <a:xfrm>
            <a:off x="647640" y="5181480"/>
            <a:ext cx="3939480" cy="6631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28" name=""/>
          <p:cNvSpPr txBox="1"/>
          <p:nvPr/>
        </p:nvSpPr>
        <p:spPr>
          <a:xfrm>
            <a:off x="784800" y="5311080"/>
            <a:ext cx="3688200" cy="533520"/>
          </a:xfrm>
          <a:prstGeom prst="rect">
            <a:avLst/>
          </a:prstGeom>
          <a:noFill/>
          <a:ln w="0">
            <a:noFill/>
          </a:ln>
        </p:spPr>
        <p:txBody>
          <a:bodyPr lIns="0" rIns="0" tIns="0" bIns="0" anchor="t">
            <a:noAutofit/>
          </a:bodyPr>
          <a:p>
            <a:r>
              <a:rPr b="0" lang="en-US" sz="1979" spc="-1" strike="noStrike">
                <a:solidFill>
                  <a:srgbClr val="000000"/>
                </a:solidFill>
                <a:latin typeface="Noto Sans"/>
              </a:rPr>
              <a:t>Aussagegrenze</a:t>
            </a:r>
            <a:endParaRPr b="0" lang="en-US" sz="1979" spc="-1" strike="noStrike">
              <a:solidFill>
                <a:srgbClr val="000000"/>
              </a:solidFill>
              <a:latin typeface="Arial"/>
            </a:endParaRPr>
          </a:p>
        </p:txBody>
      </p:sp>
      <p:sp>
        <p:nvSpPr>
          <p:cNvPr id="629" name=""/>
          <p:cNvSpPr/>
          <p:nvPr/>
        </p:nvSpPr>
        <p:spPr>
          <a:xfrm>
            <a:off x="4610160" y="5181480"/>
            <a:ext cx="6911280" cy="66312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30" name=""/>
          <p:cNvSpPr txBox="1"/>
          <p:nvPr/>
        </p:nvSpPr>
        <p:spPr>
          <a:xfrm>
            <a:off x="4747320" y="5311080"/>
            <a:ext cx="6660000" cy="533520"/>
          </a:xfrm>
          <a:prstGeom prst="rect">
            <a:avLst/>
          </a:prstGeom>
          <a:noFill/>
          <a:ln w="0">
            <a:noFill/>
          </a:ln>
        </p:spPr>
        <p:txBody>
          <a:bodyPr lIns="0" rIns="0" tIns="0" bIns="0" anchor="t">
            <a:noAutofit/>
          </a:bodyPr>
          <a:p>
            <a:r>
              <a:rPr b="0" lang="en-US" sz="1979" spc="-1" strike="noStrike">
                <a:solidFill>
                  <a:srgbClr val="000000"/>
                </a:solidFill>
                <a:latin typeface="Noto Sans"/>
              </a:rPr>
              <a:t>Raster- und Koordinatenunsicherheit</a:t>
            </a:r>
            <a:endParaRPr b="0" lang="en-US" sz="197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1"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Exit Ticket · eine Frage auswählen</a:t>
            </a:r>
            <a:endParaRPr b="0" lang="en-US" sz="3190" spc="-1" strike="noStrike">
              <a:solidFill>
                <a:srgbClr val="000000"/>
              </a:solidFill>
              <a:latin typeface="Arial"/>
            </a:endParaRPr>
          </a:p>
        </p:txBody>
      </p:sp>
      <p:sp>
        <p:nvSpPr>
          <p:cNvPr id="632"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SICHERUNG · EINZELARBEIT</a:t>
            </a:r>
            <a:endParaRPr b="0" lang="en-US" sz="1130" spc="-1" strike="noStrike">
              <a:solidFill>
                <a:srgbClr val="000000"/>
              </a:solidFill>
              <a:latin typeface="Arial"/>
            </a:endParaRPr>
          </a:p>
        </p:txBody>
      </p:sp>
      <p:sp>
        <p:nvSpPr>
          <p:cNvPr id="633"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13</a:t>
            </a:r>
            <a:endParaRPr b="0" lang="en-US" sz="939" spc="-1" strike="noStrike">
              <a:solidFill>
                <a:srgbClr val="000000"/>
              </a:solidFill>
              <a:latin typeface="Arial"/>
            </a:endParaRPr>
          </a:p>
        </p:txBody>
      </p:sp>
      <p:sp>
        <p:nvSpPr>
          <p:cNvPr id="634"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32</a:t>
            </a:r>
            <a:endParaRPr b="0" lang="en-US" sz="939" spc="-1" strike="noStrike">
              <a:solidFill>
                <a:srgbClr val="000000"/>
              </a:solidFill>
              <a:latin typeface="Arial"/>
            </a:endParaRPr>
          </a:p>
        </p:txBody>
      </p:sp>
      <p:sp>
        <p:nvSpPr>
          <p:cNvPr id="635" name=""/>
          <p:cNvSpPr/>
          <p:nvPr/>
        </p:nvSpPr>
        <p:spPr>
          <a:xfrm>
            <a:off x="647640" y="1790640"/>
            <a:ext cx="1348920" cy="96768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636" name=""/>
          <p:cNvSpPr txBox="1"/>
          <p:nvPr/>
        </p:nvSpPr>
        <p:spPr>
          <a:xfrm>
            <a:off x="784800" y="1920240"/>
            <a:ext cx="1097280" cy="838080"/>
          </a:xfrm>
          <a:prstGeom prst="rect">
            <a:avLst/>
          </a:prstGeom>
          <a:noFill/>
          <a:ln w="0">
            <a:noFill/>
          </a:ln>
        </p:spPr>
        <p:txBody>
          <a:bodyPr lIns="0" rIns="0" tIns="0" bIns="0" anchor="t">
            <a:noAutofit/>
          </a:bodyPr>
          <a:p>
            <a:r>
              <a:rPr b="1" lang="en-US" sz="2070" spc="-1" strike="noStrike">
                <a:solidFill>
                  <a:srgbClr val="ffffff"/>
                </a:solidFill>
                <a:latin typeface="Noto Sans"/>
              </a:rPr>
              <a:t>Option</a:t>
            </a:r>
            <a:endParaRPr b="0" lang="en-US" sz="2070" spc="-1" strike="noStrike">
              <a:solidFill>
                <a:srgbClr val="000000"/>
              </a:solidFill>
              <a:latin typeface="Arial"/>
            </a:endParaRPr>
          </a:p>
        </p:txBody>
      </p:sp>
      <p:sp>
        <p:nvSpPr>
          <p:cNvPr id="637" name=""/>
          <p:cNvSpPr/>
          <p:nvPr/>
        </p:nvSpPr>
        <p:spPr>
          <a:xfrm>
            <a:off x="2019240" y="1790640"/>
            <a:ext cx="9502200" cy="96768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638" name=""/>
          <p:cNvSpPr txBox="1"/>
          <p:nvPr/>
        </p:nvSpPr>
        <p:spPr>
          <a:xfrm>
            <a:off x="2156400" y="1920240"/>
            <a:ext cx="9250920" cy="838080"/>
          </a:xfrm>
          <a:prstGeom prst="rect">
            <a:avLst/>
          </a:prstGeom>
          <a:noFill/>
          <a:ln w="0">
            <a:noFill/>
          </a:ln>
        </p:spPr>
        <p:txBody>
          <a:bodyPr lIns="0" rIns="0" tIns="0" bIns="0" anchor="t">
            <a:noAutofit/>
          </a:bodyPr>
          <a:p>
            <a:r>
              <a:rPr b="1" lang="en-US" sz="2070" spc="-1" strike="noStrike">
                <a:solidFill>
                  <a:srgbClr val="ffffff"/>
                </a:solidFill>
                <a:latin typeface="Noto Sans"/>
              </a:rPr>
              <a:t>Frage</a:t>
            </a:r>
            <a:endParaRPr b="0" lang="en-US" sz="2070" spc="-1" strike="noStrike">
              <a:solidFill>
                <a:srgbClr val="000000"/>
              </a:solidFill>
              <a:latin typeface="Arial"/>
            </a:endParaRPr>
          </a:p>
        </p:txBody>
      </p:sp>
      <p:sp>
        <p:nvSpPr>
          <p:cNvPr id="639" name=""/>
          <p:cNvSpPr/>
          <p:nvPr/>
        </p:nvSpPr>
        <p:spPr>
          <a:xfrm>
            <a:off x="647640" y="2781360"/>
            <a:ext cx="1348920" cy="9676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40" name=""/>
          <p:cNvSpPr txBox="1"/>
          <p:nvPr/>
        </p:nvSpPr>
        <p:spPr>
          <a:xfrm>
            <a:off x="784800" y="2910960"/>
            <a:ext cx="1097280" cy="838080"/>
          </a:xfrm>
          <a:prstGeom prst="rect">
            <a:avLst/>
          </a:prstGeom>
          <a:noFill/>
          <a:ln w="0">
            <a:noFill/>
          </a:ln>
        </p:spPr>
        <p:txBody>
          <a:bodyPr lIns="0" rIns="0" tIns="0" bIns="0" anchor="t">
            <a:noAutofit/>
          </a:bodyPr>
          <a:p>
            <a:r>
              <a:rPr b="0" lang="en-US" sz="2070" spc="-1" strike="noStrike">
                <a:solidFill>
                  <a:srgbClr val="000000"/>
                </a:solidFill>
                <a:latin typeface="Noto Sans"/>
              </a:rPr>
              <a:t>A</a:t>
            </a:r>
            <a:endParaRPr b="0" lang="en-US" sz="2070" spc="-1" strike="noStrike">
              <a:solidFill>
                <a:srgbClr val="000000"/>
              </a:solidFill>
              <a:latin typeface="Arial"/>
            </a:endParaRPr>
          </a:p>
        </p:txBody>
      </p:sp>
      <p:sp>
        <p:nvSpPr>
          <p:cNvPr id="641" name=""/>
          <p:cNvSpPr/>
          <p:nvPr/>
        </p:nvSpPr>
        <p:spPr>
          <a:xfrm>
            <a:off x="2019240" y="2781360"/>
            <a:ext cx="9502200" cy="9676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42" name=""/>
          <p:cNvSpPr txBox="1"/>
          <p:nvPr/>
        </p:nvSpPr>
        <p:spPr>
          <a:xfrm>
            <a:off x="2156400" y="2910960"/>
            <a:ext cx="9250920" cy="838080"/>
          </a:xfrm>
          <a:prstGeom prst="rect">
            <a:avLst/>
          </a:prstGeom>
          <a:noFill/>
          <a:ln w="0">
            <a:noFill/>
          </a:ln>
        </p:spPr>
        <p:txBody>
          <a:bodyPr lIns="0" rIns="0" tIns="0" bIns="0" anchor="t">
            <a:noAutofit/>
          </a:bodyPr>
          <a:p>
            <a:r>
              <a:rPr b="0" lang="en-US" sz="2070" spc="-1" strike="noStrike">
                <a:solidFill>
                  <a:srgbClr val="000000"/>
                </a:solidFill>
                <a:latin typeface="Noto Sans"/>
              </a:rPr>
              <a:t>Warum ist eine kleine Rasterzelle kein Beweis für hohe Genauigkeit?</a:t>
            </a:r>
            <a:endParaRPr b="0" lang="en-US" sz="2070" spc="-1" strike="noStrike">
              <a:solidFill>
                <a:srgbClr val="000000"/>
              </a:solidFill>
              <a:latin typeface="Arial"/>
            </a:endParaRPr>
          </a:p>
        </p:txBody>
      </p:sp>
      <p:sp>
        <p:nvSpPr>
          <p:cNvPr id="643" name=""/>
          <p:cNvSpPr/>
          <p:nvPr/>
        </p:nvSpPr>
        <p:spPr>
          <a:xfrm>
            <a:off x="647640" y="3772080"/>
            <a:ext cx="1348920" cy="96768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44" name=""/>
          <p:cNvSpPr txBox="1"/>
          <p:nvPr/>
        </p:nvSpPr>
        <p:spPr>
          <a:xfrm>
            <a:off x="784800" y="3901320"/>
            <a:ext cx="1097280" cy="838080"/>
          </a:xfrm>
          <a:prstGeom prst="rect">
            <a:avLst/>
          </a:prstGeom>
          <a:noFill/>
          <a:ln w="0">
            <a:noFill/>
          </a:ln>
        </p:spPr>
        <p:txBody>
          <a:bodyPr lIns="0" rIns="0" tIns="0" bIns="0" anchor="t">
            <a:noAutofit/>
          </a:bodyPr>
          <a:p>
            <a:r>
              <a:rPr b="0" lang="en-US" sz="2070" spc="-1" strike="noStrike">
                <a:solidFill>
                  <a:srgbClr val="000000"/>
                </a:solidFill>
                <a:latin typeface="Noto Sans"/>
              </a:rPr>
              <a:t>B</a:t>
            </a:r>
            <a:endParaRPr b="0" lang="en-US" sz="2070" spc="-1" strike="noStrike">
              <a:solidFill>
                <a:srgbClr val="000000"/>
              </a:solidFill>
              <a:latin typeface="Arial"/>
            </a:endParaRPr>
          </a:p>
        </p:txBody>
      </p:sp>
      <p:sp>
        <p:nvSpPr>
          <p:cNvPr id="645" name=""/>
          <p:cNvSpPr/>
          <p:nvPr/>
        </p:nvSpPr>
        <p:spPr>
          <a:xfrm>
            <a:off x="2019240" y="3772080"/>
            <a:ext cx="9502200" cy="96768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46" name=""/>
          <p:cNvSpPr txBox="1"/>
          <p:nvPr/>
        </p:nvSpPr>
        <p:spPr>
          <a:xfrm>
            <a:off x="2156400" y="3901320"/>
            <a:ext cx="9250920" cy="838080"/>
          </a:xfrm>
          <a:prstGeom prst="rect">
            <a:avLst/>
          </a:prstGeom>
          <a:noFill/>
          <a:ln w="0">
            <a:noFill/>
          </a:ln>
        </p:spPr>
        <p:txBody>
          <a:bodyPr lIns="0" rIns="0" tIns="0" bIns="0" anchor="t">
            <a:noAutofit/>
          </a:bodyPr>
          <a:p>
            <a:r>
              <a:rPr b="0" lang="en-US" sz="2070" spc="-1" strike="noStrike">
                <a:solidFill>
                  <a:srgbClr val="000000"/>
                </a:solidFill>
                <a:latin typeface="Noto Sans"/>
              </a:rPr>
              <a:t>Warum darf NoData nicht als Höhenwert 0 interpretiert werden?</a:t>
            </a:r>
            <a:endParaRPr b="0" lang="en-US" sz="2070" spc="-1" strike="noStrike">
              <a:solidFill>
                <a:srgbClr val="000000"/>
              </a:solidFill>
              <a:latin typeface="Arial"/>
            </a:endParaRPr>
          </a:p>
        </p:txBody>
      </p:sp>
      <p:sp>
        <p:nvSpPr>
          <p:cNvPr id="647" name=""/>
          <p:cNvSpPr/>
          <p:nvPr/>
        </p:nvSpPr>
        <p:spPr>
          <a:xfrm>
            <a:off x="647640" y="4762440"/>
            <a:ext cx="1348920" cy="9676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48" name=""/>
          <p:cNvSpPr txBox="1"/>
          <p:nvPr/>
        </p:nvSpPr>
        <p:spPr>
          <a:xfrm>
            <a:off x="784800" y="4892040"/>
            <a:ext cx="1097280" cy="838080"/>
          </a:xfrm>
          <a:prstGeom prst="rect">
            <a:avLst/>
          </a:prstGeom>
          <a:noFill/>
          <a:ln w="0">
            <a:noFill/>
          </a:ln>
        </p:spPr>
        <p:txBody>
          <a:bodyPr lIns="0" rIns="0" tIns="0" bIns="0" anchor="t">
            <a:noAutofit/>
          </a:bodyPr>
          <a:p>
            <a:r>
              <a:rPr b="0" lang="en-US" sz="2070" spc="-1" strike="noStrike">
                <a:solidFill>
                  <a:srgbClr val="000000"/>
                </a:solidFill>
                <a:latin typeface="Noto Sans"/>
              </a:rPr>
              <a:t>C</a:t>
            </a:r>
            <a:endParaRPr b="0" lang="en-US" sz="2070" spc="-1" strike="noStrike">
              <a:solidFill>
                <a:srgbClr val="000000"/>
              </a:solidFill>
              <a:latin typeface="Arial"/>
            </a:endParaRPr>
          </a:p>
        </p:txBody>
      </p:sp>
      <p:sp>
        <p:nvSpPr>
          <p:cNvPr id="649" name=""/>
          <p:cNvSpPr/>
          <p:nvPr/>
        </p:nvSpPr>
        <p:spPr>
          <a:xfrm>
            <a:off x="2019240" y="4762440"/>
            <a:ext cx="9502200" cy="96768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50" name=""/>
          <p:cNvSpPr txBox="1"/>
          <p:nvPr/>
        </p:nvSpPr>
        <p:spPr>
          <a:xfrm>
            <a:off x="2156400" y="4892040"/>
            <a:ext cx="9250920" cy="838080"/>
          </a:xfrm>
          <a:prstGeom prst="rect">
            <a:avLst/>
          </a:prstGeom>
          <a:noFill/>
          <a:ln w="0">
            <a:noFill/>
          </a:ln>
        </p:spPr>
        <p:txBody>
          <a:bodyPr lIns="0" rIns="0" tIns="0" bIns="0" anchor="t">
            <a:noAutofit/>
          </a:bodyPr>
          <a:p>
            <a:r>
              <a:rPr b="0" lang="en-US" sz="2070" spc="-1" strike="noStrike">
                <a:solidFill>
                  <a:srgbClr val="000000"/>
                </a:solidFill>
                <a:latin typeface="Noto Sans"/>
              </a:rPr>
              <a:t>Welche Unsicherheiten treffen beim Feld hoehe_m zusammen?</a:t>
            </a:r>
            <a:endParaRPr b="0" lang="en-US" sz="2070" spc="-1" strike="noStrike">
              <a:solidFill>
                <a:srgbClr val="000000"/>
              </a:solidFill>
              <a:latin typeface="Arial"/>
            </a:endParaRPr>
          </a:p>
        </p:txBody>
      </p:sp>
      <p:sp>
        <p:nvSpPr>
          <p:cNvPr id="651"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52" name=""/>
          <p:cNvSpPr txBox="1"/>
          <p:nvPr/>
        </p:nvSpPr>
        <p:spPr>
          <a:xfrm>
            <a:off x="838080" y="5623560"/>
            <a:ext cx="10515600" cy="442080"/>
          </a:xfrm>
          <a:prstGeom prst="rect">
            <a:avLst/>
          </a:prstGeom>
          <a:noFill/>
          <a:ln w="0">
            <a:noFill/>
          </a:ln>
        </p:spPr>
        <p:txBody>
          <a:bodyPr lIns="0" rIns="0" tIns="0" bIns="0" anchor="t">
            <a:noAutofit/>
          </a:bodyPr>
          <a:p>
            <a:r>
              <a:rPr b="1" lang="en-US" sz="2260" spc="-1" strike="noStrike">
                <a:solidFill>
                  <a:srgbClr val="004899"/>
                </a:solidFill>
                <a:latin typeface="Noto Sans"/>
              </a:rPr>
              <a:t>Heute ausgewählt: [A / B / C]</a:t>
            </a:r>
            <a:endParaRPr b="0" lang="en-US" sz="22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3"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Nachbereitung · JiTT zu Unit 13</a:t>
            </a:r>
            <a:endParaRPr b="0" lang="en-US" sz="3190" spc="-1" strike="noStrike">
              <a:solidFill>
                <a:srgbClr val="000000"/>
              </a:solidFill>
              <a:latin typeface="Arial"/>
            </a:endParaRPr>
          </a:p>
        </p:txBody>
      </p:sp>
      <p:sp>
        <p:nvSpPr>
          <p:cNvPr id="654"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AUSBLICK</a:t>
            </a:r>
            <a:endParaRPr b="0" lang="en-US" sz="1130" spc="-1" strike="noStrike">
              <a:solidFill>
                <a:srgbClr val="000000"/>
              </a:solidFill>
              <a:latin typeface="Arial"/>
            </a:endParaRPr>
          </a:p>
        </p:txBody>
      </p:sp>
      <p:sp>
        <p:nvSpPr>
          <p:cNvPr id="655"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13</a:t>
            </a:r>
            <a:endParaRPr b="0" lang="en-US" sz="939" spc="-1" strike="noStrike">
              <a:solidFill>
                <a:srgbClr val="000000"/>
              </a:solidFill>
              <a:latin typeface="Arial"/>
            </a:endParaRPr>
          </a:p>
        </p:txBody>
      </p:sp>
      <p:sp>
        <p:nvSpPr>
          <p:cNvPr id="656"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33</a:t>
            </a:r>
            <a:endParaRPr b="0" lang="en-US" sz="939" spc="-1" strike="noStrike">
              <a:solidFill>
                <a:srgbClr val="000000"/>
              </a:solidFill>
              <a:latin typeface="Arial"/>
            </a:endParaRPr>
          </a:p>
        </p:txBody>
      </p:sp>
      <p:sp>
        <p:nvSpPr>
          <p:cNvPr id="657" name=""/>
          <p:cNvSpPr/>
          <p:nvPr/>
        </p:nvSpPr>
        <p:spPr>
          <a:xfrm>
            <a:off x="990720" y="1981080"/>
            <a:ext cx="4724280" cy="22860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58" name=""/>
          <p:cNvSpPr/>
          <p:nvPr/>
        </p:nvSpPr>
        <p:spPr>
          <a:xfrm>
            <a:off x="990720" y="1981080"/>
            <a:ext cx="53280" cy="2286000"/>
          </a:xfrm>
          <a:prstGeom prst="rect">
            <a:avLst/>
          </a:prstGeom>
          <a:solidFill>
            <a:srgbClr val="004899"/>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659" name=""/>
          <p:cNvSpPr txBox="1"/>
          <p:nvPr/>
        </p:nvSpPr>
        <p:spPr>
          <a:xfrm>
            <a:off x="1196280" y="2163960"/>
            <a:ext cx="4312800" cy="647640"/>
          </a:xfrm>
          <a:prstGeom prst="rect">
            <a:avLst/>
          </a:prstGeom>
          <a:noFill/>
          <a:ln w="0">
            <a:noFill/>
          </a:ln>
        </p:spPr>
        <p:txBody>
          <a:bodyPr lIns="0" rIns="0" tIns="0" bIns="0" anchor="t">
            <a:noAutofit/>
          </a:bodyPr>
          <a:p>
            <a:r>
              <a:rPr b="1" lang="en-US" sz="2540" spc="-1" strike="noStrike">
                <a:solidFill>
                  <a:srgbClr val="004899"/>
                </a:solidFill>
                <a:latin typeface="Noto Sans"/>
              </a:rPr>
              <a:t>Einzige Übungsaufgabe</a:t>
            </a:r>
            <a:endParaRPr b="0" lang="en-US" sz="2540" spc="-1" strike="noStrike">
              <a:solidFill>
                <a:srgbClr val="000000"/>
              </a:solidFill>
              <a:latin typeface="Arial"/>
            </a:endParaRPr>
          </a:p>
        </p:txBody>
      </p:sp>
      <p:sp>
        <p:nvSpPr>
          <p:cNvPr id="660" name=""/>
          <p:cNvSpPr txBox="1"/>
          <p:nvPr/>
        </p:nvSpPr>
        <p:spPr>
          <a:xfrm>
            <a:off x="1196280" y="2926080"/>
            <a:ext cx="4312800" cy="1203840"/>
          </a:xfrm>
          <a:prstGeom prst="rect">
            <a:avLst/>
          </a:prstGeom>
          <a:noFill/>
          <a:ln w="0">
            <a:noFill/>
          </a:ln>
        </p:spPr>
        <p:txBody>
          <a:bodyPr lIns="0" rIns="0" tIns="0" bIns="0" anchor="t">
            <a:noAutofit/>
          </a:bodyPr>
          <a:p>
            <a:r>
              <a:rPr b="0" lang="en-US" sz="2540" spc="-1" strike="noStrike">
                <a:solidFill>
                  <a:srgbClr val="000000"/>
                </a:solidFill>
                <a:latin typeface="Noto Sans"/>
              </a:rPr>
              <a:t>JiTT-Fragen zu Unit 13</a:t>
            </a:r>
            <a:endParaRPr b="0" lang="en-US" sz="2540" spc="-1" strike="noStrike">
              <a:solidFill>
                <a:srgbClr val="000000"/>
              </a:solidFill>
              <a:latin typeface="Arial"/>
            </a:endParaRPr>
          </a:p>
          <a:p>
            <a:r>
              <a:rPr b="0" lang="en-US" sz="2540" spc="-1" strike="noStrike">
                <a:solidFill>
                  <a:srgbClr val="000000"/>
                </a:solidFill>
                <a:latin typeface="Noto Sans"/>
              </a:rPr>
              <a:t>im ILIAS-Kurs beantworten</a:t>
            </a:r>
            <a:endParaRPr b="0" lang="en-US" sz="2540" spc="-1" strike="noStrike">
              <a:solidFill>
                <a:srgbClr val="000000"/>
              </a:solidFill>
              <a:latin typeface="Arial"/>
            </a:endParaRPr>
          </a:p>
        </p:txBody>
      </p:sp>
      <p:sp>
        <p:nvSpPr>
          <p:cNvPr id="661" name=""/>
          <p:cNvSpPr/>
          <p:nvPr/>
        </p:nvSpPr>
        <p:spPr>
          <a:xfrm>
            <a:off x="6477120" y="1981080"/>
            <a:ext cx="4724280" cy="22860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62" name=""/>
          <p:cNvSpPr/>
          <p:nvPr/>
        </p:nvSpPr>
        <p:spPr>
          <a:xfrm>
            <a:off x="6477120" y="1981080"/>
            <a:ext cx="53280" cy="2286000"/>
          </a:xfrm>
          <a:prstGeom prst="rect">
            <a:avLst/>
          </a:prstGeom>
          <a:solidFill>
            <a:srgbClr val="a32123"/>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663" name=""/>
          <p:cNvSpPr txBox="1"/>
          <p:nvPr/>
        </p:nvSpPr>
        <p:spPr>
          <a:xfrm>
            <a:off x="6682680" y="2163960"/>
            <a:ext cx="4312800" cy="647640"/>
          </a:xfrm>
          <a:prstGeom prst="rect">
            <a:avLst/>
          </a:prstGeom>
          <a:noFill/>
          <a:ln w="0">
            <a:noFill/>
          </a:ln>
        </p:spPr>
        <p:txBody>
          <a:bodyPr lIns="0" rIns="0" tIns="0" bIns="0" anchor="t">
            <a:noAutofit/>
          </a:bodyPr>
          <a:p>
            <a:r>
              <a:rPr b="1" lang="en-US" sz="2540" spc="-1" strike="noStrike">
                <a:solidFill>
                  <a:srgbClr val="a32123"/>
                </a:solidFill>
                <a:latin typeface="Noto Sans"/>
              </a:rPr>
              <a:t>Nächste Unit</a:t>
            </a:r>
            <a:endParaRPr b="0" lang="en-US" sz="2540" spc="-1" strike="noStrike">
              <a:solidFill>
                <a:srgbClr val="000000"/>
              </a:solidFill>
              <a:latin typeface="Arial"/>
            </a:endParaRPr>
          </a:p>
        </p:txBody>
      </p:sp>
      <p:sp>
        <p:nvSpPr>
          <p:cNvPr id="664" name=""/>
          <p:cNvSpPr txBox="1"/>
          <p:nvPr/>
        </p:nvSpPr>
        <p:spPr>
          <a:xfrm>
            <a:off x="6682680" y="2926080"/>
            <a:ext cx="4312800" cy="1203840"/>
          </a:xfrm>
          <a:prstGeom prst="rect">
            <a:avLst/>
          </a:prstGeom>
          <a:noFill/>
          <a:ln w="0">
            <a:noFill/>
          </a:ln>
        </p:spPr>
        <p:txBody>
          <a:bodyPr lIns="0" rIns="0" tIns="0" bIns="0" anchor="t">
            <a:noAutofit/>
          </a:bodyPr>
          <a:p>
            <a:r>
              <a:rPr b="0" lang="en-US" sz="2350" spc="-1" strike="noStrike">
                <a:solidFill>
                  <a:srgbClr val="000000"/>
                </a:solidFill>
                <a:latin typeface="Noto Sans"/>
              </a:rPr>
              <a:t>35 gültige Höhenwerte</a:t>
            </a:r>
            <a:endParaRPr b="0" lang="en-US" sz="2350" spc="-1" strike="noStrike">
              <a:solidFill>
                <a:srgbClr val="000000"/>
              </a:solidFill>
              <a:latin typeface="Arial"/>
            </a:endParaRPr>
          </a:p>
          <a:p>
            <a:r>
              <a:rPr b="0" lang="en-US" sz="2350" spc="-1" strike="noStrike">
                <a:solidFill>
                  <a:srgbClr val="000000"/>
                </a:solidFill>
                <a:latin typeface="Noto Sans"/>
              </a:rPr>
              <a:t>klassifizieren und kartieren</a:t>
            </a:r>
            <a:endParaRPr b="0" lang="en-US" sz="2350" spc="-1" strike="noStrike">
              <a:solidFill>
                <a:srgbClr val="000000"/>
              </a:solidFill>
              <a:latin typeface="Arial"/>
            </a:endParaRPr>
          </a:p>
        </p:txBody>
      </p:sp>
      <p:sp>
        <p:nvSpPr>
          <p:cNvPr id="665"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66" name=""/>
          <p:cNvSpPr txBox="1"/>
          <p:nvPr/>
        </p:nvSpPr>
        <p:spPr>
          <a:xfrm>
            <a:off x="838080" y="5623560"/>
            <a:ext cx="10515600" cy="442080"/>
          </a:xfrm>
          <a:prstGeom prst="rect">
            <a:avLst/>
          </a:prstGeom>
          <a:noFill/>
          <a:ln w="0">
            <a:noFill/>
          </a:ln>
        </p:spPr>
        <p:txBody>
          <a:bodyPr lIns="0" rIns="0" tIns="0" bIns="0" anchor="t">
            <a:noAutofit/>
          </a:bodyPr>
          <a:p>
            <a:r>
              <a:rPr b="1" lang="en-US" sz="1979" spc="-1" strike="noStrike">
                <a:solidFill>
                  <a:srgbClr val="004899"/>
                </a:solidFill>
                <a:latin typeface="Noto Sans"/>
              </a:rPr>
              <a:t>Fragen, Frist und Link: ausschließlich die aktuellen Angaben in ILIAS verwenden.</a:t>
            </a:r>
            <a:endParaRPr b="0" lang="en-US" sz="197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7"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Vertiefung: Neuabtastung bewusst wählen</a:t>
            </a:r>
            <a:endParaRPr b="0" lang="en-US" sz="3190" spc="-1" strike="noStrike">
              <a:solidFill>
                <a:srgbClr val="000000"/>
              </a:solidFill>
              <a:latin typeface="Arial"/>
            </a:endParaRPr>
          </a:p>
        </p:txBody>
      </p:sp>
      <p:sp>
        <p:nvSpPr>
          <p:cNvPr id="668"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RESERVE · RESAMPLING</a:t>
            </a:r>
            <a:endParaRPr b="0" lang="en-US" sz="1130" spc="-1" strike="noStrike">
              <a:solidFill>
                <a:srgbClr val="000000"/>
              </a:solidFill>
              <a:latin typeface="Arial"/>
            </a:endParaRPr>
          </a:p>
        </p:txBody>
      </p:sp>
      <p:sp>
        <p:nvSpPr>
          <p:cNvPr id="669"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13</a:t>
            </a:r>
            <a:endParaRPr b="0" lang="en-US" sz="939" spc="-1" strike="noStrike">
              <a:solidFill>
                <a:srgbClr val="000000"/>
              </a:solidFill>
              <a:latin typeface="Arial"/>
            </a:endParaRPr>
          </a:p>
        </p:txBody>
      </p:sp>
      <p:sp>
        <p:nvSpPr>
          <p:cNvPr id="670"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34</a:t>
            </a:r>
            <a:endParaRPr b="0" lang="en-US" sz="939" spc="-1" strike="noStrike">
              <a:solidFill>
                <a:srgbClr val="000000"/>
              </a:solidFill>
              <a:latin typeface="Arial"/>
            </a:endParaRPr>
          </a:p>
        </p:txBody>
      </p:sp>
      <p:sp>
        <p:nvSpPr>
          <p:cNvPr id="671" name=""/>
          <p:cNvSpPr/>
          <p:nvPr/>
        </p:nvSpPr>
        <p:spPr>
          <a:xfrm>
            <a:off x="647640" y="2209680"/>
            <a:ext cx="3177720" cy="100584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672" name=""/>
          <p:cNvSpPr txBox="1"/>
          <p:nvPr/>
        </p:nvSpPr>
        <p:spPr>
          <a:xfrm>
            <a:off x="784800" y="2339280"/>
            <a:ext cx="2926080" cy="876240"/>
          </a:xfrm>
          <a:prstGeom prst="rect">
            <a:avLst/>
          </a:prstGeom>
          <a:noFill/>
          <a:ln w="0">
            <a:noFill/>
          </a:ln>
        </p:spPr>
        <p:txBody>
          <a:bodyPr lIns="0" rIns="0" tIns="0" bIns="0" anchor="t">
            <a:noAutofit/>
          </a:bodyPr>
          <a:p>
            <a:r>
              <a:rPr b="1" lang="en-US" sz="2260" spc="-1" strike="noStrike">
                <a:solidFill>
                  <a:srgbClr val="ffffff"/>
                </a:solidFill>
                <a:latin typeface="Noto Sans"/>
              </a:rPr>
              <a:t>Rastertyp</a:t>
            </a:r>
            <a:endParaRPr b="0" lang="en-US" sz="2260" spc="-1" strike="noStrike">
              <a:solidFill>
                <a:srgbClr val="000000"/>
              </a:solidFill>
              <a:latin typeface="Arial"/>
            </a:endParaRPr>
          </a:p>
        </p:txBody>
      </p:sp>
      <p:sp>
        <p:nvSpPr>
          <p:cNvPr id="673" name=""/>
          <p:cNvSpPr/>
          <p:nvPr/>
        </p:nvSpPr>
        <p:spPr>
          <a:xfrm>
            <a:off x="3848040" y="2209680"/>
            <a:ext cx="3482280" cy="100584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674" name=""/>
          <p:cNvSpPr txBox="1"/>
          <p:nvPr/>
        </p:nvSpPr>
        <p:spPr>
          <a:xfrm>
            <a:off x="3985200" y="2339280"/>
            <a:ext cx="3231000" cy="876240"/>
          </a:xfrm>
          <a:prstGeom prst="rect">
            <a:avLst/>
          </a:prstGeom>
          <a:noFill/>
          <a:ln w="0">
            <a:noFill/>
          </a:ln>
        </p:spPr>
        <p:txBody>
          <a:bodyPr lIns="0" rIns="0" tIns="0" bIns="0" anchor="t">
            <a:noAutofit/>
          </a:bodyPr>
          <a:p>
            <a:r>
              <a:rPr b="1" lang="en-US" sz="2260" spc="-1" strike="noStrike">
                <a:solidFill>
                  <a:srgbClr val="ffffff"/>
                </a:solidFill>
                <a:latin typeface="Noto Sans"/>
              </a:rPr>
              <a:t>häufiges Verfahren</a:t>
            </a:r>
            <a:endParaRPr b="0" lang="en-US" sz="2260" spc="-1" strike="noStrike">
              <a:solidFill>
                <a:srgbClr val="000000"/>
              </a:solidFill>
              <a:latin typeface="Arial"/>
            </a:endParaRPr>
          </a:p>
        </p:txBody>
      </p:sp>
      <p:sp>
        <p:nvSpPr>
          <p:cNvPr id="675" name=""/>
          <p:cNvSpPr/>
          <p:nvPr/>
        </p:nvSpPr>
        <p:spPr>
          <a:xfrm>
            <a:off x="7353360" y="2209680"/>
            <a:ext cx="4168080" cy="1005840"/>
          </a:xfrm>
          <a:prstGeom prst="rect">
            <a:avLst/>
          </a:prstGeom>
          <a:solidFill>
            <a:srgbClr val="000000"/>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676" name=""/>
          <p:cNvSpPr txBox="1"/>
          <p:nvPr/>
        </p:nvSpPr>
        <p:spPr>
          <a:xfrm>
            <a:off x="7490520" y="2339280"/>
            <a:ext cx="3916800" cy="876240"/>
          </a:xfrm>
          <a:prstGeom prst="rect">
            <a:avLst/>
          </a:prstGeom>
          <a:noFill/>
          <a:ln w="0">
            <a:noFill/>
          </a:ln>
        </p:spPr>
        <p:txBody>
          <a:bodyPr lIns="0" rIns="0" tIns="0" bIns="0" anchor="t">
            <a:noAutofit/>
          </a:bodyPr>
          <a:p>
            <a:r>
              <a:rPr b="1" lang="en-US" sz="2260" spc="-1" strike="noStrike">
                <a:solidFill>
                  <a:srgbClr val="ffffff"/>
                </a:solidFill>
                <a:latin typeface="Noto Sans"/>
              </a:rPr>
              <a:t>Begründung</a:t>
            </a:r>
            <a:endParaRPr b="0" lang="en-US" sz="2260" spc="-1" strike="noStrike">
              <a:solidFill>
                <a:srgbClr val="000000"/>
              </a:solidFill>
              <a:latin typeface="Arial"/>
            </a:endParaRPr>
          </a:p>
        </p:txBody>
      </p:sp>
      <p:sp>
        <p:nvSpPr>
          <p:cNvPr id="677" name=""/>
          <p:cNvSpPr/>
          <p:nvPr/>
        </p:nvSpPr>
        <p:spPr>
          <a:xfrm>
            <a:off x="647640" y="3238560"/>
            <a:ext cx="3177720" cy="10058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78" name=""/>
          <p:cNvSpPr txBox="1"/>
          <p:nvPr/>
        </p:nvSpPr>
        <p:spPr>
          <a:xfrm>
            <a:off x="784800" y="3368160"/>
            <a:ext cx="2926080" cy="876240"/>
          </a:xfrm>
          <a:prstGeom prst="rect">
            <a:avLst/>
          </a:prstGeom>
          <a:noFill/>
          <a:ln w="0">
            <a:noFill/>
          </a:ln>
        </p:spPr>
        <p:txBody>
          <a:bodyPr lIns="0" rIns="0" tIns="0" bIns="0" anchor="t">
            <a:noAutofit/>
          </a:bodyPr>
          <a:p>
            <a:r>
              <a:rPr b="0" lang="en-US" sz="2260" spc="-1" strike="noStrike">
                <a:solidFill>
                  <a:srgbClr val="000000"/>
                </a:solidFill>
                <a:latin typeface="Noto Sans"/>
              </a:rPr>
              <a:t>kategorial</a:t>
            </a:r>
            <a:endParaRPr b="0" lang="en-US" sz="2260" spc="-1" strike="noStrike">
              <a:solidFill>
                <a:srgbClr val="000000"/>
              </a:solidFill>
              <a:latin typeface="Arial"/>
            </a:endParaRPr>
          </a:p>
        </p:txBody>
      </p:sp>
      <p:sp>
        <p:nvSpPr>
          <p:cNvPr id="679" name=""/>
          <p:cNvSpPr/>
          <p:nvPr/>
        </p:nvSpPr>
        <p:spPr>
          <a:xfrm>
            <a:off x="3848040" y="3238560"/>
            <a:ext cx="3482280" cy="10058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80" name=""/>
          <p:cNvSpPr txBox="1"/>
          <p:nvPr/>
        </p:nvSpPr>
        <p:spPr>
          <a:xfrm>
            <a:off x="3985200" y="3368160"/>
            <a:ext cx="3231000" cy="876240"/>
          </a:xfrm>
          <a:prstGeom prst="rect">
            <a:avLst/>
          </a:prstGeom>
          <a:noFill/>
          <a:ln w="0">
            <a:noFill/>
          </a:ln>
        </p:spPr>
        <p:txBody>
          <a:bodyPr lIns="0" rIns="0" tIns="0" bIns="0" anchor="t">
            <a:noAutofit/>
          </a:bodyPr>
          <a:p>
            <a:r>
              <a:rPr b="0" lang="en-US" sz="2260" spc="-1" strike="noStrike">
                <a:solidFill>
                  <a:srgbClr val="000000"/>
                </a:solidFill>
                <a:latin typeface="Noto Sans"/>
              </a:rPr>
              <a:t>nächster Nachbar</a:t>
            </a:r>
            <a:endParaRPr b="0" lang="en-US" sz="2260" spc="-1" strike="noStrike">
              <a:solidFill>
                <a:srgbClr val="000000"/>
              </a:solidFill>
              <a:latin typeface="Arial"/>
            </a:endParaRPr>
          </a:p>
        </p:txBody>
      </p:sp>
      <p:sp>
        <p:nvSpPr>
          <p:cNvPr id="681" name=""/>
          <p:cNvSpPr/>
          <p:nvPr/>
        </p:nvSpPr>
        <p:spPr>
          <a:xfrm>
            <a:off x="7353360" y="3238560"/>
            <a:ext cx="4168080" cy="100584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82" name=""/>
          <p:cNvSpPr txBox="1"/>
          <p:nvPr/>
        </p:nvSpPr>
        <p:spPr>
          <a:xfrm>
            <a:off x="7490520" y="3368160"/>
            <a:ext cx="3916800" cy="876240"/>
          </a:xfrm>
          <a:prstGeom prst="rect">
            <a:avLst/>
          </a:prstGeom>
          <a:noFill/>
          <a:ln w="0">
            <a:noFill/>
          </a:ln>
        </p:spPr>
        <p:txBody>
          <a:bodyPr lIns="0" rIns="0" tIns="0" bIns="0" anchor="t">
            <a:noAutofit/>
          </a:bodyPr>
          <a:p>
            <a:r>
              <a:rPr b="0" lang="en-US" sz="2260" spc="-1" strike="noStrike">
                <a:solidFill>
                  <a:srgbClr val="000000"/>
                </a:solidFill>
                <a:latin typeface="Noto Sans"/>
              </a:rPr>
              <a:t>erhält vorhandene Klassencodes</a:t>
            </a:r>
            <a:endParaRPr b="0" lang="en-US" sz="2260" spc="-1" strike="noStrike">
              <a:solidFill>
                <a:srgbClr val="000000"/>
              </a:solidFill>
              <a:latin typeface="Arial"/>
            </a:endParaRPr>
          </a:p>
        </p:txBody>
      </p:sp>
      <p:sp>
        <p:nvSpPr>
          <p:cNvPr id="683" name=""/>
          <p:cNvSpPr/>
          <p:nvPr/>
        </p:nvSpPr>
        <p:spPr>
          <a:xfrm>
            <a:off x="647640" y="4267080"/>
            <a:ext cx="3177720" cy="100584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84" name=""/>
          <p:cNvSpPr txBox="1"/>
          <p:nvPr/>
        </p:nvSpPr>
        <p:spPr>
          <a:xfrm>
            <a:off x="784800" y="4396680"/>
            <a:ext cx="2926080" cy="876240"/>
          </a:xfrm>
          <a:prstGeom prst="rect">
            <a:avLst/>
          </a:prstGeom>
          <a:noFill/>
          <a:ln w="0">
            <a:noFill/>
          </a:ln>
        </p:spPr>
        <p:txBody>
          <a:bodyPr lIns="0" rIns="0" tIns="0" bIns="0" anchor="t">
            <a:noAutofit/>
          </a:bodyPr>
          <a:p>
            <a:r>
              <a:rPr b="0" lang="en-US" sz="2260" spc="-1" strike="noStrike">
                <a:solidFill>
                  <a:srgbClr val="000000"/>
                </a:solidFill>
                <a:latin typeface="Noto Sans"/>
              </a:rPr>
              <a:t>kontinuierlich</a:t>
            </a:r>
            <a:endParaRPr b="0" lang="en-US" sz="2260" spc="-1" strike="noStrike">
              <a:solidFill>
                <a:srgbClr val="000000"/>
              </a:solidFill>
              <a:latin typeface="Arial"/>
            </a:endParaRPr>
          </a:p>
        </p:txBody>
      </p:sp>
      <p:sp>
        <p:nvSpPr>
          <p:cNvPr id="685" name=""/>
          <p:cNvSpPr/>
          <p:nvPr/>
        </p:nvSpPr>
        <p:spPr>
          <a:xfrm>
            <a:off x="3848040" y="4267080"/>
            <a:ext cx="3482280" cy="100584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86" name=""/>
          <p:cNvSpPr txBox="1"/>
          <p:nvPr/>
        </p:nvSpPr>
        <p:spPr>
          <a:xfrm>
            <a:off x="3985200" y="4396680"/>
            <a:ext cx="3231000" cy="876240"/>
          </a:xfrm>
          <a:prstGeom prst="rect">
            <a:avLst/>
          </a:prstGeom>
          <a:noFill/>
          <a:ln w="0">
            <a:noFill/>
          </a:ln>
        </p:spPr>
        <p:txBody>
          <a:bodyPr lIns="0" rIns="0" tIns="0" bIns="0" anchor="t">
            <a:noAutofit/>
          </a:bodyPr>
          <a:p>
            <a:r>
              <a:rPr b="0" lang="en-US" sz="2260" spc="-1" strike="noStrike">
                <a:solidFill>
                  <a:srgbClr val="000000"/>
                </a:solidFill>
                <a:latin typeface="Noto Sans"/>
              </a:rPr>
              <a:t>bilinear / kubisch</a:t>
            </a:r>
            <a:endParaRPr b="0" lang="en-US" sz="2260" spc="-1" strike="noStrike">
              <a:solidFill>
                <a:srgbClr val="000000"/>
              </a:solidFill>
              <a:latin typeface="Arial"/>
            </a:endParaRPr>
          </a:p>
        </p:txBody>
      </p:sp>
      <p:sp>
        <p:nvSpPr>
          <p:cNvPr id="687" name=""/>
          <p:cNvSpPr/>
          <p:nvPr/>
        </p:nvSpPr>
        <p:spPr>
          <a:xfrm>
            <a:off x="7353360" y="4267080"/>
            <a:ext cx="4168080" cy="100584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88" name=""/>
          <p:cNvSpPr txBox="1"/>
          <p:nvPr/>
        </p:nvSpPr>
        <p:spPr>
          <a:xfrm>
            <a:off x="7490520" y="4396680"/>
            <a:ext cx="3916800" cy="876240"/>
          </a:xfrm>
          <a:prstGeom prst="rect">
            <a:avLst/>
          </a:prstGeom>
          <a:noFill/>
          <a:ln w="0">
            <a:noFill/>
          </a:ln>
        </p:spPr>
        <p:txBody>
          <a:bodyPr lIns="0" rIns="0" tIns="0" bIns="0" anchor="t">
            <a:noAutofit/>
          </a:bodyPr>
          <a:p>
            <a:r>
              <a:rPr b="0" lang="en-US" sz="2260" spc="-1" strike="noStrike">
                <a:solidFill>
                  <a:srgbClr val="000000"/>
                </a:solidFill>
                <a:latin typeface="Noto Sans"/>
              </a:rPr>
              <a:t>bildet Übergänge aus Nachbarwerten</a:t>
            </a:r>
            <a:endParaRPr b="0" lang="en-US" sz="2260" spc="-1" strike="noStrike">
              <a:solidFill>
                <a:srgbClr val="000000"/>
              </a:solidFill>
              <a:latin typeface="Arial"/>
            </a:endParaRPr>
          </a:p>
        </p:txBody>
      </p:sp>
      <p:sp>
        <p:nvSpPr>
          <p:cNvPr id="689" name=""/>
          <p:cNvSpPr/>
          <p:nvPr/>
        </p:nvSpPr>
        <p:spPr>
          <a:xfrm>
            <a:off x="647640" y="5517000"/>
            <a:ext cx="10896840" cy="594360"/>
          </a:xfrm>
          <a:prstGeom prst="rect">
            <a:avLst/>
          </a:prstGeom>
          <a:solidFill>
            <a:srgbClr val="eaf5f7"/>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690" name=""/>
          <p:cNvSpPr txBox="1"/>
          <p:nvPr/>
        </p:nvSpPr>
        <p:spPr>
          <a:xfrm>
            <a:off x="838080" y="5623560"/>
            <a:ext cx="10515600" cy="442080"/>
          </a:xfrm>
          <a:prstGeom prst="rect">
            <a:avLst/>
          </a:prstGeom>
          <a:noFill/>
          <a:ln w="0">
            <a:noFill/>
          </a:ln>
        </p:spPr>
        <p:txBody>
          <a:bodyPr lIns="0" rIns="0" tIns="0" bIns="0" anchor="t">
            <a:noAutofit/>
          </a:bodyPr>
          <a:p>
            <a:r>
              <a:rPr b="1" lang="en-US" sz="2260" spc="-1" strike="noStrike">
                <a:solidFill>
                  <a:srgbClr val="004899"/>
                </a:solidFill>
                <a:latin typeface="Noto Sans"/>
              </a:rPr>
              <a:t>Resampling erzeugt keine neue gemessene Information.</a:t>
            </a:r>
            <a:endParaRPr b="0" lang="en-US" sz="22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1" name=""/>
          <p:cNvSpPr txBox="1"/>
          <p:nvPr/>
        </p:nvSpPr>
        <p:spPr>
          <a:xfrm>
            <a:off x="762120" y="365760"/>
            <a:ext cx="10668240" cy="868680"/>
          </a:xfrm>
          <a:prstGeom prst="rect">
            <a:avLst/>
          </a:prstGeom>
          <a:noFill/>
          <a:ln w="0">
            <a:noFill/>
          </a:ln>
        </p:spPr>
        <p:txBody>
          <a:bodyPr lIns="0" rIns="0" tIns="0" bIns="0" anchor="t">
            <a:noAutofit/>
          </a:bodyPr>
          <a:p>
            <a:r>
              <a:rPr b="1" lang="en-US" sz="3190" spc="-1" strike="noStrike">
                <a:solidFill>
                  <a:srgbClr val="000000"/>
                </a:solidFill>
                <a:latin typeface="Noto Sans"/>
              </a:rPr>
              <a:t>Quellen und Arbeitsstand</a:t>
            </a:r>
            <a:endParaRPr b="0" lang="en-US" sz="3190" spc="-1" strike="noStrike">
              <a:solidFill>
                <a:srgbClr val="000000"/>
              </a:solidFill>
              <a:latin typeface="Arial"/>
            </a:endParaRPr>
          </a:p>
        </p:txBody>
      </p:sp>
      <p:sp>
        <p:nvSpPr>
          <p:cNvPr id="692" name=""/>
          <p:cNvSpPr txBox="1"/>
          <p:nvPr/>
        </p:nvSpPr>
        <p:spPr>
          <a:xfrm>
            <a:off x="762120" y="1318320"/>
            <a:ext cx="10668240" cy="228600"/>
          </a:xfrm>
          <a:prstGeom prst="rect">
            <a:avLst/>
          </a:prstGeom>
          <a:noFill/>
          <a:ln w="0">
            <a:noFill/>
          </a:ln>
        </p:spPr>
        <p:txBody>
          <a:bodyPr lIns="0" rIns="0" tIns="0" bIns="0" anchor="t">
            <a:noAutofit/>
          </a:bodyPr>
          <a:p>
            <a:r>
              <a:rPr b="1" lang="en-US" sz="1130" spc="-1" strike="noStrike">
                <a:solidFill>
                  <a:srgbClr val="004899"/>
                </a:solidFill>
                <a:latin typeface="Noto Sans"/>
              </a:rPr>
              <a:t>RESERVE · NACHWEISE</a:t>
            </a:r>
            <a:endParaRPr b="0" lang="en-US" sz="1130" spc="-1" strike="noStrike">
              <a:solidFill>
                <a:srgbClr val="000000"/>
              </a:solidFill>
              <a:latin typeface="Arial"/>
            </a:endParaRPr>
          </a:p>
        </p:txBody>
      </p:sp>
      <p:sp>
        <p:nvSpPr>
          <p:cNvPr id="693" name=""/>
          <p:cNvSpPr txBox="1"/>
          <p:nvPr/>
        </p:nvSpPr>
        <p:spPr>
          <a:xfrm>
            <a:off x="762120" y="6492240"/>
            <a:ext cx="8382240" cy="228600"/>
          </a:xfrm>
          <a:prstGeom prst="rect">
            <a:avLst/>
          </a:prstGeom>
          <a:noFill/>
          <a:ln w="0">
            <a:noFill/>
          </a:ln>
        </p:spPr>
        <p:txBody>
          <a:bodyPr lIns="0" rIns="0" tIns="0" bIns="0" anchor="t">
            <a:noAutofit/>
          </a:bodyPr>
          <a:p>
            <a:r>
              <a:rPr b="0" lang="en-US" sz="939" spc="-1" strike="noStrike">
                <a:solidFill>
                  <a:srgbClr val="414141"/>
                </a:solidFill>
                <a:latin typeface="Noto Sans"/>
              </a:rPr>
              <a:t>Universität Marburg | Fachbereich 19 · Geographie | Geodaten · Unit 13</a:t>
            </a:r>
            <a:endParaRPr b="0" lang="en-US" sz="939" spc="-1" strike="noStrike">
              <a:solidFill>
                <a:srgbClr val="000000"/>
              </a:solidFill>
              <a:latin typeface="Arial"/>
            </a:endParaRPr>
          </a:p>
        </p:txBody>
      </p:sp>
      <p:sp>
        <p:nvSpPr>
          <p:cNvPr id="694" name=""/>
          <p:cNvSpPr txBox="1"/>
          <p:nvPr/>
        </p:nvSpPr>
        <p:spPr>
          <a:xfrm>
            <a:off x="11521440" y="6477120"/>
            <a:ext cx="320040" cy="190440"/>
          </a:xfrm>
          <a:prstGeom prst="rect">
            <a:avLst/>
          </a:prstGeom>
          <a:noFill/>
          <a:ln w="0">
            <a:noFill/>
          </a:ln>
        </p:spPr>
        <p:txBody>
          <a:bodyPr lIns="0" rIns="0" tIns="0" bIns="0" anchor="t">
            <a:noAutofit/>
          </a:bodyPr>
          <a:p>
            <a:pPr algn="ctr"/>
            <a:r>
              <a:rPr b="0" lang="en-US" sz="939" spc="-1" strike="noStrike">
                <a:solidFill>
                  <a:srgbClr val="000000"/>
                </a:solidFill>
                <a:latin typeface="Noto Sans"/>
              </a:rPr>
              <a:t>35</a:t>
            </a:r>
            <a:endParaRPr b="0" lang="en-US" sz="939" spc="-1" strike="noStrike">
              <a:solidFill>
                <a:srgbClr val="000000"/>
              </a:solidFill>
              <a:latin typeface="Arial"/>
            </a:endParaRPr>
          </a:p>
        </p:txBody>
      </p:sp>
      <p:sp>
        <p:nvSpPr>
          <p:cNvPr id="695" name=""/>
          <p:cNvSpPr txBox="1"/>
          <p:nvPr/>
        </p:nvSpPr>
        <p:spPr>
          <a:xfrm>
            <a:off x="838080" y="1638360"/>
            <a:ext cx="10515600" cy="396360"/>
          </a:xfrm>
          <a:prstGeom prst="rect">
            <a:avLst/>
          </a:prstGeom>
          <a:noFill/>
          <a:ln w="0">
            <a:noFill/>
          </a:ln>
        </p:spPr>
        <p:txBody>
          <a:bodyPr lIns="0" rIns="0" tIns="0" bIns="0" anchor="t">
            <a:noAutofit/>
          </a:bodyPr>
          <a:p>
            <a:r>
              <a:rPr b="1" lang="en-US" sz="2160" spc="-1" strike="noStrike">
                <a:solidFill>
                  <a:srgbClr val="004899"/>
                </a:solidFill>
                <a:latin typeface="Noto Sans"/>
                <a:hlinkClick r:id="rId1"/>
              </a:rPr>
              <a:t>Unit 13 · Kursübersicht</a:t>
            </a:r>
            <a:endParaRPr b="0" lang="en-US" sz="2160" spc="-1" strike="noStrike">
              <a:solidFill>
                <a:srgbClr val="000000"/>
              </a:solidFill>
              <a:latin typeface="Arial"/>
            </a:endParaRPr>
          </a:p>
        </p:txBody>
      </p:sp>
      <p:sp>
        <p:nvSpPr>
          <p:cNvPr id="696" name=""/>
          <p:cNvSpPr txBox="1"/>
          <p:nvPr/>
        </p:nvSpPr>
        <p:spPr>
          <a:xfrm>
            <a:off x="838080" y="2103120"/>
            <a:ext cx="10515600" cy="396360"/>
          </a:xfrm>
          <a:prstGeom prst="rect">
            <a:avLst/>
          </a:prstGeom>
          <a:noFill/>
          <a:ln w="0">
            <a:noFill/>
          </a:ln>
        </p:spPr>
        <p:txBody>
          <a:bodyPr lIns="0" rIns="0" tIns="0" bIns="0" anchor="t">
            <a:noAutofit/>
          </a:bodyPr>
          <a:p>
            <a:r>
              <a:rPr b="1" lang="en-US" sz="2160" spc="-1" strike="noStrike">
                <a:solidFill>
                  <a:srgbClr val="004899"/>
                </a:solidFill>
                <a:latin typeface="Noto Sans"/>
                <a:hlinkClick r:id="rId2"/>
              </a:rPr>
              <a:t>Das Rastermodell</a:t>
            </a:r>
            <a:endParaRPr b="0" lang="en-US" sz="2160" spc="-1" strike="noStrike">
              <a:solidFill>
                <a:srgbClr val="000000"/>
              </a:solidFill>
              <a:latin typeface="Arial"/>
            </a:endParaRPr>
          </a:p>
        </p:txBody>
      </p:sp>
      <p:sp>
        <p:nvSpPr>
          <p:cNvPr id="697" name=""/>
          <p:cNvSpPr txBox="1"/>
          <p:nvPr/>
        </p:nvSpPr>
        <p:spPr>
          <a:xfrm>
            <a:off x="838080" y="2567880"/>
            <a:ext cx="10515600" cy="396360"/>
          </a:xfrm>
          <a:prstGeom prst="rect">
            <a:avLst/>
          </a:prstGeom>
          <a:noFill/>
          <a:ln w="0">
            <a:noFill/>
          </a:ln>
        </p:spPr>
        <p:txBody>
          <a:bodyPr lIns="0" rIns="0" tIns="0" bIns="0" anchor="t">
            <a:noAutofit/>
          </a:bodyPr>
          <a:p>
            <a:r>
              <a:rPr b="1" lang="en-US" sz="2160" spc="-1" strike="noStrike">
                <a:solidFill>
                  <a:srgbClr val="004899"/>
                </a:solidFill>
                <a:latin typeface="Noto Sans"/>
                <a:hlinkClick r:id="rId3"/>
              </a:rPr>
              <a:t>Eigenschaften von Rasterdaten</a:t>
            </a:r>
            <a:endParaRPr b="0" lang="en-US" sz="2160" spc="-1" strike="noStrike">
              <a:solidFill>
                <a:srgbClr val="000000"/>
              </a:solidFill>
              <a:latin typeface="Arial"/>
            </a:endParaRPr>
          </a:p>
        </p:txBody>
      </p:sp>
      <p:sp>
        <p:nvSpPr>
          <p:cNvPr id="698" name=""/>
          <p:cNvSpPr txBox="1"/>
          <p:nvPr/>
        </p:nvSpPr>
        <p:spPr>
          <a:xfrm>
            <a:off x="838080" y="3032640"/>
            <a:ext cx="10515600" cy="396360"/>
          </a:xfrm>
          <a:prstGeom prst="rect">
            <a:avLst/>
          </a:prstGeom>
          <a:noFill/>
          <a:ln w="0">
            <a:noFill/>
          </a:ln>
        </p:spPr>
        <p:txBody>
          <a:bodyPr lIns="0" rIns="0" tIns="0" bIns="0" anchor="t">
            <a:noAutofit/>
          </a:bodyPr>
          <a:p>
            <a:r>
              <a:rPr b="1" lang="en-US" sz="2160" spc="-1" strike="noStrike">
                <a:solidFill>
                  <a:srgbClr val="004899"/>
                </a:solidFill>
                <a:latin typeface="Noto Sans"/>
                <a:hlinkClick r:id="rId4"/>
              </a:rPr>
              <a:t>Rasterdaten in QGIS</a:t>
            </a:r>
            <a:endParaRPr b="0" lang="en-US" sz="2160" spc="-1" strike="noStrike">
              <a:solidFill>
                <a:srgbClr val="000000"/>
              </a:solidFill>
              <a:latin typeface="Arial"/>
            </a:endParaRPr>
          </a:p>
        </p:txBody>
      </p:sp>
      <p:sp>
        <p:nvSpPr>
          <p:cNvPr id="699" name=""/>
          <p:cNvSpPr txBox="1"/>
          <p:nvPr/>
        </p:nvSpPr>
        <p:spPr>
          <a:xfrm>
            <a:off x="838080" y="3497760"/>
            <a:ext cx="10515600" cy="396360"/>
          </a:xfrm>
          <a:prstGeom prst="rect">
            <a:avLst/>
          </a:prstGeom>
          <a:noFill/>
          <a:ln w="0">
            <a:noFill/>
          </a:ln>
        </p:spPr>
        <p:txBody>
          <a:bodyPr lIns="0" rIns="0" tIns="0" bIns="0" anchor="t">
            <a:noAutofit/>
          </a:bodyPr>
          <a:p>
            <a:r>
              <a:rPr b="1" lang="en-US" sz="2160" spc="-1" strike="noStrike">
                <a:solidFill>
                  <a:srgbClr val="004899"/>
                </a:solidFill>
                <a:latin typeface="Noto Sans"/>
                <a:hlinkClick r:id="rId5"/>
              </a:rPr>
              <a:t>QGIS 3.40 · Benutzerhandbuch</a:t>
            </a:r>
            <a:endParaRPr b="0" lang="en-US" sz="2160" spc="-1" strike="noStrike">
              <a:solidFill>
                <a:srgbClr val="000000"/>
              </a:solidFill>
              <a:latin typeface="Arial"/>
            </a:endParaRPr>
          </a:p>
        </p:txBody>
      </p:sp>
      <p:sp>
        <p:nvSpPr>
          <p:cNvPr id="700" name=""/>
          <p:cNvSpPr txBox="1"/>
          <p:nvPr/>
        </p:nvSpPr>
        <p:spPr>
          <a:xfrm>
            <a:off x="838080" y="3962520"/>
            <a:ext cx="10515600" cy="396360"/>
          </a:xfrm>
          <a:prstGeom prst="rect">
            <a:avLst/>
          </a:prstGeom>
          <a:noFill/>
          <a:ln w="0">
            <a:noFill/>
          </a:ln>
        </p:spPr>
        <p:txBody>
          <a:bodyPr lIns="0" rIns="0" tIns="0" bIns="0" anchor="t">
            <a:noAutofit/>
          </a:bodyPr>
          <a:p>
            <a:r>
              <a:rPr b="1" lang="en-US" sz="2160" spc="-1" strike="noStrike">
                <a:solidFill>
                  <a:srgbClr val="004899"/>
                </a:solidFill>
                <a:latin typeface="Noto Sans"/>
                <a:hlinkClick r:id="rId6"/>
              </a:rPr>
              <a:t>Hessen Geodatenmanagement · DGM</a:t>
            </a:r>
            <a:endParaRPr b="0" lang="en-US" sz="2160" spc="-1" strike="noStrike">
              <a:solidFill>
                <a:srgbClr val="000000"/>
              </a:solidFill>
              <a:latin typeface="Arial"/>
            </a:endParaRPr>
          </a:p>
        </p:txBody>
      </p:sp>
      <p:sp>
        <p:nvSpPr>
          <p:cNvPr id="701" name=""/>
          <p:cNvSpPr txBox="1"/>
          <p:nvPr/>
        </p:nvSpPr>
        <p:spPr>
          <a:xfrm>
            <a:off x="838080" y="4427280"/>
            <a:ext cx="10515600" cy="396360"/>
          </a:xfrm>
          <a:prstGeom prst="rect">
            <a:avLst/>
          </a:prstGeom>
          <a:noFill/>
          <a:ln w="0">
            <a:noFill/>
          </a:ln>
        </p:spPr>
        <p:txBody>
          <a:bodyPr lIns="0" rIns="0" tIns="0" bIns="0" anchor="t">
            <a:noAutofit/>
          </a:bodyPr>
          <a:p>
            <a:r>
              <a:rPr b="1" lang="en-US" sz="2160" spc="-1" strike="noStrike">
                <a:solidFill>
                  <a:srgbClr val="004899"/>
                </a:solidFill>
                <a:latin typeface="Noto Sans"/>
                <a:hlinkClick r:id="rId7"/>
              </a:rPr>
              <a:t>Hessen Geodatenmanagement · Open Data</a:t>
            </a:r>
            <a:endParaRPr b="0" lang="en-US" sz="2160" spc="-1" strike="noStrike">
              <a:solidFill>
                <a:srgbClr val="000000"/>
              </a:solidFill>
              <a:latin typeface="Arial"/>
            </a:endParaRPr>
          </a:p>
        </p:txBody>
      </p:sp>
      <p:sp>
        <p:nvSpPr>
          <p:cNvPr id="702" name=""/>
          <p:cNvSpPr txBox="1"/>
          <p:nvPr/>
        </p:nvSpPr>
        <p:spPr>
          <a:xfrm>
            <a:off x="838080" y="5143680"/>
            <a:ext cx="10591920" cy="960120"/>
          </a:xfrm>
          <a:prstGeom prst="rect">
            <a:avLst/>
          </a:prstGeom>
          <a:noFill/>
          <a:ln w="0">
            <a:noFill/>
          </a:ln>
        </p:spPr>
        <p:txBody>
          <a:bodyPr lIns="0" rIns="0" tIns="0" bIns="0" anchor="t">
            <a:noAutofit/>
          </a:bodyPr>
          <a:p>
            <a:r>
              <a:rPr b="0" lang="en-US" sz="1600" spc="-1" strike="noStrike">
                <a:solidFill>
                  <a:srgbClr val="414141"/>
                </a:solidFill>
                <a:latin typeface="Noto Sans"/>
              </a:rPr>
              <a:t>Paketstand: 08.09.2026 · Abgleich der Folien: 09.09.2026</a:t>
            </a:r>
            <a:endParaRPr b="0" lang="en-US" sz="1600" spc="-1" strike="noStrike">
              <a:solidFill>
                <a:srgbClr val="000000"/>
              </a:solidFill>
              <a:latin typeface="Arial"/>
            </a:endParaRPr>
          </a:p>
          <a:p>
            <a:r>
              <a:rPr b="0" lang="en-US" sz="1600" spc="-1" strike="noStrike">
                <a:solidFill>
                  <a:srgbClr val="414141"/>
                </a:solidFill>
                <a:latin typeface="Noto Sans"/>
              </a:rPr>
              <a:t>Layout: Universität-Marburg-Vorlage · Titel-/Abschlussbild: FB19-Vorlage</a:t>
            </a:r>
            <a:endParaRPr b="0" lang="en-US" sz="1600" spc="-1" strike="noStrike">
              <a:solidFill>
                <a:srgbClr val="000000"/>
              </a:solidFill>
              <a:latin typeface="Arial"/>
            </a:endParaRPr>
          </a:p>
          <a:p>
            <a:r>
              <a:rPr b="0" lang="en-US" sz="1600" spc="-1" strike="noStrike">
                <a:solidFill>
                  <a:srgbClr val="414141"/>
                </a:solidFill>
                <a:latin typeface="Noto Sans"/>
              </a:rPr>
              <a:t>Lehrabbildungen: sechs vorhandene SVGs der Unit 13</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3" name=""/>
          <p:cNvSpPr/>
          <p:nvPr/>
        </p:nvSpPr>
        <p:spPr>
          <a:xfrm>
            <a:off x="335160" y="335160"/>
            <a:ext cx="6164640" cy="6149520"/>
          </a:xfrm>
          <a:prstGeom prst="rect">
            <a:avLst/>
          </a:prstGeom>
          <a:solidFill>
            <a:srgbClr val="f7deed"/>
          </a:solidFill>
          <a:ln w="0">
            <a:noFill/>
          </a:ln>
        </p:spPr>
        <p:txBody>
          <a:bodyPr lIns="90000" rIns="90000" tIns="45000" bIns="45000" anchor="ctr" anchorCtr="1">
            <a:noAutofit/>
          </a:bodyPr>
          <a:p>
            <a:endParaRPr b="0" lang="en-US" sz="1800" spc="-1" strike="noStrike">
              <a:solidFill>
                <a:srgbClr val="000000"/>
              </a:solidFill>
              <a:latin typeface="Arial"/>
            </a:endParaRPr>
          </a:p>
        </p:txBody>
      </p:sp>
      <p:pic>
        <p:nvPicPr>
          <p:cNvPr id="704" name="" descr=""/>
          <p:cNvPicPr/>
          <p:nvPr/>
        </p:nvPicPr>
        <p:blipFill>
          <a:blip r:embed="rId1"/>
          <a:stretch/>
        </p:blipFill>
        <p:spPr>
          <a:xfrm>
            <a:off x="6972480" y="2666880"/>
            <a:ext cx="4876920" cy="1671120"/>
          </a:xfrm>
          <a:prstGeom prst="rect">
            <a:avLst/>
          </a:prstGeom>
          <a:ln w="0">
            <a:noFill/>
          </a:ln>
        </p:spPr>
      </p:pic>
      <p:sp>
        <p:nvSpPr>
          <p:cNvPr id="705" name=""/>
          <p:cNvSpPr txBox="1"/>
          <p:nvPr/>
        </p:nvSpPr>
        <p:spPr>
          <a:xfrm>
            <a:off x="762120" y="2895480"/>
            <a:ext cx="5334120" cy="1905120"/>
          </a:xfrm>
          <a:prstGeom prst="rect">
            <a:avLst/>
          </a:prstGeom>
          <a:noFill/>
          <a:ln w="0">
            <a:noFill/>
          </a:ln>
        </p:spPr>
        <p:txBody>
          <a:bodyPr lIns="0" rIns="0" tIns="0" bIns="0" anchor="t">
            <a:noAutofit/>
          </a:bodyPr>
          <a:p>
            <a:r>
              <a:rPr b="0" lang="en-US" sz="3859" spc="-1" strike="noStrike">
                <a:solidFill>
                  <a:srgbClr val="000000"/>
                </a:solidFill>
                <a:latin typeface="Noto Sans"/>
              </a:rPr>
              <a:t>Vielen Dank für Ihre Aufmerksamkeit</a:t>
            </a:r>
            <a:endParaRPr b="0" lang="en-US" sz="3859" spc="-1" strike="noStrike">
              <a:solidFill>
                <a:srgbClr val="ffffff"/>
              </a:solidFill>
              <a:latin typeface="Arial"/>
            </a:endParaRPr>
          </a:p>
        </p:txBody>
      </p:sp>
      <p:sp>
        <p:nvSpPr>
          <p:cNvPr id="706" name=""/>
          <p:cNvSpPr txBox="1"/>
          <p:nvPr/>
        </p:nvSpPr>
        <p:spPr>
          <a:xfrm>
            <a:off x="1257480" y="5410080"/>
            <a:ext cx="4724280" cy="838080"/>
          </a:xfrm>
          <a:prstGeom prst="rect">
            <a:avLst/>
          </a:prstGeom>
          <a:noFill/>
          <a:ln w="0">
            <a:noFill/>
          </a:ln>
        </p:spPr>
        <p:txBody>
          <a:bodyPr lIns="0" rIns="0" tIns="0" bIns="0" anchor="t">
            <a:noAutofit/>
          </a:bodyPr>
          <a:p>
            <a:r>
              <a:rPr b="0" lang="en-US" sz="1690" spc="-1" strike="noStrike">
                <a:solidFill>
                  <a:srgbClr val="000000"/>
                </a:solidFill>
                <a:latin typeface="Noto Sans"/>
              </a:rPr>
              <a:t>Geodaten · Unit 13</a:t>
            </a:r>
            <a:endParaRPr b="0" lang="en-US" sz="1690" spc="-1" strike="noStrike">
              <a:solidFill>
                <a:srgbClr val="ffffff"/>
              </a:solidFill>
              <a:latin typeface="Arial"/>
            </a:endParaRPr>
          </a:p>
          <a:p>
            <a:r>
              <a:rPr b="0" lang="en-US" sz="1690" spc="-1" strike="noStrike">
                <a:solidFill>
                  <a:srgbClr val="000000"/>
                </a:solidFill>
                <a:latin typeface="Noto Sans"/>
              </a:rPr>
              <a:t>Fachbereich 19 · Geographie</a:t>
            </a:r>
            <a:endParaRPr b="0" lang="en-US" sz="169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3.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4.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5.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6.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7.xml><?xml version="1.0" encoding="utf-8"?>
<a:theme xmlns:a="http://schemas.openxmlformats.org/drawingml/2006/main" xmlns:r="http://schemas.openxmlformats.org/officeDocument/2006/relationships" name="Universität Marburg">
  <a:themeElements>
    <a:clrScheme name="Uni Marburg">
      <a:dk1>
        <a:srgbClr val="000000"/>
      </a:dk1>
      <a:lt1>
        <a:srgbClr val="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pitchFamily="0" charset="1"/>
        <a:ea typeface=""/>
        <a:cs typeface=""/>
      </a:majorFont>
      <a:minorFont>
        <a:latin typeface="Noto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8.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LibreOffice/24.2.7.2$Linux_X86_64 LibreOffice_project/420$Build-2</Application>
  <AppVersion>15.0000</AppVersion>
  <Words>1825</Words>
  <Paragraphs>216</Paragraphs>
  <Company>Universität Marburg</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2025-02-27T00:25:01Z</dcterms:created>
  <dc:creator>GeoMOER</dc:creator>
  <dc:description/>
  <dc:language>en-US</dc:language>
  <cp:lastModifiedBy/>
  <dcterms:modified xsi:type="dcterms:W3CDTF">2026-09-11T16:23:43Z</dcterms:modified>
  <cp:revision>35</cp:revision>
  <dc:subject>Geodaten · Unit 13 · Präsenzlehre</dc:subject>
  <dc:title>Unit 13 – Rasterdaten und Höhenwerte</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Breitbild</vt:lpwstr>
  </property>
  <property fmtid="{D5CDD505-2E9C-101B-9397-08002B2CF9AE}" pid="3" name="Slides">
    <vt:i4>22</vt:i4>
  </property>
</Properties>
</file>