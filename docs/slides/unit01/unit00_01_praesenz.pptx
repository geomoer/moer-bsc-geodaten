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4.xml" ContentType="application/vnd.openxmlformats-officedocument.theme+xml"/>
  <Override PartName="/ppt/slideLayouts/slideLayout16.xml" ContentType="application/vnd.openxmlformats-officedocument.presentationml.slideLayout+xml"/>
  <Override PartName="/ppt/theme/theme15.xml" ContentType="application/vnd.openxmlformats-officedocument.theme+xml"/>
  <Override PartName="/ppt/slideLayouts/slideLayout17.xml" ContentType="application/vnd.openxmlformats-officedocument.presentationml.slideLayout+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54" r:id="rId3"/>
    <p:sldMasterId id="2147483656" r:id="rId4"/>
    <p:sldMasterId id="2147483658" r:id="rId5"/>
    <p:sldMasterId id="2147483660" r:id="rId6"/>
    <p:sldMasterId id="2147483662" r:id="rId7"/>
    <p:sldMasterId id="2147483664" r:id="rId8"/>
    <p:sldMasterId id="2147483666" r:id="rId9"/>
    <p:sldMasterId id="2147483668" r:id="rId10"/>
    <p:sldMasterId id="2147483670" r:id="rId11"/>
    <p:sldMasterId id="2147483672" r:id="rId12"/>
    <p:sldMasterId id="2147483674" r:id="rId13"/>
    <p:sldMasterId id="2147483676" r:id="rId14"/>
    <p:sldMasterId id="2147483679" r:id="rId15"/>
    <p:sldMasterId id="2147483681" r:id="rId16"/>
  </p:sldMasterIdLst>
  <p:notesMasterIdLst>
    <p:notesMasterId r:id="rId44"/>
  </p:notesMasterIdLst>
  <p:sldIdLst>
    <p:sldId id="256" r:id="rId17"/>
    <p:sldId id="287" r:id="rId18"/>
    <p:sldId id="297" r:id="rId19"/>
    <p:sldId id="259" r:id="rId20"/>
    <p:sldId id="288" r:id="rId21"/>
    <p:sldId id="289" r:id="rId22"/>
    <p:sldId id="300" r:id="rId23"/>
    <p:sldId id="299" r:id="rId24"/>
    <p:sldId id="314" r:id="rId25"/>
    <p:sldId id="290" r:id="rId26"/>
    <p:sldId id="294" r:id="rId27"/>
    <p:sldId id="291" r:id="rId28"/>
    <p:sldId id="292" r:id="rId29"/>
    <p:sldId id="301" r:id="rId30"/>
    <p:sldId id="315" r:id="rId31"/>
    <p:sldId id="316" r:id="rId32"/>
    <p:sldId id="317" r:id="rId33"/>
    <p:sldId id="318" r:id="rId34"/>
    <p:sldId id="319" r:id="rId35"/>
    <p:sldId id="320" r:id="rId36"/>
    <p:sldId id="321" r:id="rId37"/>
    <p:sldId id="322" r:id="rId38"/>
    <p:sldId id="323" r:id="rId39"/>
    <p:sldId id="311" r:id="rId40"/>
    <p:sldId id="312" r:id="rId41"/>
    <p:sldId id="313" r:id="rId42"/>
    <p:sldId id="286" r:id="rId43"/>
  </p:sldIdLst>
  <p:sldSz cx="12192000" cy="6858000"/>
  <p:notesSz cx="7559675" cy="10691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4F6A"/>
    <a:srgbClr val="0F1F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474" autoAdjust="0"/>
  </p:normalViewPr>
  <p:slideViewPr>
    <p:cSldViewPr snapToGrid="0" showGuides="1">
      <p:cViewPr varScale="1">
        <p:scale>
          <a:sx n="75" d="100"/>
          <a:sy n="75" d="100"/>
        </p:scale>
        <p:origin x="183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slide" Target="slides/slide23.xml"/><Relationship Id="rId21" Type="http://schemas.openxmlformats.org/officeDocument/2006/relationships/slide" Target="slides/slide5.xml"/><Relationship Id="rId34" Type="http://schemas.openxmlformats.org/officeDocument/2006/relationships/slide" Target="slides/slide18.xml"/><Relationship Id="rId42" Type="http://schemas.openxmlformats.org/officeDocument/2006/relationships/slide" Target="slides/slide26.xml"/><Relationship Id="rId47"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10" Type="http://schemas.openxmlformats.org/officeDocument/2006/relationships/slideMaster" Target="slideMasters/slideMaster10.xml"/><Relationship Id="rId19" Type="http://schemas.openxmlformats.org/officeDocument/2006/relationships/slide" Target="slides/slide3.xml"/><Relationship Id="rId31" Type="http://schemas.openxmlformats.org/officeDocument/2006/relationships/slide" Target="slides/slide15.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tableStyles" Target="tableStyle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viewProps" Target="viewProps.xml"/><Relationship Id="rId20" Type="http://schemas.openxmlformats.org/officeDocument/2006/relationships/slide" Target="slides/slide4.xml"/><Relationship Id="rId41" Type="http://schemas.openxmlformats.org/officeDocument/2006/relationships/slide" Target="slides/slide2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814332-CEC5-49DB-9134-120A5D37E03B}" type="doc">
      <dgm:prSet loTypeId="urn:microsoft.com/office/officeart/2005/8/layout/cycle2" loCatId="cycle" qsTypeId="urn:microsoft.com/office/officeart/2005/8/quickstyle/simple1" qsCatId="simple" csTypeId="urn:microsoft.com/office/officeart/2005/8/colors/colorful2" csCatId="colorful" phldr="1"/>
      <dgm:spPr/>
      <dgm:t>
        <a:bodyPr/>
        <a:lstStyle/>
        <a:p>
          <a:endParaRPr lang="de-DE"/>
        </a:p>
      </dgm:t>
    </dgm:pt>
    <dgm:pt modelId="{604957A9-CD24-4E73-ACA3-0D8E78C232B1}">
      <dgm:prSet phldrT="[Text]"/>
      <dgm:spPr/>
      <dgm:t>
        <a:bodyPr/>
        <a:lstStyle/>
        <a:p>
          <a:r>
            <a:rPr lang="de-DE" dirty="0"/>
            <a:t>Input (</a:t>
          </a:r>
          <a:r>
            <a:rPr lang="de-DE" dirty="0" err="1"/>
            <a:t>präsenz</a:t>
          </a:r>
          <a:r>
            <a:rPr lang="de-DE" dirty="0"/>
            <a:t>)</a:t>
          </a:r>
        </a:p>
      </dgm:t>
    </dgm:pt>
    <dgm:pt modelId="{22A0582E-E5DE-43BD-906C-3CEDCF6C5F41}" type="parTrans" cxnId="{511D149B-BB5C-44A4-B458-250ECD3E0E78}">
      <dgm:prSet/>
      <dgm:spPr/>
      <dgm:t>
        <a:bodyPr/>
        <a:lstStyle/>
        <a:p>
          <a:endParaRPr lang="de-DE"/>
        </a:p>
      </dgm:t>
    </dgm:pt>
    <dgm:pt modelId="{D00AA456-3696-47E9-A672-0C6C6D498E90}" type="sibTrans" cxnId="{511D149B-BB5C-44A4-B458-250ECD3E0E78}">
      <dgm:prSet/>
      <dgm:spPr/>
      <dgm:t>
        <a:bodyPr/>
        <a:lstStyle/>
        <a:p>
          <a:endParaRPr lang="de-DE"/>
        </a:p>
      </dgm:t>
    </dgm:pt>
    <dgm:pt modelId="{C6223265-378C-4731-814C-0EB775C24993}">
      <dgm:prSet phldrT="[Text]"/>
      <dgm:spPr/>
      <dgm:t>
        <a:bodyPr/>
        <a:lstStyle/>
        <a:p>
          <a:r>
            <a:rPr lang="de-DE" dirty="0"/>
            <a:t>Übungen (</a:t>
          </a:r>
          <a:r>
            <a:rPr lang="de-DE" dirty="0" err="1"/>
            <a:t>präsenz</a:t>
          </a:r>
          <a:r>
            <a:rPr lang="de-DE" dirty="0"/>
            <a:t>)</a:t>
          </a:r>
        </a:p>
      </dgm:t>
    </dgm:pt>
    <dgm:pt modelId="{3CEE8319-DE17-494C-8FE5-2EAC66C011A9}" type="parTrans" cxnId="{FDC534B1-34CD-4307-9632-6FE49204D175}">
      <dgm:prSet/>
      <dgm:spPr/>
      <dgm:t>
        <a:bodyPr/>
        <a:lstStyle/>
        <a:p>
          <a:endParaRPr lang="de-DE"/>
        </a:p>
      </dgm:t>
    </dgm:pt>
    <dgm:pt modelId="{739E7D39-F59E-4294-9CCD-7B775DE0AC1F}" type="sibTrans" cxnId="{FDC534B1-34CD-4307-9632-6FE49204D175}">
      <dgm:prSet/>
      <dgm:spPr/>
      <dgm:t>
        <a:bodyPr/>
        <a:lstStyle/>
        <a:p>
          <a:endParaRPr lang="de-DE"/>
        </a:p>
      </dgm:t>
    </dgm:pt>
    <dgm:pt modelId="{585A3C1E-225D-4066-85EC-7F1852D579F6}">
      <dgm:prSet phldrT="[Text]"/>
      <dgm:spPr/>
      <dgm:t>
        <a:bodyPr/>
        <a:lstStyle/>
        <a:p>
          <a:r>
            <a:rPr lang="de-DE" dirty="0"/>
            <a:t>Aufarbeitung</a:t>
          </a:r>
        </a:p>
        <a:p>
          <a:r>
            <a:rPr lang="de-DE" dirty="0"/>
            <a:t>(mit Hilfe des Handbuchs, daheim)</a:t>
          </a:r>
        </a:p>
        <a:p>
          <a:endParaRPr lang="de-DE" dirty="0"/>
        </a:p>
        <a:p>
          <a:r>
            <a:rPr lang="de-DE" dirty="0"/>
            <a:t>(+ </a:t>
          </a:r>
          <a:r>
            <a:rPr lang="de-DE" dirty="0" err="1"/>
            <a:t>opt</a:t>
          </a:r>
          <a:r>
            <a:rPr lang="de-DE" dirty="0"/>
            <a:t>. Tutorium)</a:t>
          </a:r>
        </a:p>
      </dgm:t>
    </dgm:pt>
    <dgm:pt modelId="{57C2A4E4-4FAF-4DA8-8D2F-537877317869}" type="parTrans" cxnId="{27DDB4F5-D358-491B-92D4-4284313BDD54}">
      <dgm:prSet/>
      <dgm:spPr/>
      <dgm:t>
        <a:bodyPr/>
        <a:lstStyle/>
        <a:p>
          <a:endParaRPr lang="de-DE"/>
        </a:p>
      </dgm:t>
    </dgm:pt>
    <dgm:pt modelId="{45D47E20-4049-423F-AB48-8FA221BA4A42}" type="sibTrans" cxnId="{27DDB4F5-D358-491B-92D4-4284313BDD54}">
      <dgm:prSet/>
      <dgm:spPr/>
      <dgm:t>
        <a:bodyPr/>
        <a:lstStyle/>
        <a:p>
          <a:endParaRPr lang="de-DE"/>
        </a:p>
      </dgm:t>
    </dgm:pt>
    <dgm:pt modelId="{C6542652-C390-4742-9CAA-46F564994D89}">
      <dgm:prSet phldrT="[Text]"/>
      <dgm:spPr/>
      <dgm:t>
        <a:bodyPr/>
        <a:lstStyle/>
        <a:p>
          <a:r>
            <a:rPr lang="de-DE" dirty="0"/>
            <a:t>Übungsaufgaben </a:t>
          </a:r>
        </a:p>
        <a:p>
          <a:r>
            <a:rPr lang="de-DE" dirty="0"/>
            <a:t>(Ilias, daheim)</a:t>
          </a:r>
        </a:p>
      </dgm:t>
    </dgm:pt>
    <dgm:pt modelId="{5EAD6858-BC65-49A5-9A53-F04CF4585E6A}" type="parTrans" cxnId="{A8319C69-760B-4C90-9E13-711B546BF90B}">
      <dgm:prSet/>
      <dgm:spPr/>
      <dgm:t>
        <a:bodyPr/>
        <a:lstStyle/>
        <a:p>
          <a:endParaRPr lang="de-DE"/>
        </a:p>
      </dgm:t>
    </dgm:pt>
    <dgm:pt modelId="{4E20DDA9-71E4-40B1-97D5-06E27A1124D4}" type="sibTrans" cxnId="{A8319C69-760B-4C90-9E13-711B546BF90B}">
      <dgm:prSet/>
      <dgm:spPr/>
      <dgm:t>
        <a:bodyPr/>
        <a:lstStyle/>
        <a:p>
          <a:endParaRPr lang="de-DE"/>
        </a:p>
      </dgm:t>
    </dgm:pt>
    <dgm:pt modelId="{013D49E1-79E5-4CF2-9CC4-927F6FE769B5}">
      <dgm:prSet phldrT="[Text]"/>
      <dgm:spPr/>
      <dgm:t>
        <a:bodyPr/>
        <a:lstStyle/>
        <a:p>
          <a:r>
            <a:rPr lang="de-DE" dirty="0"/>
            <a:t>Identifizierung Verständnisprobleme</a:t>
          </a:r>
        </a:p>
      </dgm:t>
    </dgm:pt>
    <dgm:pt modelId="{E7989CC7-AB96-4021-9088-2775C04AFD8E}" type="parTrans" cxnId="{7D090F02-C4F8-4802-86FE-4882C82376C0}">
      <dgm:prSet/>
      <dgm:spPr/>
      <dgm:t>
        <a:bodyPr/>
        <a:lstStyle/>
        <a:p>
          <a:endParaRPr lang="de-DE"/>
        </a:p>
      </dgm:t>
    </dgm:pt>
    <dgm:pt modelId="{43A89535-3B4F-400E-8385-3EF76E4B4677}" type="sibTrans" cxnId="{7D090F02-C4F8-4802-86FE-4882C82376C0}">
      <dgm:prSet/>
      <dgm:spPr/>
      <dgm:t>
        <a:bodyPr/>
        <a:lstStyle/>
        <a:p>
          <a:endParaRPr lang="de-DE"/>
        </a:p>
      </dgm:t>
    </dgm:pt>
    <dgm:pt modelId="{02E30ED9-FD5F-4BE2-9623-4265061D32EF}" type="pres">
      <dgm:prSet presAssocID="{99814332-CEC5-49DB-9134-120A5D37E03B}" presName="cycle" presStyleCnt="0">
        <dgm:presLayoutVars>
          <dgm:dir/>
          <dgm:resizeHandles val="exact"/>
        </dgm:presLayoutVars>
      </dgm:prSet>
      <dgm:spPr/>
    </dgm:pt>
    <dgm:pt modelId="{630C4014-D5BE-46CA-80B1-A35ED4A9BEA6}" type="pres">
      <dgm:prSet presAssocID="{604957A9-CD24-4E73-ACA3-0D8E78C232B1}" presName="node" presStyleLbl="node1" presStyleIdx="0" presStyleCnt="5">
        <dgm:presLayoutVars>
          <dgm:bulletEnabled val="1"/>
        </dgm:presLayoutVars>
      </dgm:prSet>
      <dgm:spPr/>
    </dgm:pt>
    <dgm:pt modelId="{14831253-97B1-405D-8D75-6CEF856D7193}" type="pres">
      <dgm:prSet presAssocID="{D00AA456-3696-47E9-A672-0C6C6D498E90}" presName="sibTrans" presStyleLbl="sibTrans2D1" presStyleIdx="0" presStyleCnt="5"/>
      <dgm:spPr/>
    </dgm:pt>
    <dgm:pt modelId="{F67F7345-9BA6-4C01-AAC3-0D1A4D848A04}" type="pres">
      <dgm:prSet presAssocID="{D00AA456-3696-47E9-A672-0C6C6D498E90}" presName="connectorText" presStyleLbl="sibTrans2D1" presStyleIdx="0" presStyleCnt="5"/>
      <dgm:spPr/>
    </dgm:pt>
    <dgm:pt modelId="{B0C5F771-25C2-4C98-AA9D-85447266BB92}" type="pres">
      <dgm:prSet presAssocID="{C6223265-378C-4731-814C-0EB775C24993}" presName="node" presStyleLbl="node1" presStyleIdx="1" presStyleCnt="5">
        <dgm:presLayoutVars>
          <dgm:bulletEnabled val="1"/>
        </dgm:presLayoutVars>
      </dgm:prSet>
      <dgm:spPr/>
    </dgm:pt>
    <dgm:pt modelId="{8035C6EC-3DDA-4661-BEDC-7800E72694DB}" type="pres">
      <dgm:prSet presAssocID="{739E7D39-F59E-4294-9CCD-7B775DE0AC1F}" presName="sibTrans" presStyleLbl="sibTrans2D1" presStyleIdx="1" presStyleCnt="5"/>
      <dgm:spPr/>
    </dgm:pt>
    <dgm:pt modelId="{DA7DDBDC-92C3-4AAC-AA07-D5622AE06746}" type="pres">
      <dgm:prSet presAssocID="{739E7D39-F59E-4294-9CCD-7B775DE0AC1F}" presName="connectorText" presStyleLbl="sibTrans2D1" presStyleIdx="1" presStyleCnt="5"/>
      <dgm:spPr/>
    </dgm:pt>
    <dgm:pt modelId="{F76FB9ED-6D7F-45BB-BEEA-2084ABACC667}" type="pres">
      <dgm:prSet presAssocID="{585A3C1E-225D-4066-85EC-7F1852D579F6}" presName="node" presStyleLbl="node1" presStyleIdx="2" presStyleCnt="5">
        <dgm:presLayoutVars>
          <dgm:bulletEnabled val="1"/>
        </dgm:presLayoutVars>
      </dgm:prSet>
      <dgm:spPr/>
    </dgm:pt>
    <dgm:pt modelId="{CC94E680-62E7-4298-8661-5EC34B38D924}" type="pres">
      <dgm:prSet presAssocID="{45D47E20-4049-423F-AB48-8FA221BA4A42}" presName="sibTrans" presStyleLbl="sibTrans2D1" presStyleIdx="2" presStyleCnt="5"/>
      <dgm:spPr/>
    </dgm:pt>
    <dgm:pt modelId="{0FB0E980-4D1E-43AC-A4AB-7867CAF9DC15}" type="pres">
      <dgm:prSet presAssocID="{45D47E20-4049-423F-AB48-8FA221BA4A42}" presName="connectorText" presStyleLbl="sibTrans2D1" presStyleIdx="2" presStyleCnt="5"/>
      <dgm:spPr/>
    </dgm:pt>
    <dgm:pt modelId="{63742F3E-1D9F-4A68-8AAE-6BBB84826A28}" type="pres">
      <dgm:prSet presAssocID="{C6542652-C390-4742-9CAA-46F564994D89}" presName="node" presStyleLbl="node1" presStyleIdx="3" presStyleCnt="5">
        <dgm:presLayoutVars>
          <dgm:bulletEnabled val="1"/>
        </dgm:presLayoutVars>
      </dgm:prSet>
      <dgm:spPr/>
    </dgm:pt>
    <dgm:pt modelId="{878408CD-1692-4150-9AA2-E7979C077550}" type="pres">
      <dgm:prSet presAssocID="{4E20DDA9-71E4-40B1-97D5-06E27A1124D4}" presName="sibTrans" presStyleLbl="sibTrans2D1" presStyleIdx="3" presStyleCnt="5"/>
      <dgm:spPr/>
    </dgm:pt>
    <dgm:pt modelId="{B305957D-8EF5-49F8-98EF-478AA3C58073}" type="pres">
      <dgm:prSet presAssocID="{4E20DDA9-71E4-40B1-97D5-06E27A1124D4}" presName="connectorText" presStyleLbl="sibTrans2D1" presStyleIdx="3" presStyleCnt="5"/>
      <dgm:spPr/>
    </dgm:pt>
    <dgm:pt modelId="{F0B14614-B232-421D-8EF1-11400996315B}" type="pres">
      <dgm:prSet presAssocID="{013D49E1-79E5-4CF2-9CC4-927F6FE769B5}" presName="node" presStyleLbl="node1" presStyleIdx="4" presStyleCnt="5">
        <dgm:presLayoutVars>
          <dgm:bulletEnabled val="1"/>
        </dgm:presLayoutVars>
      </dgm:prSet>
      <dgm:spPr/>
    </dgm:pt>
    <dgm:pt modelId="{B0216426-C84F-468F-AB39-89BDCF5B26F6}" type="pres">
      <dgm:prSet presAssocID="{43A89535-3B4F-400E-8385-3EF76E4B4677}" presName="sibTrans" presStyleLbl="sibTrans2D1" presStyleIdx="4" presStyleCnt="5"/>
      <dgm:spPr/>
    </dgm:pt>
    <dgm:pt modelId="{C9D47E41-19D4-4F3E-92A6-FFA192BCF096}" type="pres">
      <dgm:prSet presAssocID="{43A89535-3B4F-400E-8385-3EF76E4B4677}" presName="connectorText" presStyleLbl="sibTrans2D1" presStyleIdx="4" presStyleCnt="5"/>
      <dgm:spPr/>
    </dgm:pt>
  </dgm:ptLst>
  <dgm:cxnLst>
    <dgm:cxn modelId="{7D090F02-C4F8-4802-86FE-4882C82376C0}" srcId="{99814332-CEC5-49DB-9134-120A5D37E03B}" destId="{013D49E1-79E5-4CF2-9CC4-927F6FE769B5}" srcOrd="4" destOrd="0" parTransId="{E7989CC7-AB96-4021-9088-2775C04AFD8E}" sibTransId="{43A89535-3B4F-400E-8385-3EF76E4B4677}"/>
    <dgm:cxn modelId="{E8C0D105-8984-4E7F-A62C-62556C388579}" type="presOf" srcId="{43A89535-3B4F-400E-8385-3EF76E4B4677}" destId="{B0216426-C84F-468F-AB39-89BDCF5B26F6}" srcOrd="0" destOrd="0" presId="urn:microsoft.com/office/officeart/2005/8/layout/cycle2"/>
    <dgm:cxn modelId="{AD968F14-26F6-453B-9734-814E5BB290CA}" type="presOf" srcId="{604957A9-CD24-4E73-ACA3-0D8E78C232B1}" destId="{630C4014-D5BE-46CA-80B1-A35ED4A9BEA6}" srcOrd="0" destOrd="0" presId="urn:microsoft.com/office/officeart/2005/8/layout/cycle2"/>
    <dgm:cxn modelId="{0F650D1E-6AB2-4C35-AE05-D3F9182F821C}" type="presOf" srcId="{739E7D39-F59E-4294-9CCD-7B775DE0AC1F}" destId="{8035C6EC-3DDA-4661-BEDC-7800E72694DB}" srcOrd="0" destOrd="0" presId="urn:microsoft.com/office/officeart/2005/8/layout/cycle2"/>
    <dgm:cxn modelId="{C4789224-90DC-4A0D-B2DB-54B57A2D2EED}" type="presOf" srcId="{45D47E20-4049-423F-AB48-8FA221BA4A42}" destId="{0FB0E980-4D1E-43AC-A4AB-7867CAF9DC15}" srcOrd="1" destOrd="0" presId="urn:microsoft.com/office/officeart/2005/8/layout/cycle2"/>
    <dgm:cxn modelId="{9C0CA938-0469-4298-BADC-2B0565B556E3}" type="presOf" srcId="{45D47E20-4049-423F-AB48-8FA221BA4A42}" destId="{CC94E680-62E7-4298-8661-5EC34B38D924}" srcOrd="0" destOrd="0" presId="urn:microsoft.com/office/officeart/2005/8/layout/cycle2"/>
    <dgm:cxn modelId="{BBB06B3E-B133-4D3A-BA44-89448821D370}" type="presOf" srcId="{4E20DDA9-71E4-40B1-97D5-06E27A1124D4}" destId="{B305957D-8EF5-49F8-98EF-478AA3C58073}" srcOrd="1" destOrd="0" presId="urn:microsoft.com/office/officeart/2005/8/layout/cycle2"/>
    <dgm:cxn modelId="{7A19053F-5E69-4233-9D33-3C3F6FB05644}" type="presOf" srcId="{4E20DDA9-71E4-40B1-97D5-06E27A1124D4}" destId="{878408CD-1692-4150-9AA2-E7979C077550}" srcOrd="0" destOrd="0" presId="urn:microsoft.com/office/officeart/2005/8/layout/cycle2"/>
    <dgm:cxn modelId="{D412FE5B-9303-44F7-ACCE-0A0FAE1D8BAC}" type="presOf" srcId="{739E7D39-F59E-4294-9CCD-7B775DE0AC1F}" destId="{DA7DDBDC-92C3-4AAC-AA07-D5622AE06746}" srcOrd="1" destOrd="0" presId="urn:microsoft.com/office/officeart/2005/8/layout/cycle2"/>
    <dgm:cxn modelId="{A8319C69-760B-4C90-9E13-711B546BF90B}" srcId="{99814332-CEC5-49DB-9134-120A5D37E03B}" destId="{C6542652-C390-4742-9CAA-46F564994D89}" srcOrd="3" destOrd="0" parTransId="{5EAD6858-BC65-49A5-9A53-F04CF4585E6A}" sibTransId="{4E20DDA9-71E4-40B1-97D5-06E27A1124D4}"/>
    <dgm:cxn modelId="{CCE2CF56-A36D-447F-9885-0F7F4D168089}" type="presOf" srcId="{C6542652-C390-4742-9CAA-46F564994D89}" destId="{63742F3E-1D9F-4A68-8AAE-6BBB84826A28}" srcOrd="0" destOrd="0" presId="urn:microsoft.com/office/officeart/2005/8/layout/cycle2"/>
    <dgm:cxn modelId="{3EDFB07A-C67C-4001-85E8-1AF6A8C8EEE0}" type="presOf" srcId="{C6223265-378C-4731-814C-0EB775C24993}" destId="{B0C5F771-25C2-4C98-AA9D-85447266BB92}" srcOrd="0" destOrd="0" presId="urn:microsoft.com/office/officeart/2005/8/layout/cycle2"/>
    <dgm:cxn modelId="{7312A091-581E-4993-879C-F132C96F8D5E}" type="presOf" srcId="{D00AA456-3696-47E9-A672-0C6C6D498E90}" destId="{F67F7345-9BA6-4C01-AAC3-0D1A4D848A04}" srcOrd="1" destOrd="0" presId="urn:microsoft.com/office/officeart/2005/8/layout/cycle2"/>
    <dgm:cxn modelId="{1CECD298-B45A-42BB-8707-12CC8D23B85F}" type="presOf" srcId="{585A3C1E-225D-4066-85EC-7F1852D579F6}" destId="{F76FB9ED-6D7F-45BB-BEEA-2084ABACC667}" srcOrd="0" destOrd="0" presId="urn:microsoft.com/office/officeart/2005/8/layout/cycle2"/>
    <dgm:cxn modelId="{511D149B-BB5C-44A4-B458-250ECD3E0E78}" srcId="{99814332-CEC5-49DB-9134-120A5D37E03B}" destId="{604957A9-CD24-4E73-ACA3-0D8E78C232B1}" srcOrd="0" destOrd="0" parTransId="{22A0582E-E5DE-43BD-906C-3CEDCF6C5F41}" sibTransId="{D00AA456-3696-47E9-A672-0C6C6D498E90}"/>
    <dgm:cxn modelId="{5F98B7AA-B61E-4121-8845-526CD4766351}" type="presOf" srcId="{99814332-CEC5-49DB-9134-120A5D37E03B}" destId="{02E30ED9-FD5F-4BE2-9623-4265061D32EF}" srcOrd="0" destOrd="0" presId="urn:microsoft.com/office/officeart/2005/8/layout/cycle2"/>
    <dgm:cxn modelId="{F89FE7AC-51FF-489E-BDE1-BA275383D9C0}" type="presOf" srcId="{013D49E1-79E5-4CF2-9CC4-927F6FE769B5}" destId="{F0B14614-B232-421D-8EF1-11400996315B}" srcOrd="0" destOrd="0" presId="urn:microsoft.com/office/officeart/2005/8/layout/cycle2"/>
    <dgm:cxn modelId="{FDC534B1-34CD-4307-9632-6FE49204D175}" srcId="{99814332-CEC5-49DB-9134-120A5D37E03B}" destId="{C6223265-378C-4731-814C-0EB775C24993}" srcOrd="1" destOrd="0" parTransId="{3CEE8319-DE17-494C-8FE5-2EAC66C011A9}" sibTransId="{739E7D39-F59E-4294-9CCD-7B775DE0AC1F}"/>
    <dgm:cxn modelId="{E62991B8-A5B0-4B70-BAA2-1A0D47B12BEB}" type="presOf" srcId="{43A89535-3B4F-400E-8385-3EF76E4B4677}" destId="{C9D47E41-19D4-4F3E-92A6-FFA192BCF096}" srcOrd="1" destOrd="0" presId="urn:microsoft.com/office/officeart/2005/8/layout/cycle2"/>
    <dgm:cxn modelId="{1215FFC9-7563-47EE-A901-FF3ED6B20463}" type="presOf" srcId="{D00AA456-3696-47E9-A672-0C6C6D498E90}" destId="{14831253-97B1-405D-8D75-6CEF856D7193}" srcOrd="0" destOrd="0" presId="urn:microsoft.com/office/officeart/2005/8/layout/cycle2"/>
    <dgm:cxn modelId="{27DDB4F5-D358-491B-92D4-4284313BDD54}" srcId="{99814332-CEC5-49DB-9134-120A5D37E03B}" destId="{585A3C1E-225D-4066-85EC-7F1852D579F6}" srcOrd="2" destOrd="0" parTransId="{57C2A4E4-4FAF-4DA8-8D2F-537877317869}" sibTransId="{45D47E20-4049-423F-AB48-8FA221BA4A42}"/>
    <dgm:cxn modelId="{D3AECBB1-96B8-4F42-8FB8-1E3836B30435}" type="presParOf" srcId="{02E30ED9-FD5F-4BE2-9623-4265061D32EF}" destId="{630C4014-D5BE-46CA-80B1-A35ED4A9BEA6}" srcOrd="0" destOrd="0" presId="urn:microsoft.com/office/officeart/2005/8/layout/cycle2"/>
    <dgm:cxn modelId="{A3991CDC-1295-4798-9468-B0E829A7631F}" type="presParOf" srcId="{02E30ED9-FD5F-4BE2-9623-4265061D32EF}" destId="{14831253-97B1-405D-8D75-6CEF856D7193}" srcOrd="1" destOrd="0" presId="urn:microsoft.com/office/officeart/2005/8/layout/cycle2"/>
    <dgm:cxn modelId="{EB99E60E-2136-4B5D-9967-3B8C05B9AA2E}" type="presParOf" srcId="{14831253-97B1-405D-8D75-6CEF856D7193}" destId="{F67F7345-9BA6-4C01-AAC3-0D1A4D848A04}" srcOrd="0" destOrd="0" presId="urn:microsoft.com/office/officeart/2005/8/layout/cycle2"/>
    <dgm:cxn modelId="{59953956-A0B4-4830-BC36-B8F0D2BCC2C7}" type="presParOf" srcId="{02E30ED9-FD5F-4BE2-9623-4265061D32EF}" destId="{B0C5F771-25C2-4C98-AA9D-85447266BB92}" srcOrd="2" destOrd="0" presId="urn:microsoft.com/office/officeart/2005/8/layout/cycle2"/>
    <dgm:cxn modelId="{546821A6-C335-43F3-8C8B-8D5EFAAB74A3}" type="presParOf" srcId="{02E30ED9-FD5F-4BE2-9623-4265061D32EF}" destId="{8035C6EC-3DDA-4661-BEDC-7800E72694DB}" srcOrd="3" destOrd="0" presId="urn:microsoft.com/office/officeart/2005/8/layout/cycle2"/>
    <dgm:cxn modelId="{0BAB61DD-2FC3-4C56-9A2B-DF183638D96A}" type="presParOf" srcId="{8035C6EC-3DDA-4661-BEDC-7800E72694DB}" destId="{DA7DDBDC-92C3-4AAC-AA07-D5622AE06746}" srcOrd="0" destOrd="0" presId="urn:microsoft.com/office/officeart/2005/8/layout/cycle2"/>
    <dgm:cxn modelId="{C4F8520F-D3F4-43F5-A67E-3E0D0DAF2E84}" type="presParOf" srcId="{02E30ED9-FD5F-4BE2-9623-4265061D32EF}" destId="{F76FB9ED-6D7F-45BB-BEEA-2084ABACC667}" srcOrd="4" destOrd="0" presId="urn:microsoft.com/office/officeart/2005/8/layout/cycle2"/>
    <dgm:cxn modelId="{C99C2CBE-EF7E-45E6-9FCC-73DF96C25F4F}" type="presParOf" srcId="{02E30ED9-FD5F-4BE2-9623-4265061D32EF}" destId="{CC94E680-62E7-4298-8661-5EC34B38D924}" srcOrd="5" destOrd="0" presId="urn:microsoft.com/office/officeart/2005/8/layout/cycle2"/>
    <dgm:cxn modelId="{D53403CC-41C5-4194-BBE9-F9C8B904F8D4}" type="presParOf" srcId="{CC94E680-62E7-4298-8661-5EC34B38D924}" destId="{0FB0E980-4D1E-43AC-A4AB-7867CAF9DC15}" srcOrd="0" destOrd="0" presId="urn:microsoft.com/office/officeart/2005/8/layout/cycle2"/>
    <dgm:cxn modelId="{94516CEA-54B8-43E2-9CAF-9730F0502F49}" type="presParOf" srcId="{02E30ED9-FD5F-4BE2-9623-4265061D32EF}" destId="{63742F3E-1D9F-4A68-8AAE-6BBB84826A28}" srcOrd="6" destOrd="0" presId="urn:microsoft.com/office/officeart/2005/8/layout/cycle2"/>
    <dgm:cxn modelId="{861DFE52-A54B-4221-AE9E-5E925083FD4C}" type="presParOf" srcId="{02E30ED9-FD5F-4BE2-9623-4265061D32EF}" destId="{878408CD-1692-4150-9AA2-E7979C077550}" srcOrd="7" destOrd="0" presId="urn:microsoft.com/office/officeart/2005/8/layout/cycle2"/>
    <dgm:cxn modelId="{CA4FC5D6-3EDB-4E52-83FC-8F728FD599D9}" type="presParOf" srcId="{878408CD-1692-4150-9AA2-E7979C077550}" destId="{B305957D-8EF5-49F8-98EF-478AA3C58073}" srcOrd="0" destOrd="0" presId="urn:microsoft.com/office/officeart/2005/8/layout/cycle2"/>
    <dgm:cxn modelId="{5B2A13C9-16EF-4A9C-BEF9-84EE9BA8CBC7}" type="presParOf" srcId="{02E30ED9-FD5F-4BE2-9623-4265061D32EF}" destId="{F0B14614-B232-421D-8EF1-11400996315B}" srcOrd="8" destOrd="0" presId="urn:microsoft.com/office/officeart/2005/8/layout/cycle2"/>
    <dgm:cxn modelId="{182382BF-1D31-48C4-9229-0A3318402E2F}" type="presParOf" srcId="{02E30ED9-FD5F-4BE2-9623-4265061D32EF}" destId="{B0216426-C84F-468F-AB39-89BDCF5B26F6}" srcOrd="9" destOrd="0" presId="urn:microsoft.com/office/officeart/2005/8/layout/cycle2"/>
    <dgm:cxn modelId="{70944BBC-32F9-4E4A-B09E-38A00309E8F2}" type="presParOf" srcId="{B0216426-C84F-468F-AB39-89BDCF5B26F6}" destId="{C9D47E41-19D4-4F3E-92A6-FFA192BCF096}"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0C4014-D5BE-46CA-80B1-A35ED4A9BEA6}">
      <dsp:nvSpPr>
        <dsp:cNvPr id="0" name=""/>
        <dsp:cNvSpPr/>
      </dsp:nvSpPr>
      <dsp:spPr>
        <a:xfrm>
          <a:off x="3246437" y="534"/>
          <a:ext cx="1635124" cy="1635124"/>
        </a:xfrm>
        <a:prstGeom prst="ellipse">
          <a:avLst/>
        </a:prstGeom>
        <a:solidFill>
          <a:schemeClr val="accent2">
            <a:hueOff val="0"/>
            <a:satOff val="0"/>
            <a:lumOff val="0"/>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Input (</a:t>
          </a:r>
          <a:r>
            <a:rPr lang="de-DE" sz="800" kern="1200" dirty="0" err="1"/>
            <a:t>präsenz</a:t>
          </a:r>
          <a:r>
            <a:rPr lang="de-DE" sz="800" kern="1200" dirty="0"/>
            <a:t>)</a:t>
          </a:r>
        </a:p>
      </dsp:txBody>
      <dsp:txXfrm>
        <a:off x="3485895" y="239992"/>
        <a:ext cx="1156208" cy="1156208"/>
      </dsp:txXfrm>
    </dsp:sp>
    <dsp:sp modelId="{14831253-97B1-405D-8D75-6CEF856D7193}">
      <dsp:nvSpPr>
        <dsp:cNvPr id="0" name=""/>
        <dsp:cNvSpPr/>
      </dsp:nvSpPr>
      <dsp:spPr>
        <a:xfrm rot="2160000">
          <a:off x="4830234" y="1257302"/>
          <a:ext cx="436123" cy="551854"/>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a:off x="4842728" y="1329221"/>
        <a:ext cx="305286" cy="331112"/>
      </dsp:txXfrm>
    </dsp:sp>
    <dsp:sp modelId="{B0C5F771-25C2-4C98-AA9D-85447266BB92}">
      <dsp:nvSpPr>
        <dsp:cNvPr id="0" name=""/>
        <dsp:cNvSpPr/>
      </dsp:nvSpPr>
      <dsp:spPr>
        <a:xfrm>
          <a:off x="5235001" y="1445310"/>
          <a:ext cx="1635124" cy="1635124"/>
        </a:xfrm>
        <a:prstGeom prst="ellipse">
          <a:avLst/>
        </a:prstGeom>
        <a:solidFill>
          <a:schemeClr val="accent2">
            <a:hueOff val="1827507"/>
            <a:satOff val="-4221"/>
            <a:lumOff val="-4608"/>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Übungen (</a:t>
          </a:r>
          <a:r>
            <a:rPr lang="de-DE" sz="800" kern="1200" dirty="0" err="1"/>
            <a:t>präsenz</a:t>
          </a:r>
          <a:r>
            <a:rPr lang="de-DE" sz="800" kern="1200" dirty="0"/>
            <a:t>)</a:t>
          </a:r>
        </a:p>
      </dsp:txBody>
      <dsp:txXfrm>
        <a:off x="5474459" y="1684768"/>
        <a:ext cx="1156208" cy="1156208"/>
      </dsp:txXfrm>
    </dsp:sp>
    <dsp:sp modelId="{8035C6EC-3DDA-4661-BEDC-7800E72694DB}">
      <dsp:nvSpPr>
        <dsp:cNvPr id="0" name=""/>
        <dsp:cNvSpPr/>
      </dsp:nvSpPr>
      <dsp:spPr>
        <a:xfrm rot="6480000">
          <a:off x="5458534" y="3144055"/>
          <a:ext cx="436123" cy="551854"/>
        </a:xfrm>
        <a:prstGeom prst="rightArrow">
          <a:avLst>
            <a:gd name="adj1" fmla="val 60000"/>
            <a:gd name="adj2" fmla="val 50000"/>
          </a:avLst>
        </a:prstGeom>
        <a:solidFill>
          <a:schemeClr val="accent2">
            <a:hueOff val="1827507"/>
            <a:satOff val="-4221"/>
            <a:lumOff val="-4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rot="10800000">
        <a:off x="5544168" y="3192209"/>
        <a:ext cx="305286" cy="331112"/>
      </dsp:txXfrm>
    </dsp:sp>
    <dsp:sp modelId="{F76FB9ED-6D7F-45BB-BEEA-2084ABACC667}">
      <dsp:nvSpPr>
        <dsp:cNvPr id="0" name=""/>
        <dsp:cNvSpPr/>
      </dsp:nvSpPr>
      <dsp:spPr>
        <a:xfrm>
          <a:off x="4475437" y="3783007"/>
          <a:ext cx="1635124" cy="1635124"/>
        </a:xfrm>
        <a:prstGeom prst="ellipse">
          <a:avLst/>
        </a:prstGeom>
        <a:solidFill>
          <a:schemeClr val="accent2">
            <a:hueOff val="3655014"/>
            <a:satOff val="-8442"/>
            <a:lumOff val="-9216"/>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Aufarbeitung</a:t>
          </a:r>
        </a:p>
        <a:p>
          <a:pPr marL="0" lvl="0" indent="0" algn="ctr" defTabSz="355600">
            <a:lnSpc>
              <a:spcPct val="90000"/>
            </a:lnSpc>
            <a:spcBef>
              <a:spcPct val="0"/>
            </a:spcBef>
            <a:spcAft>
              <a:spcPct val="35000"/>
            </a:spcAft>
            <a:buNone/>
          </a:pPr>
          <a:r>
            <a:rPr lang="de-DE" sz="800" kern="1200" dirty="0"/>
            <a:t>(mit Hilfe des Handbuchs, daheim)</a:t>
          </a:r>
        </a:p>
        <a:p>
          <a:pPr marL="0" lvl="0" indent="0" algn="ctr" defTabSz="355600">
            <a:lnSpc>
              <a:spcPct val="90000"/>
            </a:lnSpc>
            <a:spcBef>
              <a:spcPct val="0"/>
            </a:spcBef>
            <a:spcAft>
              <a:spcPct val="35000"/>
            </a:spcAft>
            <a:buNone/>
          </a:pPr>
          <a:endParaRPr lang="de-DE" sz="800" kern="1200" dirty="0"/>
        </a:p>
        <a:p>
          <a:pPr marL="0" lvl="0" indent="0" algn="ctr" defTabSz="355600">
            <a:lnSpc>
              <a:spcPct val="90000"/>
            </a:lnSpc>
            <a:spcBef>
              <a:spcPct val="0"/>
            </a:spcBef>
            <a:spcAft>
              <a:spcPct val="35000"/>
            </a:spcAft>
            <a:buNone/>
          </a:pPr>
          <a:r>
            <a:rPr lang="de-DE" sz="800" kern="1200" dirty="0"/>
            <a:t>(+ </a:t>
          </a:r>
          <a:r>
            <a:rPr lang="de-DE" sz="800" kern="1200" dirty="0" err="1"/>
            <a:t>opt</a:t>
          </a:r>
          <a:r>
            <a:rPr lang="de-DE" sz="800" kern="1200" dirty="0"/>
            <a:t>. Tutorium)</a:t>
          </a:r>
        </a:p>
      </dsp:txBody>
      <dsp:txXfrm>
        <a:off x="4714895" y="4022465"/>
        <a:ext cx="1156208" cy="1156208"/>
      </dsp:txXfrm>
    </dsp:sp>
    <dsp:sp modelId="{CC94E680-62E7-4298-8661-5EC34B38D924}">
      <dsp:nvSpPr>
        <dsp:cNvPr id="0" name=""/>
        <dsp:cNvSpPr/>
      </dsp:nvSpPr>
      <dsp:spPr>
        <a:xfrm rot="10800000">
          <a:off x="3858281" y="4324642"/>
          <a:ext cx="436123" cy="551854"/>
        </a:xfrm>
        <a:prstGeom prst="rightArrow">
          <a:avLst>
            <a:gd name="adj1" fmla="val 60000"/>
            <a:gd name="adj2" fmla="val 50000"/>
          </a:avLst>
        </a:prstGeom>
        <a:solidFill>
          <a:schemeClr val="accent2">
            <a:hueOff val="3655014"/>
            <a:satOff val="-8442"/>
            <a:lumOff val="-921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rot="10800000">
        <a:off x="3989118" y="4435013"/>
        <a:ext cx="305286" cy="331112"/>
      </dsp:txXfrm>
    </dsp:sp>
    <dsp:sp modelId="{63742F3E-1D9F-4A68-8AAE-6BBB84826A28}">
      <dsp:nvSpPr>
        <dsp:cNvPr id="0" name=""/>
        <dsp:cNvSpPr/>
      </dsp:nvSpPr>
      <dsp:spPr>
        <a:xfrm>
          <a:off x="2017437" y="3783007"/>
          <a:ext cx="1635124" cy="1635124"/>
        </a:xfrm>
        <a:prstGeom prst="ellipse">
          <a:avLst/>
        </a:prstGeom>
        <a:solidFill>
          <a:schemeClr val="accent2">
            <a:hueOff val="5482520"/>
            <a:satOff val="-12663"/>
            <a:lumOff val="-13824"/>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Übungsaufgaben </a:t>
          </a:r>
        </a:p>
        <a:p>
          <a:pPr marL="0" lvl="0" indent="0" algn="ctr" defTabSz="355600">
            <a:lnSpc>
              <a:spcPct val="90000"/>
            </a:lnSpc>
            <a:spcBef>
              <a:spcPct val="0"/>
            </a:spcBef>
            <a:spcAft>
              <a:spcPct val="35000"/>
            </a:spcAft>
            <a:buNone/>
          </a:pPr>
          <a:r>
            <a:rPr lang="de-DE" sz="800" kern="1200" dirty="0"/>
            <a:t>(Ilias, daheim)</a:t>
          </a:r>
        </a:p>
      </dsp:txBody>
      <dsp:txXfrm>
        <a:off x="2256895" y="4022465"/>
        <a:ext cx="1156208" cy="1156208"/>
      </dsp:txXfrm>
    </dsp:sp>
    <dsp:sp modelId="{878408CD-1692-4150-9AA2-E7979C077550}">
      <dsp:nvSpPr>
        <dsp:cNvPr id="0" name=""/>
        <dsp:cNvSpPr/>
      </dsp:nvSpPr>
      <dsp:spPr>
        <a:xfrm rot="15120000">
          <a:off x="2240970" y="3167533"/>
          <a:ext cx="436123" cy="551854"/>
        </a:xfrm>
        <a:prstGeom prst="rightArrow">
          <a:avLst>
            <a:gd name="adj1" fmla="val 60000"/>
            <a:gd name="adj2" fmla="val 50000"/>
          </a:avLst>
        </a:prstGeom>
        <a:solidFill>
          <a:schemeClr val="accent2">
            <a:hueOff val="5482520"/>
            <a:satOff val="-12663"/>
            <a:lumOff val="-1382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rot="10800000">
        <a:off x="2326604" y="3340121"/>
        <a:ext cx="305286" cy="331112"/>
      </dsp:txXfrm>
    </dsp:sp>
    <dsp:sp modelId="{F0B14614-B232-421D-8EF1-11400996315B}">
      <dsp:nvSpPr>
        <dsp:cNvPr id="0" name=""/>
        <dsp:cNvSpPr/>
      </dsp:nvSpPr>
      <dsp:spPr>
        <a:xfrm>
          <a:off x="1257873" y="1445310"/>
          <a:ext cx="1635124" cy="1635124"/>
        </a:xfrm>
        <a:prstGeom prst="ellipse">
          <a:avLst/>
        </a:prstGeom>
        <a:solidFill>
          <a:schemeClr val="accent2">
            <a:hueOff val="7310027"/>
            <a:satOff val="-16884"/>
            <a:lumOff val="-18432"/>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de-DE" sz="800" kern="1200" dirty="0"/>
            <a:t>Identifizierung Verständnisprobleme</a:t>
          </a:r>
        </a:p>
      </dsp:txBody>
      <dsp:txXfrm>
        <a:off x="1497331" y="1684768"/>
        <a:ext cx="1156208" cy="1156208"/>
      </dsp:txXfrm>
    </dsp:sp>
    <dsp:sp modelId="{B0216426-C84F-468F-AB39-89BDCF5B26F6}">
      <dsp:nvSpPr>
        <dsp:cNvPr id="0" name=""/>
        <dsp:cNvSpPr/>
      </dsp:nvSpPr>
      <dsp:spPr>
        <a:xfrm rot="19440000">
          <a:off x="2841670" y="1271812"/>
          <a:ext cx="436123" cy="551854"/>
        </a:xfrm>
        <a:prstGeom prst="rightArrow">
          <a:avLst>
            <a:gd name="adj1" fmla="val 60000"/>
            <a:gd name="adj2" fmla="val 50000"/>
          </a:avLst>
        </a:prstGeom>
        <a:solidFill>
          <a:schemeClr val="accent2">
            <a:hueOff val="7310027"/>
            <a:satOff val="-16884"/>
            <a:lumOff val="-1843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de-DE" sz="700" kern="1200"/>
        </a:p>
      </dsp:txBody>
      <dsp:txXfrm>
        <a:off x="2854164" y="1420635"/>
        <a:ext cx="305286" cy="33111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5"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de-DE" sz="1800" b="0" strike="noStrike" spc="-1">
                <a:solidFill>
                  <a:schemeClr val="dk1"/>
                </a:solidFill>
                <a:latin typeface="Noto Sans"/>
              </a:rPr>
              <a:t>Click to move the slide</a:t>
            </a: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87"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88"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89"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90"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9CB9F827-EAC1-4712-B289-C8F78D29347E}" type="slidenum">
              <a:rPr lang="en-US" sz="1400" b="0" strike="noStrike" spc="-1">
                <a:solidFill>
                  <a:srgbClr val="000000"/>
                </a:solidFill>
                <a:latin typeface="Times New Roman"/>
              </a:rPr>
              <a:t>‹Nr.›</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PlaceHolder 1"/>
          <p:cNvSpPr>
            <a:spLocks noGrp="1" noRot="1" noChangeAspect="1"/>
          </p:cNvSpPr>
          <p:nvPr>
            <p:ph type="sldImg"/>
          </p:nvPr>
        </p:nvSpPr>
        <p:spPr>
          <a:xfrm>
            <a:off x="217488" y="812800"/>
            <a:ext cx="7124700" cy="4008438"/>
          </a:xfrm>
          <a:prstGeom prst="rect">
            <a:avLst/>
          </a:prstGeom>
          <a:ln w="0">
            <a:noFill/>
          </a:ln>
        </p:spPr>
      </p:sp>
      <p:sp>
        <p:nvSpPr>
          <p:cNvPr id="58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Vor Beginn – Titel Unit 00.</a:t>
            </a:r>
          </a:p>
          <a:p>
            <a:r>
              <a:rPr lang="de-DE" sz="1400" dirty="0">
                <a:solidFill>
                  <a:srgbClr val="000000"/>
                </a:solidFill>
                <a:latin typeface="Arial"/>
              </a:rPr>
              <a:t>Beim Ankommen zeigen. Unit 00 und Unit 01 laufen heute zusammen in einer Sitzung (90 Minuten).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0–5 – Organisation.</a:t>
            </a:r>
          </a:p>
          <a:p>
            <a:r>
              <a:rPr lang="de-DE" sz="1400" dirty="0">
                <a:solidFill>
                  <a:srgbClr val="000000"/>
                </a:solidFill>
                <a:latin typeface="Arial"/>
              </a:rPr>
              <a:t>Die drei Orte des Kurses zeigen: HTML-Lernumgebung (Kursinhalte, in ILIAS verlinkt), ILIAS (Übungsdaten, Übungsaufgaben, Umfragen) und Marvin (Einschreibung, Bestanden/nicht bestanden, Noteneinsicht).</a:t>
            </a:r>
          </a:p>
          <a:p>
            <a:r>
              <a:rPr lang="de-DE" sz="1400" dirty="0">
                <a:solidFill>
                  <a:srgbClr val="000000"/>
                </a:solidFill>
                <a:latin typeface="Arial"/>
              </a:rPr>
              <a:t>Blended Learning kurz erklären.</a:t>
            </a:r>
          </a:p>
          <a:p>
            <a:r>
              <a:rPr lang="de-DE" sz="1400" dirty="0">
                <a:solidFill>
                  <a:srgbClr val="000000"/>
                </a:solidFill>
                <a:latin typeface="Arial"/>
              </a:rPr>
              <a:t>Frage: „Ist noch jemand nicht dem Kurs beigetreten?“ Betroffene notieren und nach der Sitzung klären.</a:t>
            </a:r>
          </a:p>
        </p:txBody>
      </p:sp>
    </p:spTree>
    <p:extLst>
      <p:ext uri="{BB962C8B-B14F-4D97-AF65-F5344CB8AC3E}">
        <p14:creationId xmlns:p14="http://schemas.microsoft.com/office/powerpoint/2010/main" val="1999982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5–10 – ILIAS.</a:t>
            </a:r>
          </a:p>
          <a:p>
            <a:r>
              <a:rPr lang="de-DE" sz="1400" dirty="0">
                <a:solidFill>
                  <a:srgbClr val="000000"/>
                </a:solidFill>
                <a:latin typeface="Arial"/>
              </a:rPr>
              <a:t>Alle melden sich in ILIAS an und öffnen die HTML-Lernumgebung.</a:t>
            </a:r>
          </a:p>
          <a:p>
            <a:r>
              <a:rPr lang="de-DE" sz="1400" dirty="0">
                <a:solidFill>
                  <a:srgbClr val="000000"/>
                </a:solidFill>
                <a:latin typeface="Arial"/>
              </a:rPr>
              <a:t>Puffer für Login-Probleme. Wer nicht hineinkommt, schaut bei der Nachbarin oder dem Nachbarn mit; Probleme nach der Sitzung lösen.</a:t>
            </a:r>
          </a:p>
        </p:txBody>
      </p:sp>
    </p:spTree>
    <p:extLst>
      <p:ext uri="{BB962C8B-B14F-4D97-AF65-F5344CB8AC3E}">
        <p14:creationId xmlns:p14="http://schemas.microsoft.com/office/powerpoint/2010/main" val="2901959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10–14 – JiTT.</a:t>
            </a:r>
          </a:p>
          <a:p>
            <a:r>
              <a:rPr lang="de-DE" sz="1400" dirty="0">
                <a:solidFill>
                  <a:srgbClr val="000000"/>
                </a:solidFill>
                <a:latin typeface="Arial"/>
              </a:rPr>
              <a:t>Ablauf erklären: wöchentlich vorbereiten, alle 3 Wochen ein Test, insgesamt 4 Tests.</a:t>
            </a:r>
          </a:p>
          <a:p>
            <a:r>
              <a:rPr lang="de-DE" sz="1400" dirty="0">
                <a:solidFill>
                  <a:srgbClr val="000000"/>
                </a:solidFill>
                <a:latin typeface="Arial"/>
              </a:rPr>
              <a:t>Unterschied nennen: L3 bekommt eine Note (Durchschnitt), BSc bestanden/nicht bestanden.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14–15 – Anmeldezeiträume.</a:t>
            </a:r>
          </a:p>
          <a:p>
            <a:r>
              <a:rPr lang="de-DE" sz="1400" dirty="0">
                <a:solidFill>
                  <a:srgbClr val="000000"/>
                </a:solidFill>
                <a:latin typeface="Arial"/>
              </a:rPr>
              <a:t>Auf den Anmeldezeitraum für Prüfungs- und Studienleistung hinweisen: 01.10.2026 – 29.01.2027.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PlaceHolder 1"/>
          <p:cNvSpPr>
            <a:spLocks noGrp="1" noRot="1" noChangeAspect="1"/>
          </p:cNvSpPr>
          <p:nvPr>
            <p:ph type="sldImg"/>
          </p:nvPr>
        </p:nvSpPr>
        <p:spPr>
          <a:xfrm>
            <a:off x="217488" y="812800"/>
            <a:ext cx="7124700" cy="4008438"/>
          </a:xfrm>
          <a:prstGeom prst="rect">
            <a:avLst/>
          </a:prstGeom>
          <a:ln w="0">
            <a:noFill/>
          </a:ln>
        </p:spPr>
      </p:sp>
      <p:sp>
        <p:nvSpPr>
          <p:cNvPr id="58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15 – Titel Unit 01.</a:t>
            </a:r>
          </a:p>
          <a:p>
            <a:r>
              <a:rPr lang="de-DE" sz="1400" dirty="0">
                <a:solidFill>
                  <a:srgbClr val="000000"/>
                </a:solidFill>
                <a:latin typeface="Arial"/>
              </a:rPr>
              <a:t>Überleitung: „Bevor wir mit Geodaten arbeiten: Was passiert im Computer mit Daten?“</a:t>
            </a:r>
          </a:p>
        </p:txBody>
      </p:sp>
    </p:spTree>
    <p:extLst>
      <p:ext uri="{BB962C8B-B14F-4D97-AF65-F5344CB8AC3E}">
        <p14:creationId xmlns:p14="http://schemas.microsoft.com/office/powerpoint/2010/main" val="1272976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217488" y="812800"/>
            <a:ext cx="7124700" cy="4008438"/>
          </a:xfrm>
          <a:prstGeom prst="rect">
            <a:avLst/>
          </a:prstGeom>
          <a:ln w="0">
            <a:noFill/>
          </a:ln>
        </p:spPr>
      </p:sp>
      <p:sp>
        <p:nvSpPr>
          <p:cNvPr id="59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15–19 – Warum Geodaten?</a:t>
            </a:r>
          </a:p>
          <a:p>
            <a:r>
              <a:rPr lang="de-DE" sz="1400" dirty="0">
                <a:solidFill>
                  <a:srgbClr val="000000"/>
                </a:solidFill>
                <a:latin typeface="Arial"/>
              </a:rPr>
              <a:t>Definition kurz vorlesen: Daten sind durch Zeichen codierte Information.</a:t>
            </a:r>
          </a:p>
          <a:p>
            <a:r>
              <a:rPr lang="de-DE" sz="1400" dirty="0">
                <a:solidFill>
                  <a:srgbClr val="000000"/>
                </a:solidFill>
                <a:latin typeface="Arial"/>
              </a:rPr>
              <a:t>Grafik: Die weltweite Datenmenge wächst stark. Frage: „Welche Daten haben Sie heute schon erzeugt?“ Zwei bis drei Antworten sammeln.</a:t>
            </a:r>
          </a:p>
          <a:p>
            <a:r>
              <a:rPr lang="de-DE" sz="1400" dirty="0">
                <a:solidFill>
                  <a:srgbClr val="000000"/>
                </a:solidFill>
                <a:latin typeface="Arial"/>
              </a:rPr>
              <a:t>Quelle prüfen: DOI unten rechts ist abgeschnitten.</a:t>
            </a:r>
          </a:p>
        </p:txBody>
      </p:sp>
    </p:spTree>
    <p:extLst>
      <p:ext uri="{BB962C8B-B14F-4D97-AF65-F5344CB8AC3E}">
        <p14:creationId xmlns:p14="http://schemas.microsoft.com/office/powerpoint/2010/main" val="971836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217488" y="812800"/>
            <a:ext cx="7124700" cy="4008438"/>
          </a:xfrm>
          <a:prstGeom prst="rect">
            <a:avLst/>
          </a:prstGeom>
          <a:ln w="0">
            <a:noFill/>
          </a:ln>
        </p:spPr>
      </p:sp>
      <p:sp>
        <p:nvSpPr>
          <p:cNvPr id="59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19–21 – Kursziele.</a:t>
            </a:r>
          </a:p>
          <a:p>
            <a:r>
              <a:rPr lang="de-DE" sz="1400" dirty="0">
                <a:solidFill>
                  <a:srgbClr val="000000"/>
                </a:solidFill>
                <a:latin typeface="Arial"/>
              </a:rPr>
              <a:t>Die drei Ziele nennen: Umgang mit Geodaten, Recherche und kritische Bewertung, Grundlagen der Analyse und Visualisierung.</a:t>
            </a:r>
          </a:p>
        </p:txBody>
      </p:sp>
    </p:spTree>
    <p:extLst>
      <p:ext uri="{BB962C8B-B14F-4D97-AF65-F5344CB8AC3E}">
        <p14:creationId xmlns:p14="http://schemas.microsoft.com/office/powerpoint/2010/main" val="3078412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217488" y="812800"/>
            <a:ext cx="7124700" cy="4008438"/>
          </a:xfrm>
          <a:prstGeom prst="rect">
            <a:avLst/>
          </a:prstGeom>
          <a:ln w="0">
            <a:noFill/>
          </a:ln>
        </p:spPr>
      </p:sp>
      <p:sp>
        <p:nvSpPr>
          <p:cNvPr id="59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19–21 – Kursziele.</a:t>
            </a:r>
          </a:p>
          <a:p>
            <a:r>
              <a:rPr lang="de-DE" sz="1400" dirty="0">
                <a:solidFill>
                  <a:srgbClr val="000000"/>
                </a:solidFill>
                <a:latin typeface="Arial"/>
              </a:rPr>
              <a:t>Die drei Ziele nennen: Umgang mit Geodaten, Recherche und kritische Bewertung, Grundlagen der Analyse und Visualisierung.</a:t>
            </a:r>
          </a:p>
        </p:txBody>
      </p:sp>
    </p:spTree>
    <p:extLst>
      <p:ext uri="{BB962C8B-B14F-4D97-AF65-F5344CB8AC3E}">
        <p14:creationId xmlns:p14="http://schemas.microsoft.com/office/powerpoint/2010/main" val="2233229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21–25 – Live-Voting.</a:t>
            </a:r>
          </a:p>
          <a:p>
            <a:r>
              <a:rPr lang="de-DE" sz="1400" dirty="0">
                <a:solidFill>
                  <a:srgbClr val="000000"/>
                </a:solidFill>
                <a:latin typeface="Arial"/>
              </a:rPr>
              <a:t>QR-Code vor der Sitzung einfügen. Vorwissen zu Hardware und Software abfragen, Ergebnis kurz kommentieren.</a:t>
            </a:r>
          </a:p>
        </p:txBody>
      </p:sp>
    </p:spTree>
    <p:extLst>
      <p:ext uri="{BB962C8B-B14F-4D97-AF65-F5344CB8AC3E}">
        <p14:creationId xmlns:p14="http://schemas.microsoft.com/office/powerpoint/2010/main" val="3630878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25–28 – Morsecode.</a:t>
            </a:r>
          </a:p>
          <a:p>
            <a:r>
              <a:rPr lang="de-DE" sz="1400" dirty="0">
                <a:solidFill>
                  <a:srgbClr val="000000"/>
                </a:solidFill>
                <a:latin typeface="Arial"/>
              </a:rPr>
              <a:t>Morses Apparat zeigen, SOS-Ton abspielen.</a:t>
            </a:r>
          </a:p>
          <a:p>
            <a:r>
              <a:rPr lang="de-DE" sz="1400" dirty="0">
                <a:solidFill>
                  <a:srgbClr val="000000"/>
                </a:solidFill>
                <a:latin typeface="Arial"/>
              </a:rPr>
              <a:t>Frage: „Wie viele Zustände braucht dieser Code?“ Antwort: zwei.</a:t>
            </a:r>
          </a:p>
        </p:txBody>
      </p:sp>
    </p:spTree>
    <p:extLst>
      <p:ext uri="{BB962C8B-B14F-4D97-AF65-F5344CB8AC3E}">
        <p14:creationId xmlns:p14="http://schemas.microsoft.com/office/powerpoint/2010/main" val="1284764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28–34 – Bit, Byte, Zeichen.</a:t>
            </a:r>
          </a:p>
          <a:p>
            <a:r>
              <a:rPr lang="de-DE" sz="1400" dirty="0">
                <a:solidFill>
                  <a:srgbClr val="000000"/>
                </a:solidFill>
                <a:latin typeface="Arial"/>
              </a:rPr>
              <a:t>2 Zustände + vereinbarte Zuordnung = Information. 8 Bit = 1 Byte.</a:t>
            </a:r>
          </a:p>
          <a:p>
            <a:r>
              <a:rPr lang="de-DE" sz="1400" dirty="0">
                <a:solidFill>
                  <a:srgbClr val="000000"/>
                </a:solidFill>
                <a:latin typeface="Arial"/>
              </a:rPr>
              <a:t>Frage: „Wie viele Kombinationen ergeben 8 Bit?“ 30 Sekunden allein, dann Handzeichen: 256.</a:t>
            </a:r>
          </a:p>
          <a:p>
            <a:r>
              <a:rPr lang="de-DE" sz="1400" dirty="0">
                <a:solidFill>
                  <a:srgbClr val="000000"/>
                </a:solidFill>
                <a:latin typeface="Arial"/>
              </a:rPr>
              <a:t>01000001 = „A“ in ASCII/UTF-8.</a:t>
            </a:r>
          </a:p>
        </p:txBody>
      </p:sp>
    </p:spTree>
    <p:extLst>
      <p:ext uri="{BB962C8B-B14F-4D97-AF65-F5344CB8AC3E}">
        <p14:creationId xmlns:p14="http://schemas.microsoft.com/office/powerpoint/2010/main" val="26073884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34–38 – Dateiformat.</a:t>
            </a:r>
          </a:p>
          <a:p>
            <a:r>
              <a:rPr lang="de-DE" sz="1400" dirty="0">
                <a:solidFill>
                  <a:srgbClr val="000000"/>
                </a:solidFill>
                <a:latin typeface="Arial"/>
              </a:rPr>
              <a:t>Eine Bitfolge braucht eine Struktur. Beispiele aus den drei Spalten nennen.</a:t>
            </a:r>
          </a:p>
          <a:p>
            <a:r>
              <a:rPr lang="de-DE" sz="1400" dirty="0">
                <a:solidFill>
                  <a:srgbClr val="000000"/>
                </a:solidFill>
                <a:latin typeface="Arial"/>
              </a:rPr>
              <a:t>Brücke zu Geodaten: Ein Shapefile besteht aus mehreren Dateien (.shp, .shx, .dbf, .prj …).</a:t>
            </a:r>
          </a:p>
        </p:txBody>
      </p:sp>
    </p:spTree>
    <p:extLst>
      <p:ext uri="{BB962C8B-B14F-4D97-AF65-F5344CB8AC3E}">
        <p14:creationId xmlns:p14="http://schemas.microsoft.com/office/powerpoint/2010/main" val="2415386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r>
              <a:rPr lang="de-DE" sz="1400" dirty="0">
                <a:solidFill>
                  <a:srgbClr val="000000"/>
                </a:solidFill>
                <a:latin typeface="Arial"/>
              </a:rPr>
              <a:t>Minute 38–48 – Übung Codierung (7 Minuten Arbeit, 3 Minuten Besprechung).</a:t>
            </a:r>
          </a:p>
          <a:p>
            <a:r>
              <a:rPr lang="de-DE" sz="1400" dirty="0">
                <a:solidFill>
                  <a:srgbClr val="000000"/>
                </a:solidFill>
                <a:latin typeface="Arial"/>
              </a:rPr>
              <a:t>Erwartung: Die .txt-Datei mit „0!“ hat 2 Byte, die Word-Datei mehrere Kilobyte, weil sie Formatierung und Struktur mitspeichert.</a:t>
            </a:r>
          </a:p>
          <a:p>
            <a:r>
              <a:rPr lang="de-DE" sz="1400" dirty="0">
                <a:solidFill>
                  <a:srgbClr val="000000"/>
                </a:solidFill>
                <a:latin typeface="Arial"/>
              </a:rPr>
              <a:t>[ILIAS-PFAD] vor der Sitzung eintragen.</a:t>
            </a:r>
          </a:p>
        </p:txBody>
      </p:sp>
    </p:spTree>
    <p:extLst>
      <p:ext uri="{BB962C8B-B14F-4D97-AF65-F5344CB8AC3E}">
        <p14:creationId xmlns:p14="http://schemas.microsoft.com/office/powerpoint/2010/main" val="38081214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25711547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970526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3721391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20826575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967120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1778702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11638043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4709562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 name="PlaceHolder 1"/>
          <p:cNvSpPr>
            <a:spLocks noGrp="1" noRot="1" noChangeAspect="1"/>
          </p:cNvSpPr>
          <p:nvPr>
            <p:ph type="sldImg"/>
          </p:nvPr>
        </p:nvSpPr>
        <p:spPr>
          <a:xfrm>
            <a:off x="217488" y="812800"/>
            <a:ext cx="7124700" cy="4008438"/>
          </a:xfrm>
          <a:prstGeom prst="rect">
            <a:avLst/>
          </a:prstGeom>
          <a:ln w="0">
            <a:noFill/>
          </a:ln>
        </p:spPr>
      </p:sp>
      <p:sp>
        <p:nvSpPr>
          <p:cNvPr id="607" name="PlaceHolder 2"/>
          <p:cNvSpPr>
            <a:spLocks noGrp="1"/>
          </p:cNvSpPr>
          <p:nvPr>
            <p:ph type="body"/>
          </p:nvPr>
        </p:nvSpPr>
        <p:spPr>
          <a:xfrm>
            <a:off x="756000" y="5078520"/>
            <a:ext cx="6047640" cy="481680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Zeitfenster: Minute 35–41 (6 Minuten).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Rahmen laut nennen: Dezimalgrad, Reihenfolge longitude, latitude, erwartete Orte in Deutschland. Alle Beispiele sind didaktisch vereinfacht und entsprechen der aktuellen Kursseite. 1 Minute allein, 2 Minuten Nachbarschaftsgespräch, danach Begründungen sammeln. Es reicht nicht, nur globale Wertebereiche zu prüfen. Fragen: Was ist sicher falsch? Was ist nur eine Vermutung? Welche Quelle brauchen wir zur Korrektur? Die Beispiele werden gemeinsam in der Sitzung bearbeitet und besprochen.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Quellen / Anschluss an die HTML-Lernumgebung:</a:t>
            </a:r>
          </a:p>
          <a:p>
            <a:pPr marL="216000" indent="-216000">
              <a:buNone/>
            </a:pPr>
            <a:r>
              <a:rPr lang="en-US" sz="2000" b="0" strike="noStrike" spc="-1">
                <a:solidFill>
                  <a:srgbClr val="000000"/>
                </a:solidFill>
                <a:latin typeface="Arial"/>
              </a:rPr>
              <a:t>https://geomoer.github.io/moer-bsc-geodaten/unit09/unit09-02_koordinaten.html</a:t>
            </a:r>
          </a:p>
        </p:txBody>
      </p:sp>
    </p:spTree>
    <p:extLst>
      <p:ext uri="{BB962C8B-B14F-4D97-AF65-F5344CB8AC3E}">
        <p14:creationId xmlns:p14="http://schemas.microsoft.com/office/powerpoint/2010/main" val="36148384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65–69 – Laufwerke.</a:t>
            </a:r>
          </a:p>
          <a:p>
            <a:r>
              <a:rPr lang="de-DE" sz="1400" dirty="0">
                <a:solidFill>
                  <a:srgbClr val="000000"/>
                </a:solidFill>
                <a:latin typeface="Arial"/>
              </a:rPr>
              <a:t>Frage: „Wo liegt Ihre Datei, wenn Sie auf H: speichern?“ Antwort: nicht im Rechner, sondern auf einem Server der Uni.</a:t>
            </a:r>
          </a:p>
          <a:p>
            <a:r>
              <a:rPr lang="de-DE" sz="1400" dirty="0">
                <a:solidFill>
                  <a:srgbClr val="000000"/>
                </a:solidFill>
                <a:latin typeface="Arial"/>
              </a:rPr>
              <a:t>Folge: H: ist von jedem Uni-PC erreichbar, C: nur am eigenen Gerät.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69–73 – Pfade.</a:t>
            </a:r>
          </a:p>
          <a:p>
            <a:r>
              <a:rPr lang="de-DE" sz="1400" dirty="0">
                <a:solidFill>
                  <a:srgbClr val="000000"/>
                </a:solidFill>
                <a:latin typeface="Arial"/>
              </a:rPr>
              <a:t>Mini-Aufgabe 30 Sekunden allein. Antwort: ..\Hausarbeit.docx (eine Ebene höher).</a:t>
            </a:r>
          </a:p>
          <a:p>
            <a:r>
              <a:rPr lang="de-DE" sz="1400" dirty="0">
                <a:solidFill>
                  <a:srgbClr val="000000"/>
                </a:solidFill>
                <a:latin typeface="Arial"/>
              </a:rPr>
              <a:t>Hinweis: Relative Pfade halten Projekte beweglich – wichtig später für QGIS-Projekte.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217488" y="812800"/>
            <a:ext cx="7124700" cy="4008438"/>
          </a:xfrm>
          <a:prstGeom prst="rect">
            <a:avLst/>
          </a:prstGeom>
          <a:ln w="0">
            <a:noFill/>
          </a:ln>
        </p:spPr>
      </p:sp>
      <p:sp>
        <p:nvSpPr>
          <p:cNvPr id="59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73–80 – Übung Laufwerke (5 Minuten Arbeit, 2 Minuten Besprechung).</a:t>
            </a:r>
          </a:p>
          <a:p>
            <a:r>
              <a:rPr lang="de-DE" sz="1400" dirty="0">
                <a:solidFill>
                  <a:srgbClr val="000000"/>
                </a:solidFill>
                <a:latin typeface="Arial"/>
              </a:rPr>
              <a:t>Zwei Pfade vorlesen lassen und gemeinsam in Laufwerk, Ordner und Dateiname zerlegen.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 name="PlaceHolder 1"/>
          <p:cNvSpPr>
            <a:spLocks noGrp="1" noRot="1" noChangeAspect="1"/>
          </p:cNvSpPr>
          <p:nvPr>
            <p:ph type="sldImg"/>
          </p:nvPr>
        </p:nvSpPr>
        <p:spPr>
          <a:xfrm>
            <a:off x="216000" y="812520"/>
            <a:ext cx="7127280" cy="4008960"/>
          </a:xfrm>
          <a:prstGeom prst="rect">
            <a:avLst/>
          </a:prstGeom>
          <a:ln w="0">
            <a:noFill/>
          </a:ln>
        </p:spPr>
      </p:sp>
      <p:sp>
        <p:nvSpPr>
          <p:cNvPr id="64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1400" dirty="0">
                <a:solidFill>
                  <a:srgbClr val="000000"/>
                </a:solidFill>
                <a:latin typeface="Arial"/>
              </a:rPr>
              <a:t>Minute 80–90 – Abschluss und Puffer.</a:t>
            </a:r>
          </a:p>
          <a:p>
            <a:r>
              <a:rPr lang="de-DE" sz="1400" dirty="0">
                <a:solidFill>
                  <a:srgbClr val="000000"/>
                </a:solidFill>
                <a:latin typeface="Arial"/>
              </a:rPr>
              <a:t>Offene Fragen klären. Nachbereitung: JiTT-Fragen zu Unit 01 in ILIAS bearbeiten.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elfoli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Zwei Titel und zwei Inhalt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lstStyle/>
          <a:p>
            <a:r>
              <a:t>Footer</a:t>
            </a:r>
          </a:p>
        </p:txBody>
      </p:sp>
      <p:sp>
        <p:nvSpPr>
          <p:cNvPr id="3" name="PlaceHolder 2"/>
          <p:cNvSpPr>
            <a:spLocks noGrp="1"/>
          </p:cNvSpPr>
          <p:nvPr>
            <p:ph type="sldNum" idx="4"/>
          </p:nvPr>
        </p:nvSpPr>
        <p:spPr/>
        <p:txBody>
          <a:bodyPr/>
          <a:lstStyle/>
          <a:p>
            <a:fld id="{4BE1D2CE-93E4-4C6F-8633-6FE4E9ED2E04}"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Editori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56A78C55-5675-4757-B7FD-9E23D4BECE75}"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5"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3" name="PlaceHolder 2"/>
          <p:cNvSpPr>
            <a:spLocks noGrp="1"/>
          </p:cNvSpPr>
          <p:nvPr>
            <p:ph type="ftr" idx="7"/>
          </p:nvPr>
        </p:nvSpPr>
        <p:spPr/>
        <p:txBody>
          <a:bodyPr/>
          <a:lstStyle/>
          <a:p>
            <a:r>
              <a:t>Footer</a:t>
            </a:r>
          </a:p>
        </p:txBody>
      </p:sp>
      <p:sp>
        <p:nvSpPr>
          <p:cNvPr id="4" name="PlaceHolder 3"/>
          <p:cNvSpPr>
            <a:spLocks noGrp="1"/>
          </p:cNvSpPr>
          <p:nvPr>
            <p:ph type="sldNum" idx="8"/>
          </p:nvPr>
        </p:nvSpPr>
        <p:spPr/>
        <p:txBody>
          <a:bodyPr/>
          <a:lstStyle/>
          <a:p>
            <a:fld id="{E702088A-99FB-4A2D-80DA-337E71A76030}"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Vollbild">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lstStyle/>
          <a:p>
            <a:r>
              <a:t>Footer</a:t>
            </a:r>
          </a:p>
        </p:txBody>
      </p:sp>
      <p:sp>
        <p:nvSpPr>
          <p:cNvPr id="3" name="PlaceHolder 2"/>
          <p:cNvSpPr>
            <a:spLocks noGrp="1"/>
          </p:cNvSpPr>
          <p:nvPr>
            <p:ph type="sldNum" idx="10"/>
          </p:nvPr>
        </p:nvSpPr>
        <p:spPr/>
        <p:txBody>
          <a:bodyPr/>
          <a:lstStyle/>
          <a:p>
            <a:fld id="{80F5F712-2796-46CE-A2D5-2C447CC8D6B8}"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15B2C93D-33C5-42C9-AA41-C0F748C641B8}" type="slidenum">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Kontak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Kontakt mit Bild">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elfolie mit Bild A">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elfolie mit Bild B">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54"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55"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120000"/>
              </a:lnSpc>
              <a:spcBef>
                <a:spcPts val="1417"/>
              </a:spcBef>
              <a:buNone/>
            </a:pPr>
            <a:endParaRPr lang="de-DE" sz="1400" b="0" strike="noStrike" spc="-1">
              <a:solidFill>
                <a:schemeClr val="dk1"/>
              </a:solidFill>
              <a:latin typeface="Noto Sans"/>
            </a:endParaRPr>
          </a:p>
        </p:txBody>
      </p:sp>
      <p:sp>
        <p:nvSpPr>
          <p:cNvPr id="4" name="PlaceHolder 3"/>
          <p:cNvSpPr>
            <a:spLocks noGrp="1"/>
          </p:cNvSpPr>
          <p:nvPr>
            <p:ph type="ftr" idx="13"/>
          </p:nvPr>
        </p:nvSpPr>
        <p:spPr/>
        <p:txBody>
          <a:bodyPr/>
          <a:lstStyle/>
          <a:p>
            <a:r>
              <a:t>Footer</a:t>
            </a:r>
          </a:p>
        </p:txBody>
      </p:sp>
      <p:sp>
        <p:nvSpPr>
          <p:cNvPr id="5" name="PlaceHolder 4"/>
          <p:cNvSpPr>
            <a:spLocks noGrp="1"/>
          </p:cNvSpPr>
          <p:nvPr>
            <p:ph type="sldNum" idx="14"/>
          </p:nvPr>
        </p:nvSpPr>
        <p:spPr/>
        <p:txBody>
          <a:bodyPr/>
          <a:lstStyle/>
          <a:p>
            <a:fld id="{11A835B4-9086-4E0A-A771-576EB1101CDA}" type="slidenum">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Kapiteltrenner">
    <p:spTree>
      <p:nvGrpSpPr>
        <p:cNvPr id="1" name=""/>
        <p:cNvGrpSpPr/>
        <p:nvPr/>
      </p:nvGrpSpPr>
      <p:grpSpPr>
        <a:xfrm>
          <a:off x="0" y="0"/>
          <a:ext cx="0" cy="0"/>
          <a:chOff x="0" y="0"/>
          <a:chExt cx="0" cy="0"/>
        </a:xfrm>
      </p:grpSpPr>
      <p:sp>
        <p:nvSpPr>
          <p:cNvPr id="60"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3" name="PlaceHolder 2"/>
          <p:cNvSpPr>
            <a:spLocks noGrp="1"/>
          </p:cNvSpPr>
          <p:nvPr>
            <p:ph type="ftr" idx="15"/>
          </p:nvPr>
        </p:nvSpPr>
        <p:spPr/>
        <p:txBody>
          <a:bodyPr/>
          <a:lstStyle/>
          <a:p>
            <a:r>
              <a:t>Footer</a:t>
            </a:r>
          </a:p>
        </p:txBody>
      </p:sp>
      <p:sp>
        <p:nvSpPr>
          <p:cNvPr id="4" name="PlaceHolder 3"/>
          <p:cNvSpPr>
            <a:spLocks noGrp="1"/>
          </p:cNvSpPr>
          <p:nvPr>
            <p:ph type="sldNum" idx="16"/>
          </p:nvPr>
        </p:nvSpPr>
        <p:spPr/>
        <p:txBody>
          <a:bodyPr/>
          <a:lstStyle/>
          <a:p>
            <a:fld id="{EE681C42-A4DF-45F4-8844-1153D8129692}" type="slidenum">
              <a:t>‹Nr.›</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Kapiteltrenner mit Bil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lstStyle/>
          <a:p>
            <a:r>
              <a:t>Footer</a:t>
            </a:r>
          </a:p>
        </p:txBody>
      </p:sp>
      <p:sp>
        <p:nvSpPr>
          <p:cNvPr id="3" name="PlaceHolder 2"/>
          <p:cNvSpPr>
            <a:spLocks noGrp="1"/>
          </p:cNvSpPr>
          <p:nvPr>
            <p:ph type="sldNum" idx="18"/>
          </p:nvPr>
        </p:nvSpPr>
        <p:spPr/>
        <p:txBody>
          <a:bodyPr/>
          <a:lstStyle/>
          <a:p>
            <a:fld id="{4128DAD0-D2AE-49A1-BA52-44A6AC737473}" type="slidenum">
              <a:t>‹Nr.›</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70"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7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120000"/>
              </a:lnSpc>
              <a:spcBef>
                <a:spcPts val="1417"/>
              </a:spcBef>
              <a:buNone/>
            </a:pPr>
            <a:endParaRPr lang="de-DE" sz="1400" b="0" strike="noStrike" spc="-1">
              <a:solidFill>
                <a:schemeClr val="dk1"/>
              </a:solidFill>
              <a:latin typeface="Noto Sans"/>
            </a:endParaRPr>
          </a:p>
        </p:txBody>
      </p:sp>
      <p:sp>
        <p:nvSpPr>
          <p:cNvPr id="4" name="PlaceHolder 3"/>
          <p:cNvSpPr>
            <a:spLocks noGrp="1"/>
          </p:cNvSpPr>
          <p:nvPr>
            <p:ph type="ftr" idx="19"/>
          </p:nvPr>
        </p:nvSpPr>
        <p:spPr/>
        <p:txBody>
          <a:bodyPr/>
          <a:lstStyle/>
          <a:p>
            <a:r>
              <a:t>Footer</a:t>
            </a:r>
          </a:p>
        </p:txBody>
      </p:sp>
      <p:sp>
        <p:nvSpPr>
          <p:cNvPr id="5" name="PlaceHolder 4"/>
          <p:cNvSpPr>
            <a:spLocks noGrp="1"/>
          </p:cNvSpPr>
          <p:nvPr>
            <p:ph type="sldNum" idx="20"/>
          </p:nvPr>
        </p:nvSpPr>
        <p:spPr/>
        <p:txBody>
          <a:bodyPr/>
          <a:lstStyle/>
          <a:p>
            <a:fld id="{F82C3DE3-5B75-45A9-AAE8-EE284CF01593}" type="slidenum">
              <a:t>‹Nr.›</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el und Inhal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EBAA0305-0AD6-48E7-AC0A-A918EAB2C6A3}" type="slidenum">
              <a:t>‹Nr.›</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el und zwei Inhalte">
    <p:spTree>
      <p:nvGrpSpPr>
        <p:cNvPr id="1" name=""/>
        <p:cNvGrpSpPr/>
        <p:nvPr/>
      </p:nvGrpSpPr>
      <p:grpSpPr>
        <a:xfrm>
          <a:off x="0" y="0"/>
          <a:ext cx="0" cy="0"/>
          <a:chOff x="0" y="0"/>
          <a:chExt cx="0" cy="0"/>
        </a:xfrm>
      </p:grpSpPr>
      <p:sp>
        <p:nvSpPr>
          <p:cNvPr id="77" name="PlaceHolder 1"/>
          <p:cNvSpPr>
            <a:spLocks noGrp="1"/>
          </p:cNvSpPr>
          <p:nvPr>
            <p:ph type="title"/>
          </p:nvPr>
        </p:nvSpPr>
        <p:spPr>
          <a:xfrm>
            <a:off x="334800" y="339120"/>
            <a:ext cx="6164640" cy="615024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Noto Sans"/>
            </a:endParaRPr>
          </a:p>
        </p:txBody>
      </p:sp>
      <p:sp>
        <p:nvSpPr>
          <p:cNvPr id="78"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120000"/>
              </a:lnSpc>
              <a:spcBef>
                <a:spcPts val="1417"/>
              </a:spcBef>
              <a:buNone/>
            </a:pPr>
            <a:endParaRPr lang="de-DE" sz="1400" b="0" strike="noStrike" spc="-1">
              <a:solidFill>
                <a:schemeClr val="dk1"/>
              </a:solidFill>
              <a:latin typeface="Noto Sans"/>
            </a:endParaRPr>
          </a:p>
        </p:txBody>
      </p:sp>
      <p:sp>
        <p:nvSpPr>
          <p:cNvPr id="4" name="PlaceHolder 3"/>
          <p:cNvSpPr>
            <a:spLocks noGrp="1"/>
          </p:cNvSpPr>
          <p:nvPr>
            <p:ph type="ftr" idx="21"/>
          </p:nvPr>
        </p:nvSpPr>
        <p:spPr/>
        <p:txBody>
          <a:bodyPr/>
          <a:lstStyle/>
          <a:p>
            <a:r>
              <a:t>Footer</a:t>
            </a:r>
          </a:p>
        </p:txBody>
      </p:sp>
      <p:sp>
        <p:nvSpPr>
          <p:cNvPr id="5" name="PlaceHolder 4"/>
          <p:cNvSpPr>
            <a:spLocks noGrp="1"/>
          </p:cNvSpPr>
          <p:nvPr>
            <p:ph type="sldNum" idx="22"/>
          </p:nvPr>
        </p:nvSpPr>
        <p:spPr/>
        <p:txBody>
          <a:bodyPr/>
          <a:lstStyle/>
          <a:p>
            <a:fld id="{BB76A889-8F4A-4A57-BCF1-CECB94D4DFF4}" type="slidenum">
              <a:t>‹Nr.›</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itel, Inhalt und Bild">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lstStyle/>
          <a:p>
            <a:r>
              <a:t>Footer</a:t>
            </a:r>
          </a:p>
        </p:txBody>
      </p:sp>
      <p:sp>
        <p:nvSpPr>
          <p:cNvPr id="3" name="PlaceHolder 2"/>
          <p:cNvSpPr>
            <a:spLocks noGrp="1"/>
          </p:cNvSpPr>
          <p:nvPr>
            <p:ph type="sldNum" idx="24"/>
          </p:nvPr>
        </p:nvSpPr>
        <p:spPr/>
        <p:txBody>
          <a:bodyPr/>
          <a:lstStyle/>
          <a:p>
            <a:fld id="{3048D068-E1E4-403D-9CAB-8AB34B2D25E0}" type="slidenum">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theme" Target="../theme/theme14.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6.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762440" y="2187000"/>
            <a:ext cx="6662520" cy="2003760"/>
          </a:xfrm>
          <a:prstGeom prst="rect">
            <a:avLst/>
          </a:prstGeom>
          <a:noFill/>
          <a:ln w="0">
            <a:noFill/>
          </a:ln>
        </p:spPr>
        <p:txBody>
          <a:bodyPr lIns="0" tIns="0" rIns="0" bIns="0" anchor="t">
            <a:noAutofit/>
          </a:bodyPr>
          <a:lstStyle/>
          <a:p>
            <a:pPr indent="0" defTabSz="914400">
              <a:lnSpc>
                <a:spcPct val="100000"/>
              </a:lnSpc>
              <a:buNone/>
            </a:pPr>
            <a:r>
              <a:rPr lang="de-DE" sz="4200" b="0" strike="noStrike" spc="-1">
                <a:solidFill>
                  <a:schemeClr val="lt1"/>
                </a:solidFill>
                <a:latin typeface="Noto Sans"/>
              </a:rPr>
              <a:t>Mastertitelformat bearbeiten</a:t>
            </a:r>
            <a:endParaRPr lang="de-DE" sz="4200" b="0" strike="noStrike" spc="-1">
              <a:solidFill>
                <a:schemeClr val="dk1"/>
              </a:solidFill>
              <a:latin typeface="Noto Sans"/>
            </a:endParaRPr>
          </a:p>
        </p:txBody>
      </p:sp>
      <p:sp>
        <p:nvSpPr>
          <p:cNvPr id="4" name="PlaceHolder 2"/>
          <p:cNvSpPr>
            <a:spLocks noGrp="1"/>
          </p:cNvSpPr>
          <p:nvPr>
            <p:ph type="body"/>
          </p:nvPr>
        </p:nvSpPr>
        <p:spPr>
          <a:xfrm>
            <a:off x="4762440" y="5524560"/>
            <a:ext cx="6662520" cy="815040"/>
          </a:xfrm>
          <a:prstGeom prst="rect">
            <a:avLst/>
          </a:prstGeom>
          <a:noFill/>
          <a:ln w="0">
            <a:noFill/>
          </a:ln>
        </p:spPr>
        <p:txBody>
          <a:bodyPr lIns="0" tIns="0" rIns="0" bIns="0" anchor="b">
            <a:noAutofit/>
          </a:bodyPr>
          <a:lstStyle/>
          <a:p>
            <a:pPr indent="0" defTabSz="914400">
              <a:lnSpc>
                <a:spcPct val="120000"/>
              </a:lnSpc>
              <a:spcBef>
                <a:spcPts val="400"/>
              </a:spcBef>
              <a:buNone/>
              <a:tabLst>
                <a:tab pos="0" algn="l"/>
              </a:tabLst>
            </a:pPr>
            <a:r>
              <a:rPr lang="de-DE" sz="1200" b="0" strike="noStrike" spc="-1">
                <a:solidFill>
                  <a:schemeClr val="lt1"/>
                </a:solidFill>
                <a:latin typeface="Noto Sans"/>
              </a:rPr>
              <a:t>Mastertextformat bearbeiten</a:t>
            </a:r>
            <a:endParaRPr lang="de-DE" sz="1200" b="0" strike="noStrike" spc="-1">
              <a:solidFill>
                <a:schemeClr val="dk1"/>
              </a:solidFill>
              <a:latin typeface="Noto Sans"/>
            </a:endParaRPr>
          </a:p>
        </p:txBody>
      </p:sp>
      <p:sp>
        <p:nvSpPr>
          <p:cNvPr id="2" name="Freihandform: Form 11"/>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cxn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de-DE" sz="18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66800" y="333360"/>
            <a:ext cx="34617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11" name="PlaceHolder 2"/>
          <p:cNvSpPr>
            <a:spLocks noGrp="1"/>
          </p:cNvSpPr>
          <p:nvPr>
            <p:ph type="body"/>
          </p:nvPr>
        </p:nvSpPr>
        <p:spPr>
          <a:xfrm>
            <a:off x="766800" y="1665360"/>
            <a:ext cx="346176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12" name="PlaceHolder 3"/>
          <p:cNvSpPr>
            <a:spLocks noGrp="1"/>
          </p:cNvSpPr>
          <p:nvPr>
            <p:ph type="body"/>
          </p:nvPr>
        </p:nvSpPr>
        <p:spPr>
          <a:xfrm>
            <a:off x="4660560" y="333360"/>
            <a:ext cx="6764400" cy="899640"/>
          </a:xfrm>
          <a:prstGeom prst="rect">
            <a:avLst/>
          </a:prstGeom>
          <a:noFill/>
          <a:ln w="0">
            <a:noFill/>
          </a:ln>
        </p:spPr>
        <p:txBody>
          <a:bodyPr lIns="0" tIns="0" rIns="0" bIns="0" anchor="t">
            <a:noAutofit/>
          </a:bodyPr>
          <a:lstStyle/>
          <a:p>
            <a:pPr indent="0" defTabSz="914400">
              <a:lnSpc>
                <a:spcPct val="110000"/>
              </a:lnSpc>
              <a:buNone/>
              <a:tabLst>
                <a:tab pos="0" algn="l"/>
              </a:tabLst>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13" name="PlaceHolder 4"/>
          <p:cNvSpPr>
            <a:spLocks noGrp="1"/>
          </p:cNvSpPr>
          <p:nvPr>
            <p:ph type="body"/>
          </p:nvPr>
        </p:nvSpPr>
        <p:spPr>
          <a:xfrm>
            <a:off x="4660560" y="1665360"/>
            <a:ext cx="676440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14" name="PlaceHolder 5"/>
          <p:cNvSpPr>
            <a:spLocks noGrp="1"/>
          </p:cNvSpPr>
          <p:nvPr>
            <p:ph type="ftr" idx="3"/>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15" name="PlaceHolder 6">
            <a:extLst>
              <a:ext uri="{C183D7F6-B498-43B3-948B-1728B52AA6E4}">
                <adec:decorative xmlns:adec="http://schemas.microsoft.com/office/drawing/2017/decorative" val="1"/>
              </a:ext>
            </a:extLst>
          </p:cNvPr>
          <p:cNvSpPr>
            <a:spLocks noGrp="1"/>
          </p:cNvSpPr>
          <p:nvPr>
            <p:ph type="sldNum" idx="4"/>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3BFF4638-DB9E-4796-BEC1-ED3F2F7BBCF2}"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6800" y="1665360"/>
            <a:ext cx="3461760" cy="123012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17" name="PlaceHolder 2"/>
          <p:cNvSpPr>
            <a:spLocks noGrp="1"/>
          </p:cNvSpPr>
          <p:nvPr>
            <p:ph type="body"/>
          </p:nvPr>
        </p:nvSpPr>
        <p:spPr>
          <a:xfrm>
            <a:off x="766800" y="2968560"/>
            <a:ext cx="3461760" cy="319680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1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1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1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1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100" b="0" strike="noStrike" spc="-1">
                <a:solidFill>
                  <a:schemeClr val="dk1"/>
                </a:solidFill>
                <a:latin typeface="Noto Sans"/>
              </a:rPr>
              <a:t>Fünfte Ebene</a:t>
            </a:r>
          </a:p>
        </p:txBody>
      </p:sp>
      <p:sp>
        <p:nvSpPr>
          <p:cNvPr id="18" name="PlaceHolder 3"/>
          <p:cNvSpPr>
            <a:spLocks noGrp="1"/>
          </p:cNvSpPr>
          <p:nvPr>
            <p:ph type="body"/>
          </p:nvPr>
        </p:nvSpPr>
        <p:spPr>
          <a:xfrm>
            <a:off x="4660560" y="1665360"/>
            <a:ext cx="676440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19" name="PlaceHolder 4"/>
          <p:cNvSpPr>
            <a:spLocks noGrp="1"/>
          </p:cNvSpPr>
          <p:nvPr>
            <p:ph type="ftr" idx="5"/>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6"/>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90F358D8-4D7B-43BD-B64D-20E8CA9C42A8}"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66800" y="333360"/>
            <a:ext cx="106581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22" name="PlaceHolder 2"/>
          <p:cNvSpPr>
            <a:spLocks noGrp="1"/>
          </p:cNvSpPr>
          <p:nvPr>
            <p:ph type="ftr" idx="7"/>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23" name="PlaceHolder 3">
            <a:extLst>
              <a:ext uri="{C183D7F6-B498-43B3-948B-1728B52AA6E4}">
                <adec:decorative xmlns:adec="http://schemas.microsoft.com/office/drawing/2017/decorative" val="1"/>
              </a:ext>
            </a:extLst>
          </p:cNvPr>
          <p:cNvSpPr>
            <a:spLocks noGrp="1"/>
          </p:cNvSpPr>
          <p:nvPr>
            <p:ph type="sldNum" idx="8"/>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E07C2FA6-416A-4DFE-A2F6-DD3D0C43EEA2}"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
        <p:nvSpPr>
          <p:cNvPr id="24"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120000"/>
              </a:lnSpc>
              <a:spcBef>
                <a:spcPts val="1417"/>
              </a:spcBef>
              <a:buClr>
                <a:srgbClr val="000000"/>
              </a:buClr>
              <a:buSzPct val="45000"/>
              <a:buFont typeface="Wingdings" charset="2"/>
              <a:buChar char=""/>
            </a:pPr>
            <a:r>
              <a:rPr lang="de-DE" sz="14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4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4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4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20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20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2000" b="0" strike="noStrike" spc="-1">
                <a:solidFill>
                  <a:schemeClr val="dk1"/>
                </a:solidFill>
                <a:latin typeface="Noto Sans"/>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27" name="PlaceHolder 2"/>
          <p:cNvSpPr>
            <a:spLocks noGrp="1"/>
          </p:cNvSpPr>
          <p:nvPr>
            <p:ph type="ftr" idx="9"/>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28" name="PlaceHolder 3">
            <a:extLst>
              <a:ext uri="{C183D7F6-B498-43B3-948B-1728B52AA6E4}">
                <adec:decorative xmlns:adec="http://schemas.microsoft.com/office/drawing/2017/decorative" val="1"/>
              </a:ext>
            </a:extLst>
          </p:cNvPr>
          <p:cNvSpPr>
            <a:spLocks noGrp="1"/>
          </p:cNvSpPr>
          <p:nvPr>
            <p:ph type="sldNum" idx="10"/>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5F05AE50-B94A-4D5D-BF7C-5B04D80BE7EF}"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
        <p:nvSpPr>
          <p:cNvPr id="29" name="PlaceHolder 4"/>
          <p:cNvSpPr>
            <a:spLocks noGrp="1"/>
          </p:cNvSpPr>
          <p:nvPr>
            <p:ph type="body"/>
          </p:nvPr>
        </p:nvSpPr>
        <p:spPr>
          <a:xfrm rot="16200000">
            <a:off x="9109440" y="3083760"/>
            <a:ext cx="58294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
        <p:nvSpPr>
          <p:cNvPr id="30" name="PlaceHolder 5"/>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de-DE" sz="1800" b="0" strike="noStrike" spc="-1">
                <a:solidFill>
                  <a:schemeClr val="dk1"/>
                </a:solidFill>
                <a:latin typeface="Noto Sans"/>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ftr" idx="11"/>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32" name="PlaceHolder 2">
            <a:extLst>
              <a:ext uri="{C183D7F6-B498-43B3-948B-1728B52AA6E4}">
                <adec:decorative xmlns:adec="http://schemas.microsoft.com/office/drawing/2017/decorative" val="1"/>
              </a:ext>
            </a:extLst>
          </p:cNvPr>
          <p:cNvSpPr>
            <a:spLocks noGrp="1"/>
          </p:cNvSpPr>
          <p:nvPr>
            <p:ph type="sldNum" idx="12"/>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638E2BCD-D2D5-4F1B-837C-3C74BBEE25CB}"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34800" y="339120"/>
            <a:ext cx="6164640" cy="6150240"/>
          </a:xfrm>
          <a:prstGeom prst="rect">
            <a:avLst/>
          </a:prstGeom>
          <a:solidFill>
            <a:schemeClr val="accent4"/>
          </a:solidFill>
          <a:ln w="0">
            <a:noFill/>
          </a:ln>
        </p:spPr>
        <p:txBody>
          <a:bodyPr lIns="432000" tIns="2772000" rIns="432000" bIns="0" anchor="t">
            <a:noAutofit/>
          </a:bodyPr>
          <a:lstStyle/>
          <a:p>
            <a:pPr indent="0" defTabSz="914400">
              <a:lnSpc>
                <a:spcPct val="100000"/>
              </a:lnSpc>
              <a:buNone/>
            </a:pPr>
            <a:r>
              <a:rPr lang="de-DE" sz="3000" b="0" strike="noStrike" spc="-1">
                <a:solidFill>
                  <a:schemeClr val="dk1"/>
                </a:solidFill>
                <a:latin typeface="Noto Sans"/>
              </a:rPr>
              <a:t>Mastertitelformat bearbeiten</a:t>
            </a:r>
          </a:p>
        </p:txBody>
      </p:sp>
      <p:sp>
        <p:nvSpPr>
          <p:cNvPr id="34" name="Freihandform: Form 3"/>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cxn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de-DE" sz="1800" b="0" strike="noStrike" spc="-1">
              <a:solidFill>
                <a:schemeClr val="dk1"/>
              </a:solidFill>
              <a:latin typeface="Noto Sans"/>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120000"/>
              </a:lnSpc>
              <a:spcBef>
                <a:spcPts val="1417"/>
              </a:spcBef>
              <a:buClr>
                <a:srgbClr val="FFFFFF"/>
              </a:buClr>
              <a:buSzPct val="45000"/>
              <a:buFont typeface="Wingdings" charset="2"/>
              <a:buChar char=""/>
            </a:pPr>
            <a:r>
              <a:rPr lang="de-DE" sz="1400" b="0" strike="noStrike" spc="-1">
                <a:solidFill>
                  <a:schemeClr val="dk1"/>
                </a:solidFill>
                <a:latin typeface="Noto Sans"/>
              </a:rPr>
              <a:t>Click to edit the outline text format</a:t>
            </a:r>
          </a:p>
          <a:p>
            <a:pPr marL="864000" lvl="1" indent="-324000">
              <a:lnSpc>
                <a:spcPct val="120000"/>
              </a:lnSpc>
              <a:spcBef>
                <a:spcPts val="1134"/>
              </a:spcBef>
              <a:buClr>
                <a:srgbClr val="FFFFFF"/>
              </a:buClr>
              <a:buSzPct val="75000"/>
              <a:buFont typeface="Symbol" charset="2"/>
              <a:buChar char=""/>
            </a:pPr>
            <a:r>
              <a:rPr lang="de-DE" sz="1400" b="0" strike="noStrike" spc="-1">
                <a:solidFill>
                  <a:schemeClr val="dk1"/>
                </a:solidFill>
                <a:latin typeface="Noto Sans"/>
              </a:rPr>
              <a:t>Second Outline Level</a:t>
            </a:r>
          </a:p>
          <a:p>
            <a:pPr marL="1296000" lvl="2" indent="-288000">
              <a:lnSpc>
                <a:spcPct val="120000"/>
              </a:lnSpc>
              <a:spcBef>
                <a:spcPts val="850"/>
              </a:spcBef>
              <a:buClr>
                <a:srgbClr val="FFFFFF"/>
              </a:buClr>
              <a:buSzPct val="45000"/>
              <a:buFont typeface="Wingdings" charset="2"/>
              <a:buChar char=""/>
            </a:pPr>
            <a:r>
              <a:rPr lang="de-DE" sz="1400" b="0" strike="noStrike" spc="-1">
                <a:solidFill>
                  <a:schemeClr val="dk1"/>
                </a:solidFill>
                <a:latin typeface="Noto Sans"/>
              </a:rPr>
              <a:t>Third Outline Level</a:t>
            </a:r>
          </a:p>
          <a:p>
            <a:pPr marL="1728000" lvl="3" indent="-216000">
              <a:lnSpc>
                <a:spcPct val="120000"/>
              </a:lnSpc>
              <a:spcBef>
                <a:spcPts val="567"/>
              </a:spcBef>
              <a:buClr>
                <a:srgbClr val="FFFFFF"/>
              </a:buClr>
              <a:buSzPct val="75000"/>
              <a:buFont typeface="Symbol" charset="2"/>
              <a:buChar char=""/>
            </a:pPr>
            <a:r>
              <a:rPr lang="de-DE" sz="1400" b="0" strike="noStrike" spc="-1">
                <a:solidFill>
                  <a:schemeClr val="dk1"/>
                </a:solidFill>
                <a:latin typeface="Noto Sans"/>
              </a:rPr>
              <a:t>Fourth Outline Level</a:t>
            </a:r>
          </a:p>
          <a:p>
            <a:pPr marL="2160000" lvl="4"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Fifth Outline Level</a:t>
            </a:r>
          </a:p>
          <a:p>
            <a:pPr marL="2592000" lvl="5"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Sixth Outline Level</a:t>
            </a:r>
          </a:p>
          <a:p>
            <a:pPr marL="3024000" lvl="6"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37" name="PlaceHolder 2"/>
          <p:cNvSpPr>
            <a:spLocks noGrp="1"/>
          </p:cNvSpPr>
          <p:nvPr>
            <p:ph type="title"/>
          </p:nvPr>
        </p:nvSpPr>
        <p:spPr>
          <a:xfrm>
            <a:off x="334800" y="339120"/>
            <a:ext cx="6164640" cy="6150240"/>
          </a:xfrm>
          <a:prstGeom prst="rect">
            <a:avLst/>
          </a:prstGeom>
          <a:solidFill>
            <a:schemeClr val="accent2"/>
          </a:solidFill>
          <a:ln w="0">
            <a:noFill/>
          </a:ln>
        </p:spPr>
        <p:txBody>
          <a:bodyPr lIns="432000" tIns="2772000" rIns="432000" bIns="0" anchor="t">
            <a:noAutofit/>
          </a:bodyPr>
          <a:lstStyle/>
          <a:p>
            <a:pPr indent="0" defTabSz="914400">
              <a:lnSpc>
                <a:spcPct val="100000"/>
              </a:lnSpc>
              <a:buNone/>
            </a:pPr>
            <a:r>
              <a:rPr lang="de-DE" sz="3000" b="0" strike="noStrike" spc="-1">
                <a:solidFill>
                  <a:schemeClr val="dk1"/>
                </a:solidFill>
                <a:latin typeface="Noto Sans"/>
              </a:rPr>
              <a:t>Mastertitelformat bearbeiten</a:t>
            </a:r>
          </a:p>
        </p:txBody>
      </p:sp>
      <p:sp>
        <p:nvSpPr>
          <p:cNvPr id="38" name="PlaceHolder 3"/>
          <p:cNvSpPr>
            <a:spLocks noGrp="1"/>
          </p:cNvSpPr>
          <p:nvPr>
            <p:ph type="body"/>
          </p:nvPr>
        </p:nvSpPr>
        <p:spPr>
          <a:xfrm rot="16200000">
            <a:off x="9109440" y="3083760"/>
            <a:ext cx="58294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
        <p:nvSpPr>
          <p:cNvPr id="39" name="PlaceHolder 4"/>
          <p:cNvSpPr>
            <a:spLocks noGrp="1"/>
          </p:cNvSpPr>
          <p:nvPr>
            <p:ph type="body"/>
          </p:nvPr>
        </p:nvSpPr>
        <p:spPr>
          <a:xfrm>
            <a:off x="10878120" y="335880"/>
            <a:ext cx="982800" cy="1382040"/>
          </a:xfrm>
          <a:prstGeom prst="rect">
            <a:avLst/>
          </a:prstGeom>
          <a:solidFill>
            <a:schemeClr val="lt1"/>
          </a:solidFill>
          <a:ln w="0">
            <a:noFill/>
          </a:ln>
        </p:spPr>
        <p:txBody>
          <a:bodyPr lIns="0" tIns="0" rIns="0" bIns="0" anchor="t">
            <a:noAutofit/>
          </a:bodyPr>
          <a:lstStyle/>
          <a:p>
            <a:pPr indent="0" defTabSz="914400">
              <a:lnSpc>
                <a:spcPct val="120000"/>
              </a:lnSpc>
              <a:buNone/>
              <a:tabLst>
                <a:tab pos="0" algn="l"/>
              </a:tabLst>
            </a:pPr>
            <a:r>
              <a:rPr lang="de-DE" sz="600" b="0" strike="noStrike" spc="-1">
                <a:solidFill>
                  <a:schemeClr val="lt1"/>
                </a:solidFill>
                <a:latin typeface="Noto Sans"/>
              </a:rPr>
              <a:t> </a:t>
            </a:r>
            <a:endParaRPr lang="de-DE" sz="6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056000" y="2187000"/>
            <a:ext cx="4368600" cy="2598120"/>
          </a:xfrm>
          <a:prstGeom prst="rect">
            <a:avLst/>
          </a:prstGeom>
          <a:noFill/>
          <a:ln w="0">
            <a:noFill/>
          </a:ln>
        </p:spPr>
        <p:txBody>
          <a:bodyPr lIns="0" tIns="0" rIns="0" bIns="0" anchor="t">
            <a:noAutofit/>
          </a:bodyPr>
          <a:lstStyle/>
          <a:p>
            <a:pPr indent="0" defTabSz="914400">
              <a:lnSpc>
                <a:spcPct val="100000"/>
              </a:lnSpc>
              <a:buNone/>
            </a:pPr>
            <a:r>
              <a:rPr lang="de-DE" sz="4200" b="0" strike="noStrike" spc="-1">
                <a:solidFill>
                  <a:schemeClr val="lt1"/>
                </a:solidFill>
                <a:latin typeface="Noto Sans"/>
              </a:rPr>
              <a:t>Mastertitelformat bearbeiten</a:t>
            </a:r>
            <a:endParaRPr lang="de-DE" sz="4200" b="0" strike="noStrike" spc="-1">
              <a:solidFill>
                <a:schemeClr val="dk1"/>
              </a:solidFill>
              <a:latin typeface="Noto Sans"/>
            </a:endParaRPr>
          </a:p>
        </p:txBody>
      </p:sp>
      <p:sp>
        <p:nvSpPr>
          <p:cNvPr id="41" name="PlaceHolder 2"/>
          <p:cNvSpPr>
            <a:spLocks noGrp="1"/>
          </p:cNvSpPr>
          <p:nvPr>
            <p:ph type="body"/>
          </p:nvPr>
        </p:nvSpPr>
        <p:spPr>
          <a:xfrm>
            <a:off x="7056000" y="5524560"/>
            <a:ext cx="4368600" cy="815040"/>
          </a:xfrm>
          <a:prstGeom prst="rect">
            <a:avLst/>
          </a:prstGeom>
          <a:noFill/>
          <a:ln w="0">
            <a:noFill/>
          </a:ln>
        </p:spPr>
        <p:txBody>
          <a:bodyPr lIns="0" tIns="0" rIns="0" bIns="0" anchor="b">
            <a:noAutofit/>
          </a:bodyPr>
          <a:lstStyle/>
          <a:p>
            <a:pPr indent="0" defTabSz="914400">
              <a:lnSpc>
                <a:spcPct val="120000"/>
              </a:lnSpc>
              <a:spcBef>
                <a:spcPts val="400"/>
              </a:spcBef>
              <a:buNone/>
              <a:tabLst>
                <a:tab pos="0" algn="l"/>
              </a:tabLst>
            </a:pPr>
            <a:r>
              <a:rPr lang="de-DE" sz="1200" b="0" strike="noStrike" spc="-1">
                <a:solidFill>
                  <a:schemeClr val="lt1"/>
                </a:solidFill>
                <a:latin typeface="Noto Sans"/>
              </a:rPr>
              <a:t>Mastertextformat bearbeiten</a:t>
            </a:r>
            <a:endParaRPr lang="de-DE" sz="1200" b="0" strike="noStrike" spc="-1">
              <a:solidFill>
                <a:schemeClr val="dk1"/>
              </a:solidFill>
              <a:latin typeface="Noto Sans"/>
            </a:endParaRPr>
          </a:p>
        </p:txBody>
      </p:sp>
      <p:sp>
        <p:nvSpPr>
          <p:cNvPr id="42" name="PlaceHolder 3"/>
          <p:cNvSpPr>
            <a:spLocks noGrp="1"/>
          </p:cNvSpPr>
          <p:nvPr>
            <p:ph type="body"/>
          </p:nvPr>
        </p:nvSpPr>
        <p:spPr>
          <a:xfrm>
            <a:off x="334800" y="339120"/>
            <a:ext cx="6164640" cy="61502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FFFFFF"/>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FFFFFF"/>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FFFFFF"/>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FFFFFF"/>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FFFFFF"/>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FFFFFF"/>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FFFFFF"/>
              </a:buClr>
              <a:buSzPct val="45000"/>
              <a:buFont typeface="Wingdings" charset="2"/>
              <a:buChar char=""/>
            </a:pPr>
            <a:r>
              <a:rPr lang="de-DE" sz="1800" b="0" strike="noStrike" spc="-1">
                <a:solidFill>
                  <a:schemeClr val="dk1"/>
                </a:solidFill>
                <a:latin typeface="Noto Sans"/>
              </a:rPr>
              <a:t>Seventh Outline Level</a:t>
            </a:r>
          </a:p>
        </p:txBody>
      </p:sp>
      <p:sp>
        <p:nvSpPr>
          <p:cNvPr id="43" name="PlaceHolder 4"/>
          <p:cNvSpPr>
            <a:spLocks noGrp="1"/>
          </p:cNvSpPr>
          <p:nvPr>
            <p:ph type="body"/>
          </p:nvPr>
        </p:nvSpPr>
        <p:spPr>
          <a:xfrm>
            <a:off x="334800" y="6489720"/>
            <a:ext cx="11521800" cy="367920"/>
          </a:xfrm>
          <a:prstGeom prst="rect">
            <a:avLst/>
          </a:prstGeom>
          <a:noFill/>
          <a:ln w="0">
            <a:noFill/>
          </a:ln>
        </p:spPr>
        <p:txBody>
          <a:bodyPr lIns="0" tIns="36000" rIns="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
        <p:nvSpPr>
          <p:cNvPr id="44" name="Freihandform: Form 5"/>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cxn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de-DE" sz="18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46" name="PlaceHolder 2"/>
          <p:cNvSpPr>
            <a:spLocks noGrp="1"/>
          </p:cNvSpPr>
          <p:nvPr>
            <p:ph type="title"/>
          </p:nvPr>
        </p:nvSpPr>
        <p:spPr>
          <a:xfrm>
            <a:off x="334800" y="339120"/>
            <a:ext cx="6164640" cy="6150240"/>
          </a:xfrm>
          <a:prstGeom prst="rect">
            <a:avLst/>
          </a:prstGeom>
          <a:solidFill>
            <a:schemeClr val="lt1"/>
          </a:solidFill>
          <a:ln w="0">
            <a:noFill/>
          </a:ln>
        </p:spPr>
        <p:txBody>
          <a:bodyPr lIns="288000" tIns="1944000" rIns="0" bIns="0" anchor="t">
            <a:noAutofit/>
          </a:bodyPr>
          <a:lstStyle/>
          <a:p>
            <a:pPr indent="0" defTabSz="914400">
              <a:lnSpc>
                <a:spcPct val="100000"/>
              </a:lnSpc>
              <a:buNone/>
            </a:pPr>
            <a:r>
              <a:rPr lang="de-DE" sz="3600" b="0" strike="noStrike" spc="-1">
                <a:solidFill>
                  <a:schemeClr val="dk1"/>
                </a:solidFill>
                <a:latin typeface="Noto Sans"/>
              </a:rPr>
              <a:t>Mastertitelformat bearbeiten</a:t>
            </a:r>
          </a:p>
        </p:txBody>
      </p:sp>
      <p:sp>
        <p:nvSpPr>
          <p:cNvPr id="47" name="PlaceHolder 3"/>
          <p:cNvSpPr>
            <a:spLocks noGrp="1"/>
          </p:cNvSpPr>
          <p:nvPr>
            <p:ph type="body"/>
          </p:nvPr>
        </p:nvSpPr>
        <p:spPr>
          <a:xfrm>
            <a:off x="642600" y="5391000"/>
            <a:ext cx="5452920" cy="815040"/>
          </a:xfrm>
          <a:prstGeom prst="rect">
            <a:avLst/>
          </a:prstGeom>
          <a:noFill/>
          <a:ln w="0">
            <a:noFill/>
          </a:ln>
        </p:spPr>
        <p:txBody>
          <a:bodyPr lIns="0" tIns="0" rIns="0" bIns="0" anchor="b">
            <a:noAutofit/>
          </a:bodyPr>
          <a:lstStyle/>
          <a:p>
            <a:pPr indent="0" defTabSz="914400">
              <a:lnSpc>
                <a:spcPct val="120000"/>
              </a:lnSpc>
              <a:spcBef>
                <a:spcPts val="400"/>
              </a:spcBef>
              <a:buNone/>
              <a:tabLst>
                <a:tab pos="0" algn="l"/>
              </a:tabLst>
            </a:pPr>
            <a:r>
              <a:rPr lang="de-DE" sz="1200" b="0" strike="noStrike" spc="-1">
                <a:solidFill>
                  <a:schemeClr val="accent1"/>
                </a:solidFill>
                <a:latin typeface="Noto Sans"/>
              </a:rPr>
              <a:t>Mastertextformat bearbeiten</a:t>
            </a:r>
            <a:endParaRPr lang="de-DE" sz="1200" b="0" strike="noStrike" spc="-1">
              <a:solidFill>
                <a:schemeClr val="dk1"/>
              </a:solidFill>
              <a:latin typeface="Noto Sans"/>
            </a:endParaRPr>
          </a:p>
        </p:txBody>
      </p:sp>
      <p:sp>
        <p:nvSpPr>
          <p:cNvPr id="48" name="PlaceHolder 4"/>
          <p:cNvSpPr>
            <a:spLocks noGrp="1"/>
          </p:cNvSpPr>
          <p:nvPr>
            <p:ph type="body"/>
          </p:nvPr>
        </p:nvSpPr>
        <p:spPr>
          <a:xfrm rot="16200000">
            <a:off x="9109440" y="3083760"/>
            <a:ext cx="58294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
        <p:nvSpPr>
          <p:cNvPr id="49" name="PlaceHolder 5"/>
          <p:cNvSpPr>
            <a:spLocks noGrp="1"/>
          </p:cNvSpPr>
          <p:nvPr>
            <p:ph type="body"/>
          </p:nvPr>
        </p:nvSpPr>
        <p:spPr>
          <a:xfrm>
            <a:off x="10878120" y="335880"/>
            <a:ext cx="982800" cy="1382040"/>
          </a:xfrm>
          <a:prstGeom prst="rect">
            <a:avLst/>
          </a:prstGeom>
          <a:solidFill>
            <a:schemeClr val="lt1"/>
          </a:solidFill>
          <a:ln w="0">
            <a:noFill/>
          </a:ln>
        </p:spPr>
        <p:txBody>
          <a:bodyPr lIns="0" tIns="0" rIns="0" bIns="0" anchor="t">
            <a:noAutofit/>
          </a:bodyPr>
          <a:lstStyle/>
          <a:p>
            <a:pPr indent="0" defTabSz="914400">
              <a:lnSpc>
                <a:spcPct val="120000"/>
              </a:lnSpc>
              <a:buNone/>
              <a:tabLst>
                <a:tab pos="0" algn="l"/>
              </a:tabLst>
            </a:pPr>
            <a:r>
              <a:rPr lang="de-DE" sz="600" b="0" strike="noStrike" spc="-1">
                <a:solidFill>
                  <a:schemeClr val="lt1"/>
                </a:solidFill>
                <a:latin typeface="Noto Sans"/>
              </a:rPr>
              <a:t> </a:t>
            </a:r>
            <a:endParaRPr lang="de-DE" sz="6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66800" y="333360"/>
            <a:ext cx="106581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51" name="PlaceHolder 2"/>
          <p:cNvSpPr>
            <a:spLocks noGrp="1"/>
          </p:cNvSpPr>
          <p:nvPr>
            <p:ph type="body"/>
          </p:nvPr>
        </p:nvSpPr>
        <p:spPr>
          <a:xfrm>
            <a:off x="766800" y="1665360"/>
            <a:ext cx="10658160" cy="4500360"/>
          </a:xfrm>
          <a:prstGeom prst="rect">
            <a:avLst/>
          </a:prstGeom>
          <a:noFill/>
          <a:ln w="0">
            <a:noFill/>
          </a:ln>
        </p:spPr>
        <p:txBody>
          <a:bodyPr lIns="0" tIns="0" rIns="0" bIns="0" anchor="t">
            <a:noAutofit/>
          </a:bodyPr>
          <a:lstStyle/>
          <a:p>
            <a:pPr marL="358920" indent="-358920" defTabSz="914400">
              <a:lnSpc>
                <a:spcPct val="120000"/>
              </a:lnSpc>
              <a:buClr>
                <a:srgbClr val="000000"/>
              </a:buClr>
              <a:buFont typeface="Noto Sans"/>
              <a:buAutoNum type="arabicPeriod"/>
            </a:pPr>
            <a:r>
              <a:rPr lang="de-DE" sz="2000" b="0" strike="noStrike" spc="-1">
                <a:solidFill>
                  <a:schemeClr val="dk1"/>
                </a:solidFill>
                <a:latin typeface="Noto Sans"/>
              </a:rPr>
              <a:t>Mastertextformat bearbeiten</a:t>
            </a:r>
          </a:p>
          <a:p>
            <a:pPr marL="541440" lvl="1" indent="-182520" defTabSz="914400">
              <a:lnSpc>
                <a:spcPct val="120000"/>
              </a:lnSpc>
              <a:buClr>
                <a:srgbClr val="000000"/>
              </a:buClr>
              <a:buFont typeface="Noto Sans"/>
              <a:buChar char="‒"/>
            </a:pPr>
            <a:r>
              <a:rPr lang="de-DE" sz="2000" b="0" strike="noStrike" spc="-1">
                <a:solidFill>
                  <a:schemeClr val="dk1"/>
                </a:solidFill>
                <a:latin typeface="Noto Sans"/>
              </a:rPr>
              <a:t>Zweite Ebene</a:t>
            </a:r>
          </a:p>
          <a:p>
            <a:pPr marL="716040" lvl="2" indent="-174600" defTabSz="914400">
              <a:lnSpc>
                <a:spcPct val="120000"/>
              </a:lnSpc>
              <a:buClr>
                <a:srgbClr val="000000"/>
              </a:buClr>
              <a:buFont typeface="Noto Sans"/>
              <a:buChar char="‒"/>
            </a:pPr>
            <a:r>
              <a:rPr lang="de-DE" sz="2000" b="0" strike="noStrike" spc="-1">
                <a:solidFill>
                  <a:schemeClr val="dk1"/>
                </a:solidFill>
                <a:latin typeface="Noto Sans"/>
              </a:rPr>
              <a:t>Dritte Ebene</a:t>
            </a:r>
          </a:p>
          <a:p>
            <a:pPr marL="898560" lvl="3" indent="-181080" defTabSz="914400">
              <a:lnSpc>
                <a:spcPct val="120000"/>
              </a:lnSpc>
              <a:buClr>
                <a:srgbClr val="000000"/>
              </a:buClr>
              <a:buFont typeface="Noto Sans"/>
              <a:buChar char="‒"/>
            </a:pPr>
            <a:r>
              <a:rPr lang="de-DE" sz="2000" b="0" strike="noStrike" spc="-1">
                <a:solidFill>
                  <a:schemeClr val="dk1"/>
                </a:solidFill>
                <a:latin typeface="Noto Sans"/>
              </a:rPr>
              <a:t>Vierte Ebene</a:t>
            </a:r>
          </a:p>
          <a:p>
            <a:pPr marL="1074600" lvl="4" indent="-176040" defTabSz="914400">
              <a:lnSpc>
                <a:spcPct val="120000"/>
              </a:lnSpc>
              <a:buClr>
                <a:srgbClr val="000000"/>
              </a:buClr>
              <a:buFont typeface="Noto Sans"/>
              <a:buChar char="‒"/>
            </a:pPr>
            <a:r>
              <a:rPr lang="de-DE" sz="2000" b="0" strike="noStrike" spc="-1">
                <a:solidFill>
                  <a:schemeClr val="dk1"/>
                </a:solidFill>
                <a:latin typeface="Noto Sans"/>
              </a:rPr>
              <a:t>Fünfte Ebene</a:t>
            </a:r>
          </a:p>
        </p:txBody>
      </p:sp>
      <p:sp>
        <p:nvSpPr>
          <p:cNvPr id="52" name="PlaceHolder 3"/>
          <p:cNvSpPr>
            <a:spLocks noGrp="1"/>
          </p:cNvSpPr>
          <p:nvPr>
            <p:ph type="ftr" idx="13"/>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53" name="PlaceHolder 4">
            <a:extLst>
              <a:ext uri="{C183D7F6-B498-43B3-948B-1728B52AA6E4}">
                <adec:decorative xmlns:adec="http://schemas.microsoft.com/office/drawing/2017/decorative" val="1"/>
              </a:ext>
            </a:extLst>
          </p:cNvPr>
          <p:cNvSpPr>
            <a:spLocks noGrp="1"/>
          </p:cNvSpPr>
          <p:nvPr>
            <p:ph type="sldNum" idx="14"/>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B068272C-92FB-4737-BEB0-45482F397C4E}"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66800" y="798120"/>
            <a:ext cx="10658160" cy="2159640"/>
          </a:xfrm>
          <a:prstGeom prst="rect">
            <a:avLst/>
          </a:prstGeom>
          <a:noFill/>
          <a:ln w="0">
            <a:noFill/>
          </a:ln>
        </p:spPr>
        <p:txBody>
          <a:bodyPr lIns="0" tIns="0" rIns="0" bIns="0" anchor="t">
            <a:noAutofit/>
          </a:bodyPr>
          <a:lstStyle/>
          <a:p>
            <a:pPr indent="0" defTabSz="914400">
              <a:lnSpc>
                <a:spcPct val="105000"/>
              </a:lnSpc>
              <a:buNone/>
            </a:pPr>
            <a:r>
              <a:rPr lang="de-DE" sz="3600" b="0" strike="noStrike" spc="-1">
                <a:solidFill>
                  <a:schemeClr val="lt1"/>
                </a:solidFill>
                <a:latin typeface="Noto Sans"/>
              </a:rPr>
              <a:t>Mastertitelformat bearbeiten</a:t>
            </a:r>
            <a:endParaRPr lang="de-DE" sz="3600" b="0" strike="noStrike" spc="-1">
              <a:solidFill>
                <a:schemeClr val="dk1"/>
              </a:solidFill>
              <a:latin typeface="Noto Sans"/>
            </a:endParaRPr>
          </a:p>
        </p:txBody>
      </p:sp>
      <p:sp>
        <p:nvSpPr>
          <p:cNvPr id="57" name="PlaceHolder 2"/>
          <p:cNvSpPr>
            <a:spLocks noGrp="1"/>
          </p:cNvSpPr>
          <p:nvPr>
            <p:ph type="ftr" idx="15"/>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lt1"/>
                </a:solidFill>
                <a:latin typeface="Noto Sans"/>
              </a:defRPr>
            </a:lvl1pPr>
          </a:lstStyle>
          <a:p>
            <a:pPr indent="0" defTabSz="914400">
              <a:lnSpc>
                <a:spcPct val="100000"/>
              </a:lnSpc>
              <a:buNone/>
            </a:pPr>
            <a:r>
              <a:rPr lang="de-DE" sz="800" b="0" strike="noStrike" spc="-1">
                <a:solidFill>
                  <a:schemeClr val="lt1"/>
                </a:solidFill>
                <a:latin typeface="Noto Sans"/>
              </a:rPr>
              <a:t>&lt;footer&gt;</a:t>
            </a:r>
            <a:endParaRPr lang="en-US" sz="800" b="0" strike="noStrike" spc="-1">
              <a:solidFill>
                <a:srgbClr val="FFFFFF"/>
              </a:solidFill>
              <a:latin typeface="Times New Roman"/>
            </a:endParaRPr>
          </a:p>
        </p:txBody>
      </p:sp>
      <p:sp>
        <p:nvSpPr>
          <p:cNvPr id="58" name="PlaceHolder 3">
            <a:extLst>
              <a:ext uri="{C183D7F6-B498-43B3-948B-1728B52AA6E4}">
                <adec:decorative xmlns:adec="http://schemas.microsoft.com/office/drawing/2017/decorative" val="1"/>
              </a:ext>
            </a:extLst>
          </p:cNvPr>
          <p:cNvSpPr>
            <a:spLocks noGrp="1"/>
          </p:cNvSpPr>
          <p:nvPr>
            <p:ph type="sldNum" idx="16"/>
          </p:nvPr>
        </p:nvSpPr>
        <p:spPr>
          <a:xfrm>
            <a:off x="11522880" y="6489720"/>
            <a:ext cx="333720" cy="177480"/>
          </a:xfrm>
          <a:prstGeom prst="rect">
            <a:avLst/>
          </a:prstGeom>
          <a:noFill/>
          <a:ln w="6480">
            <a:solidFill>
              <a:schemeClr val="lt1"/>
            </a:solidFill>
            <a:round/>
          </a:ln>
        </p:spPr>
        <p:txBody>
          <a:bodyPr lIns="0" tIns="0" rIns="0" bIns="0" anchor="ctr">
            <a:noAutofit/>
          </a:bodyPr>
          <a:lstStyle>
            <a:lvl1pPr indent="0" algn="ctr" defTabSz="914400">
              <a:lnSpc>
                <a:spcPct val="100000"/>
              </a:lnSpc>
              <a:buNone/>
              <a:defRPr lang="de-DE" sz="800" b="0" strike="noStrike" spc="-1">
                <a:solidFill>
                  <a:schemeClr val="lt1"/>
                </a:solidFill>
                <a:latin typeface="Noto Sans"/>
              </a:defRPr>
            </a:lvl1pPr>
          </a:lstStyle>
          <a:p>
            <a:pPr indent="0" algn="ctr" defTabSz="914400">
              <a:lnSpc>
                <a:spcPct val="100000"/>
              </a:lnSpc>
              <a:buNone/>
            </a:pPr>
            <a:fld id="{C3958A9C-0ED0-4EF5-8373-600324907169}" type="slidenum">
              <a:rPr lang="de-DE" sz="800" b="0" strike="noStrike" spc="-1">
                <a:solidFill>
                  <a:schemeClr val="lt1"/>
                </a:solidFill>
                <a:latin typeface="Noto Sans"/>
              </a:rPr>
              <a:t>‹Nr.›</a:t>
            </a:fld>
            <a:endParaRPr lang="en-US" sz="800" b="0" strike="noStrike" spc="-1">
              <a:solidFill>
                <a:srgbClr val="FFFFFF"/>
              </a:solidFill>
              <a:latin typeface="Times New Roman"/>
            </a:endParaRPr>
          </a:p>
        </p:txBody>
      </p:sp>
      <p:sp>
        <p:nvSpPr>
          <p:cNvPr id="59"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120000"/>
              </a:lnSpc>
              <a:spcBef>
                <a:spcPts val="1417"/>
              </a:spcBef>
              <a:buClr>
                <a:srgbClr val="FFFFFF"/>
              </a:buClr>
              <a:buSzPct val="45000"/>
              <a:buFont typeface="Wingdings" charset="2"/>
              <a:buChar char=""/>
            </a:pPr>
            <a:r>
              <a:rPr lang="de-DE" sz="1400" b="0" strike="noStrike" spc="-1">
                <a:solidFill>
                  <a:schemeClr val="dk1"/>
                </a:solidFill>
                <a:latin typeface="Noto Sans"/>
              </a:rPr>
              <a:t>Click to edit the outline text format</a:t>
            </a:r>
          </a:p>
          <a:p>
            <a:pPr marL="864000" lvl="1" indent="-324000">
              <a:lnSpc>
                <a:spcPct val="120000"/>
              </a:lnSpc>
              <a:spcBef>
                <a:spcPts val="1134"/>
              </a:spcBef>
              <a:buClr>
                <a:srgbClr val="FFFFFF"/>
              </a:buClr>
              <a:buSzPct val="75000"/>
              <a:buFont typeface="Symbol" charset="2"/>
              <a:buChar char=""/>
            </a:pPr>
            <a:r>
              <a:rPr lang="de-DE" sz="1400" b="0" strike="noStrike" spc="-1">
                <a:solidFill>
                  <a:schemeClr val="dk1"/>
                </a:solidFill>
                <a:latin typeface="Noto Sans"/>
              </a:rPr>
              <a:t>Second Outline Level</a:t>
            </a:r>
          </a:p>
          <a:p>
            <a:pPr marL="1296000" lvl="2" indent="-288000">
              <a:lnSpc>
                <a:spcPct val="120000"/>
              </a:lnSpc>
              <a:spcBef>
                <a:spcPts val="850"/>
              </a:spcBef>
              <a:buClr>
                <a:srgbClr val="FFFFFF"/>
              </a:buClr>
              <a:buSzPct val="45000"/>
              <a:buFont typeface="Wingdings" charset="2"/>
              <a:buChar char=""/>
            </a:pPr>
            <a:r>
              <a:rPr lang="de-DE" sz="1400" b="0" strike="noStrike" spc="-1">
                <a:solidFill>
                  <a:schemeClr val="dk1"/>
                </a:solidFill>
                <a:latin typeface="Noto Sans"/>
              </a:rPr>
              <a:t>Third Outline Level</a:t>
            </a:r>
          </a:p>
          <a:p>
            <a:pPr marL="1728000" lvl="3" indent="-216000">
              <a:lnSpc>
                <a:spcPct val="120000"/>
              </a:lnSpc>
              <a:spcBef>
                <a:spcPts val="567"/>
              </a:spcBef>
              <a:buClr>
                <a:srgbClr val="FFFFFF"/>
              </a:buClr>
              <a:buSzPct val="75000"/>
              <a:buFont typeface="Symbol" charset="2"/>
              <a:buChar char=""/>
            </a:pPr>
            <a:r>
              <a:rPr lang="de-DE" sz="1400" b="0" strike="noStrike" spc="-1">
                <a:solidFill>
                  <a:schemeClr val="dk1"/>
                </a:solidFill>
                <a:latin typeface="Noto Sans"/>
              </a:rPr>
              <a:t>Fourth Outline Level</a:t>
            </a:r>
          </a:p>
          <a:p>
            <a:pPr marL="2160000" lvl="4"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Fifth Outline Level</a:t>
            </a:r>
          </a:p>
          <a:p>
            <a:pPr marL="2592000" lvl="5"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Sixth Outline Level</a:t>
            </a:r>
          </a:p>
          <a:p>
            <a:pPr marL="3024000" lvl="6" indent="-216000">
              <a:lnSpc>
                <a:spcPct val="120000"/>
              </a:lnSpc>
              <a:spcBef>
                <a:spcPts val="283"/>
              </a:spcBef>
              <a:buClr>
                <a:srgbClr val="FFFFFF"/>
              </a:buClr>
              <a:buSzPct val="45000"/>
              <a:buFont typeface="Wingdings" charset="2"/>
              <a:buChar char=""/>
            </a:pPr>
            <a:r>
              <a:rPr lang="de-DE" sz="2000" b="0" strike="noStrike" spc="-1">
                <a:solidFill>
                  <a:schemeClr val="dk1"/>
                </a:solidFill>
                <a:latin typeface="Noto Sans"/>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5616000" y="0"/>
            <a:ext cx="6575760" cy="685764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62" name="PlaceHolder 2"/>
          <p:cNvSpPr>
            <a:spLocks noGrp="1"/>
          </p:cNvSpPr>
          <p:nvPr>
            <p:ph type="title"/>
          </p:nvPr>
        </p:nvSpPr>
        <p:spPr>
          <a:xfrm>
            <a:off x="766800" y="798120"/>
            <a:ext cx="4513680" cy="2159640"/>
          </a:xfrm>
          <a:prstGeom prst="rect">
            <a:avLst/>
          </a:prstGeom>
          <a:noFill/>
          <a:ln w="0">
            <a:noFill/>
          </a:ln>
        </p:spPr>
        <p:txBody>
          <a:bodyPr lIns="0" tIns="0" rIns="0" bIns="0" anchor="t">
            <a:noAutofit/>
          </a:bodyPr>
          <a:lstStyle/>
          <a:p>
            <a:pPr indent="0" defTabSz="914400">
              <a:lnSpc>
                <a:spcPct val="105000"/>
              </a:lnSpc>
              <a:buNone/>
            </a:pPr>
            <a:r>
              <a:rPr lang="de-DE" sz="3600" b="0" strike="noStrike" spc="-1">
                <a:solidFill>
                  <a:schemeClr val="dk1"/>
                </a:solidFill>
                <a:latin typeface="Noto Sans"/>
              </a:rPr>
              <a:t>Mastertitelformat bearbeiten</a:t>
            </a:r>
          </a:p>
        </p:txBody>
      </p:sp>
      <p:sp>
        <p:nvSpPr>
          <p:cNvPr id="63" name="PlaceHolder 3"/>
          <p:cNvSpPr>
            <a:spLocks noGrp="1"/>
          </p:cNvSpPr>
          <p:nvPr>
            <p:ph type="ftr" idx="17"/>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64" name="PlaceHolder 4">
            <a:extLst>
              <a:ext uri="{C183D7F6-B498-43B3-948B-1728B52AA6E4}">
                <adec:decorative xmlns:adec="http://schemas.microsoft.com/office/drawing/2017/decorative" val="1"/>
              </a:ext>
            </a:extLst>
          </p:cNvPr>
          <p:cNvSpPr>
            <a:spLocks noGrp="1"/>
          </p:cNvSpPr>
          <p:nvPr>
            <p:ph type="sldNum" idx="18"/>
          </p:nvPr>
        </p:nvSpPr>
        <p:spPr>
          <a:xfrm>
            <a:off x="11522880" y="6489720"/>
            <a:ext cx="333720" cy="177480"/>
          </a:xfrm>
          <a:prstGeom prst="rect">
            <a:avLst/>
          </a:prstGeom>
          <a:noFill/>
          <a:ln w="6480">
            <a:solidFill>
              <a:schemeClr val="lt1"/>
            </a:solidFill>
            <a:round/>
          </a:ln>
        </p:spPr>
        <p:txBody>
          <a:bodyPr lIns="0" tIns="0" rIns="0" bIns="0" anchor="ctr">
            <a:noAutofit/>
          </a:bodyPr>
          <a:lstStyle>
            <a:lvl1pPr indent="0" algn="ctr" defTabSz="914400">
              <a:lnSpc>
                <a:spcPct val="100000"/>
              </a:lnSpc>
              <a:buNone/>
              <a:defRPr lang="de-DE" sz="800" b="0" strike="noStrike" spc="-1">
                <a:solidFill>
                  <a:schemeClr val="lt1"/>
                </a:solidFill>
                <a:latin typeface="Noto Sans"/>
              </a:defRPr>
            </a:lvl1pPr>
          </a:lstStyle>
          <a:p>
            <a:pPr indent="0" algn="ctr" defTabSz="914400">
              <a:lnSpc>
                <a:spcPct val="100000"/>
              </a:lnSpc>
              <a:buNone/>
            </a:pPr>
            <a:fld id="{B3C5C7C1-3E10-4DAC-B9A3-65D4831B01CF}" type="slidenum">
              <a:rPr lang="de-DE" sz="800" b="0" strike="noStrike" spc="-1">
                <a:solidFill>
                  <a:schemeClr val="lt1"/>
                </a:solidFill>
                <a:latin typeface="Noto Sans"/>
              </a:rPr>
              <a:t>‹Nr.›</a:t>
            </a:fld>
            <a:endParaRPr lang="en-US" sz="800" b="0" strike="noStrike" spc="-1">
              <a:solidFill>
                <a:srgbClr val="000000"/>
              </a:solidFill>
              <a:latin typeface="Times New Roman"/>
            </a:endParaRPr>
          </a:p>
        </p:txBody>
      </p:sp>
      <p:sp>
        <p:nvSpPr>
          <p:cNvPr id="65" name="PlaceHolder 5"/>
          <p:cNvSpPr>
            <a:spLocks noGrp="1"/>
          </p:cNvSpPr>
          <p:nvPr>
            <p:ph type="body"/>
          </p:nvPr>
        </p:nvSpPr>
        <p:spPr>
          <a:xfrm rot="16200000">
            <a:off x="9109440" y="3083760"/>
            <a:ext cx="58294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66800" y="333360"/>
            <a:ext cx="106581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67" name="PlaceHolder 2"/>
          <p:cNvSpPr>
            <a:spLocks noGrp="1"/>
          </p:cNvSpPr>
          <p:nvPr>
            <p:ph type="body"/>
          </p:nvPr>
        </p:nvSpPr>
        <p:spPr>
          <a:xfrm>
            <a:off x="766800" y="1665360"/>
            <a:ext cx="1065816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68" name="PlaceHolder 3"/>
          <p:cNvSpPr>
            <a:spLocks noGrp="1"/>
          </p:cNvSpPr>
          <p:nvPr>
            <p:ph type="ftr" idx="19"/>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69" name="PlaceHolder 4">
            <a:extLst>
              <a:ext uri="{C183D7F6-B498-43B3-948B-1728B52AA6E4}">
                <adec:decorative xmlns:adec="http://schemas.microsoft.com/office/drawing/2017/decorative" val="1"/>
              </a:ext>
            </a:extLst>
          </p:cNvPr>
          <p:cNvSpPr>
            <a:spLocks noGrp="1"/>
          </p:cNvSpPr>
          <p:nvPr>
            <p:ph type="sldNum" idx="20"/>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671E915D-BB54-459F-837B-30B1AC420EB8}"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766800" y="333360"/>
            <a:ext cx="1065816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73" name="PlaceHolder 2"/>
          <p:cNvSpPr>
            <a:spLocks noGrp="1"/>
          </p:cNvSpPr>
          <p:nvPr>
            <p:ph type="body"/>
          </p:nvPr>
        </p:nvSpPr>
        <p:spPr>
          <a:xfrm>
            <a:off x="766800" y="1665360"/>
            <a:ext cx="511308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74" name="PlaceHolder 3"/>
          <p:cNvSpPr>
            <a:spLocks noGrp="1"/>
          </p:cNvSpPr>
          <p:nvPr>
            <p:ph type="body"/>
          </p:nvPr>
        </p:nvSpPr>
        <p:spPr>
          <a:xfrm>
            <a:off x="6311880" y="1665360"/>
            <a:ext cx="511308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75" name="PlaceHolder 4"/>
          <p:cNvSpPr>
            <a:spLocks noGrp="1"/>
          </p:cNvSpPr>
          <p:nvPr>
            <p:ph type="ftr" idx="21"/>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76" name="PlaceHolder 5">
            <a:extLst>
              <a:ext uri="{C183D7F6-B498-43B3-948B-1728B52AA6E4}">
                <adec:decorative xmlns:adec="http://schemas.microsoft.com/office/drawing/2017/decorative" val="1"/>
              </a:ext>
            </a:extLst>
          </p:cNvPr>
          <p:cNvSpPr>
            <a:spLocks noGrp="1"/>
          </p:cNvSpPr>
          <p:nvPr>
            <p:ph type="sldNum" idx="22"/>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4F6036CA-BC4F-43CB-AB26-C5616769B6DD}"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6800" y="333360"/>
            <a:ext cx="5113080" cy="899640"/>
          </a:xfrm>
          <a:prstGeom prst="rect">
            <a:avLst/>
          </a:prstGeom>
          <a:noFill/>
          <a:ln w="0">
            <a:noFill/>
          </a:ln>
        </p:spPr>
        <p:txBody>
          <a:bodyPr lIns="0" tIns="0" rIns="0" bIns="0" anchor="t">
            <a:noAutofit/>
          </a:bodyPr>
          <a:lstStyle/>
          <a:p>
            <a:pPr indent="0" defTabSz="914400">
              <a:lnSpc>
                <a:spcPct val="110000"/>
              </a:lnSpc>
              <a:buNone/>
            </a:pPr>
            <a:r>
              <a:rPr lang="de-DE" sz="2200" b="1" strike="noStrike" spc="-1">
                <a:solidFill>
                  <a:schemeClr val="dk1"/>
                </a:solidFill>
                <a:latin typeface="Noto Sans"/>
              </a:rPr>
              <a:t>Mastertitelformat bearbeiten</a:t>
            </a:r>
            <a:endParaRPr lang="de-DE" sz="2200" b="0" strike="noStrike" spc="-1">
              <a:solidFill>
                <a:schemeClr val="dk1"/>
              </a:solidFill>
              <a:latin typeface="Noto Sans"/>
            </a:endParaRPr>
          </a:p>
        </p:txBody>
      </p:sp>
      <p:sp>
        <p:nvSpPr>
          <p:cNvPr id="80" name="PlaceHolder 2"/>
          <p:cNvSpPr>
            <a:spLocks noGrp="1"/>
          </p:cNvSpPr>
          <p:nvPr>
            <p:ph type="body"/>
          </p:nvPr>
        </p:nvSpPr>
        <p:spPr>
          <a:xfrm>
            <a:off x="766800" y="1665360"/>
            <a:ext cx="5113080" cy="4500360"/>
          </a:xfrm>
          <a:prstGeom prst="rect">
            <a:avLst/>
          </a:prstGeom>
          <a:noFill/>
          <a:ln w="0">
            <a:noFill/>
          </a:ln>
        </p:spPr>
        <p:txBody>
          <a:bodyPr lIns="0" tIns="0" rIns="0" bIns="0" anchor="t">
            <a:noAutofit/>
          </a:bodyPr>
          <a:lstStyle/>
          <a:p>
            <a:pPr marL="181080" indent="-181080" defTabSz="914400">
              <a:lnSpc>
                <a:spcPct val="120000"/>
              </a:lnSpc>
              <a:buClr>
                <a:srgbClr val="000000"/>
              </a:buClr>
              <a:buFont typeface="Noto Sans"/>
              <a:buChar char="‒"/>
            </a:pPr>
            <a:r>
              <a:rPr lang="de-DE" sz="1400" b="0" strike="noStrike" spc="-1">
                <a:solidFill>
                  <a:schemeClr val="dk1"/>
                </a:solidFill>
                <a:latin typeface="Noto Sans"/>
              </a:rPr>
              <a:t>Mastertextformat bearbeiten</a:t>
            </a:r>
          </a:p>
          <a:p>
            <a:pPr marL="355680" lvl="1" indent="-174600" defTabSz="914400">
              <a:lnSpc>
                <a:spcPct val="120000"/>
              </a:lnSpc>
              <a:buClr>
                <a:srgbClr val="000000"/>
              </a:buClr>
              <a:buFont typeface="Noto Sans"/>
              <a:buChar char="‒"/>
            </a:pPr>
            <a:r>
              <a:rPr lang="de-DE" sz="1400" b="0" strike="noStrike" spc="-1">
                <a:solidFill>
                  <a:schemeClr val="dk1"/>
                </a:solidFill>
                <a:latin typeface="Noto Sans"/>
              </a:rPr>
              <a:t>Zweite Ebene</a:t>
            </a:r>
          </a:p>
          <a:p>
            <a:pPr marL="538200" lvl="2" indent="-182520" defTabSz="914400">
              <a:lnSpc>
                <a:spcPct val="120000"/>
              </a:lnSpc>
              <a:buClr>
                <a:srgbClr val="000000"/>
              </a:buClr>
              <a:buFont typeface="Noto Sans"/>
              <a:buChar char="‒"/>
            </a:pPr>
            <a:r>
              <a:rPr lang="de-DE" sz="1400" b="0" strike="noStrike" spc="-1">
                <a:solidFill>
                  <a:schemeClr val="dk1"/>
                </a:solidFill>
                <a:latin typeface="Noto Sans"/>
              </a:rPr>
              <a:t>Dritte Ebene</a:t>
            </a:r>
          </a:p>
          <a:p>
            <a:pPr marL="719280" lvl="3" indent="-181080" defTabSz="914400">
              <a:lnSpc>
                <a:spcPct val="120000"/>
              </a:lnSpc>
              <a:buClr>
                <a:srgbClr val="000000"/>
              </a:buClr>
              <a:buFont typeface="Noto Sans"/>
              <a:buChar char="‒"/>
            </a:pPr>
            <a:r>
              <a:rPr lang="de-DE" sz="1400" b="0" strike="noStrike" spc="-1">
                <a:solidFill>
                  <a:schemeClr val="dk1"/>
                </a:solidFill>
                <a:latin typeface="Noto Sans"/>
              </a:rPr>
              <a:t>Vierte Ebene</a:t>
            </a:r>
          </a:p>
          <a:p>
            <a:pPr marL="893880" lvl="4" indent="-174600" defTabSz="914400">
              <a:lnSpc>
                <a:spcPct val="120000"/>
              </a:lnSpc>
              <a:buClr>
                <a:srgbClr val="000000"/>
              </a:buClr>
              <a:buFont typeface="Noto Sans"/>
              <a:buChar char="‒"/>
            </a:pPr>
            <a:r>
              <a:rPr lang="de-DE" sz="1400" b="0" strike="noStrike" spc="-1">
                <a:solidFill>
                  <a:schemeClr val="dk1"/>
                </a:solidFill>
                <a:latin typeface="Noto Sans"/>
              </a:rPr>
              <a:t>Fünfte Ebene</a:t>
            </a:r>
          </a:p>
        </p:txBody>
      </p:sp>
      <p:sp>
        <p:nvSpPr>
          <p:cNvPr id="81" name="PlaceHolder 3"/>
          <p:cNvSpPr>
            <a:spLocks noGrp="1"/>
          </p:cNvSpPr>
          <p:nvPr>
            <p:ph type="body"/>
          </p:nvPr>
        </p:nvSpPr>
        <p:spPr>
          <a:xfrm>
            <a:off x="6537960" y="333360"/>
            <a:ext cx="5318640" cy="5297400"/>
          </a:xfrm>
          <a:prstGeom prst="rect">
            <a:avLst/>
          </a:prstGeom>
          <a:solidFill>
            <a:schemeClr val="lt1">
              <a:lumMod val="85000"/>
            </a:schemeClr>
          </a:solidFill>
          <a:ln w="0">
            <a:noFill/>
          </a:ln>
        </p:spPr>
        <p:txBody>
          <a:bodyPr lIns="90000" tIns="45000" rIns="90000" bIns="45000" anchor="ctr">
            <a:noAutofit/>
          </a:bodyPr>
          <a:lstStyle/>
          <a:p>
            <a:pPr marL="432000" indent="-324000">
              <a:lnSpc>
                <a:spcPct val="120000"/>
              </a:lnSpc>
              <a:spcBef>
                <a:spcPts val="1417"/>
              </a:spcBef>
              <a:buClr>
                <a:srgbClr val="000000"/>
              </a:buClr>
              <a:buSzPct val="45000"/>
              <a:buFont typeface="Wingdings" charset="2"/>
              <a:buChar char=""/>
            </a:pPr>
            <a:r>
              <a:rPr lang="de-DE" sz="1800" b="0" strike="noStrike" spc="-1">
                <a:solidFill>
                  <a:schemeClr val="dk1"/>
                </a:solidFill>
                <a:latin typeface="Noto Sans"/>
              </a:rPr>
              <a:t>Click to edit the outline text format</a:t>
            </a:r>
          </a:p>
          <a:p>
            <a:pPr marL="864000" lvl="1" indent="-324000">
              <a:lnSpc>
                <a:spcPct val="120000"/>
              </a:lnSpc>
              <a:spcBef>
                <a:spcPts val="1134"/>
              </a:spcBef>
              <a:buClr>
                <a:srgbClr val="000000"/>
              </a:buClr>
              <a:buSzPct val="75000"/>
              <a:buFont typeface="Symbol" charset="2"/>
              <a:buChar char=""/>
            </a:pPr>
            <a:r>
              <a:rPr lang="de-DE" sz="1800" b="0" strike="noStrike" spc="-1">
                <a:solidFill>
                  <a:schemeClr val="dk1"/>
                </a:solidFill>
                <a:latin typeface="Noto Sans"/>
              </a:rPr>
              <a:t>Second Outline Level</a:t>
            </a:r>
          </a:p>
          <a:p>
            <a:pPr marL="1296000" lvl="2" indent="-288000">
              <a:lnSpc>
                <a:spcPct val="120000"/>
              </a:lnSpc>
              <a:spcBef>
                <a:spcPts val="850"/>
              </a:spcBef>
              <a:buClr>
                <a:srgbClr val="000000"/>
              </a:buClr>
              <a:buSzPct val="45000"/>
              <a:buFont typeface="Wingdings" charset="2"/>
              <a:buChar char=""/>
            </a:pPr>
            <a:r>
              <a:rPr lang="de-DE" sz="1800" b="0" strike="noStrike" spc="-1">
                <a:solidFill>
                  <a:schemeClr val="dk1"/>
                </a:solidFill>
                <a:latin typeface="Noto Sans"/>
              </a:rPr>
              <a:t>Third Outline Level</a:t>
            </a:r>
          </a:p>
          <a:p>
            <a:pPr marL="1728000" lvl="3" indent="-216000">
              <a:lnSpc>
                <a:spcPct val="120000"/>
              </a:lnSpc>
              <a:spcBef>
                <a:spcPts val="567"/>
              </a:spcBef>
              <a:buClr>
                <a:srgbClr val="000000"/>
              </a:buClr>
              <a:buSzPct val="75000"/>
              <a:buFont typeface="Symbol" charset="2"/>
              <a:buChar char=""/>
            </a:pPr>
            <a:r>
              <a:rPr lang="de-DE" sz="1800" b="0" strike="noStrike" spc="-1">
                <a:solidFill>
                  <a:schemeClr val="dk1"/>
                </a:solidFill>
                <a:latin typeface="Noto Sans"/>
              </a:rPr>
              <a:t>Fourth Outline Level</a:t>
            </a:r>
          </a:p>
          <a:p>
            <a:pPr marL="2160000" lvl="4"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Fifth Outline Level</a:t>
            </a:r>
          </a:p>
          <a:p>
            <a:pPr marL="2592000" lvl="5"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Sixth Outline Level</a:t>
            </a:r>
          </a:p>
          <a:p>
            <a:pPr marL="3024000" lvl="6" indent="-216000">
              <a:lnSpc>
                <a:spcPct val="120000"/>
              </a:lnSpc>
              <a:spcBef>
                <a:spcPts val="283"/>
              </a:spcBef>
              <a:buClr>
                <a:srgbClr val="000000"/>
              </a:buClr>
              <a:buSzPct val="45000"/>
              <a:buFont typeface="Wingdings" charset="2"/>
              <a:buChar char=""/>
            </a:pPr>
            <a:r>
              <a:rPr lang="de-DE" sz="1800" b="0" strike="noStrike" spc="-1">
                <a:solidFill>
                  <a:schemeClr val="dk1"/>
                </a:solidFill>
                <a:latin typeface="Noto Sans"/>
              </a:rPr>
              <a:t>Seventh Outline Level</a:t>
            </a:r>
          </a:p>
        </p:txBody>
      </p:sp>
      <p:sp>
        <p:nvSpPr>
          <p:cNvPr id="82" name="PlaceHolder 4"/>
          <p:cNvSpPr>
            <a:spLocks noGrp="1"/>
          </p:cNvSpPr>
          <p:nvPr>
            <p:ph type="ftr" idx="23"/>
          </p:nvPr>
        </p:nvSpPr>
        <p:spPr>
          <a:xfrm>
            <a:off x="766800" y="6489720"/>
            <a:ext cx="10658160" cy="177480"/>
          </a:xfrm>
          <a:prstGeom prst="rect">
            <a:avLst/>
          </a:prstGeom>
          <a:noFill/>
          <a:ln w="0">
            <a:noFill/>
          </a:ln>
        </p:spPr>
        <p:txBody>
          <a:bodyPr lIns="0" tIns="0" rIns="0" bIns="0" anchor="ctr">
            <a:noAutofit/>
          </a:bodyPr>
          <a:lstStyle>
            <a:lvl1pPr indent="0" defTabSz="914400">
              <a:lnSpc>
                <a:spcPct val="100000"/>
              </a:lnSpc>
              <a:buNone/>
              <a:defRPr lang="de-DE" sz="800" b="0" strike="noStrike" spc="-1">
                <a:solidFill>
                  <a:schemeClr val="dk1"/>
                </a:solidFill>
                <a:latin typeface="Noto Sans"/>
              </a:defRPr>
            </a:lvl1pPr>
          </a:lstStyle>
          <a:p>
            <a:pPr indent="0" defTabSz="914400">
              <a:lnSpc>
                <a:spcPct val="100000"/>
              </a:lnSpc>
              <a:buNone/>
            </a:pPr>
            <a:r>
              <a:rPr lang="de-DE" sz="800" b="0" strike="noStrike" spc="-1">
                <a:solidFill>
                  <a:schemeClr val="dk1"/>
                </a:solidFill>
                <a:latin typeface="Noto Sans"/>
              </a:rPr>
              <a:t>&lt;footer&gt;</a:t>
            </a:r>
            <a:endParaRPr lang="en-US" sz="800" b="0" strike="noStrike" spc="-1">
              <a:solidFill>
                <a:srgbClr val="000000"/>
              </a:solidFill>
              <a:latin typeface="Times New Roman"/>
            </a:endParaRPr>
          </a:p>
        </p:txBody>
      </p:sp>
      <p:sp>
        <p:nvSpPr>
          <p:cNvPr id="83" name="PlaceHolder 5">
            <a:extLst>
              <a:ext uri="{C183D7F6-B498-43B3-948B-1728B52AA6E4}">
                <adec:decorative xmlns:adec="http://schemas.microsoft.com/office/drawing/2017/decorative" val="1"/>
              </a:ext>
            </a:extLst>
          </p:cNvPr>
          <p:cNvSpPr>
            <a:spLocks noGrp="1"/>
          </p:cNvSpPr>
          <p:nvPr>
            <p:ph type="sldNum" idx="24"/>
          </p:nvPr>
        </p:nvSpPr>
        <p:spPr>
          <a:xfrm>
            <a:off x="11522880" y="6489720"/>
            <a:ext cx="333720" cy="177480"/>
          </a:xfrm>
          <a:prstGeom prst="rect">
            <a:avLst/>
          </a:prstGeom>
          <a:noFill/>
          <a:ln w="6480">
            <a:solidFill>
              <a:schemeClr val="accent1"/>
            </a:solidFill>
            <a:round/>
          </a:ln>
        </p:spPr>
        <p:txBody>
          <a:bodyPr lIns="0" tIns="0" rIns="0" bIns="0" anchor="ctr">
            <a:noAutofit/>
          </a:bodyPr>
          <a:lstStyle>
            <a:lvl1pPr indent="0" algn="ctr" defTabSz="914400">
              <a:lnSpc>
                <a:spcPct val="100000"/>
              </a:lnSpc>
              <a:buNone/>
              <a:defRPr lang="de-DE" sz="800" b="0" strike="noStrike" spc="-1">
                <a:solidFill>
                  <a:schemeClr val="dk1"/>
                </a:solidFill>
                <a:latin typeface="Noto Sans"/>
              </a:defRPr>
            </a:lvl1pPr>
          </a:lstStyle>
          <a:p>
            <a:pPr indent="0" algn="ctr" defTabSz="914400">
              <a:lnSpc>
                <a:spcPct val="100000"/>
              </a:lnSpc>
              <a:buNone/>
            </a:pPr>
            <a:fld id="{8F5FE087-2C2F-4E98-A2D4-33F2DCE8DA55}" type="slidenum">
              <a:rPr lang="de-DE" sz="800" b="0" strike="noStrike" spc="-1">
                <a:solidFill>
                  <a:schemeClr val="dk1"/>
                </a:solidFill>
                <a:latin typeface="Noto Sans"/>
              </a:rPr>
              <a:t>‹Nr.›</a:t>
            </a:fld>
            <a:endParaRPr lang="en-US" sz="800" b="0" strike="noStrike" spc="-1">
              <a:solidFill>
                <a:srgbClr val="000000"/>
              </a:solidFill>
              <a:latin typeface="Times New Roman"/>
            </a:endParaRPr>
          </a:p>
        </p:txBody>
      </p:sp>
      <p:sp>
        <p:nvSpPr>
          <p:cNvPr id="84" name="PlaceHolder 6"/>
          <p:cNvSpPr>
            <a:spLocks noGrp="1"/>
          </p:cNvSpPr>
          <p:nvPr>
            <p:ph type="body"/>
          </p:nvPr>
        </p:nvSpPr>
        <p:spPr>
          <a:xfrm rot="16200000">
            <a:off x="9041760" y="2816280"/>
            <a:ext cx="5294880" cy="334440"/>
          </a:xfrm>
          <a:prstGeom prst="rect">
            <a:avLst/>
          </a:prstGeom>
          <a:noFill/>
          <a:ln w="0">
            <a:noFill/>
          </a:ln>
        </p:spPr>
        <p:txBody>
          <a:bodyPr lIns="108000" tIns="36000" rIns="108000" bIns="36000" anchor="ctr">
            <a:noAutofit/>
          </a:bodyPr>
          <a:lstStyle/>
          <a:p>
            <a:pPr indent="0" defTabSz="914400">
              <a:lnSpc>
                <a:spcPct val="100000"/>
              </a:lnSpc>
              <a:buNone/>
              <a:tabLst>
                <a:tab pos="0" algn="l"/>
              </a:tabLst>
            </a:pPr>
            <a:r>
              <a:rPr lang="de-DE" sz="800" b="0" strike="noStrike" spc="-1">
                <a:solidFill>
                  <a:schemeClr val="lt1"/>
                </a:solidFill>
                <a:latin typeface="Noto Sans"/>
              </a:rPr>
              <a:t>Bildnachweis</a:t>
            </a:r>
            <a:endParaRPr lang="de-DE" sz="800" b="0" strike="noStrike" spc="-1">
              <a:solidFill>
                <a:schemeClr val="dk1"/>
              </a:solidFill>
              <a:latin typeface="Noto Sans"/>
            </a:endParaRPr>
          </a:p>
        </p:txBody>
      </p:sp>
    </p:spTree>
  </p:cSld>
  <p:clrMap bg1="lt1" tx1="dk1" bg2="lt2" tx2="dk2" accent1="accent1" accent2="accent2" accent3="accent3" accent4="accent4" accent5="accent5" accent6="accent6" hlink="hlink" folHlink="folHlink"/>
  <p:sldLayoutIdLst>
    <p:sldLayoutId id="214748368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hyperlink" Target="https://www.spektrum.de/lexikon/kartographie-geomatik/daten/825" TargetMode="External"/><Relationship Id="rId4" Type="http://schemas.openxmlformats.org/officeDocument/2006/relationships/hyperlink" Target="https://www.spektrum.de/lexikon/kartographie-geomatik/zeichen/5334"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3.jpg"/><Relationship Id="rId5"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15.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15.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1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7.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16.xml"/><Relationship Id="rId16" Type="http://schemas.openxmlformats.org/officeDocument/2006/relationships/image" Target="../media/image34.png"/><Relationship Id="rId20" Type="http://schemas.openxmlformats.org/officeDocument/2006/relationships/image" Target="../media/image36.png"/><Relationship Id="rId1" Type="http://schemas.openxmlformats.org/officeDocument/2006/relationships/slideLayout" Target="../slideLayouts/slideLayout1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5.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41.png"/><Relationship Id="rId2" Type="http://schemas.openxmlformats.org/officeDocument/2006/relationships/notesSlide" Target="../notesSlides/notesSlide17.xml"/><Relationship Id="rId16" Type="http://schemas.openxmlformats.org/officeDocument/2006/relationships/image" Target="../media/image40.png"/><Relationship Id="rId20" Type="http://schemas.openxmlformats.org/officeDocument/2006/relationships/image" Target="../media/image36.png"/><Relationship Id="rId1" Type="http://schemas.openxmlformats.org/officeDocument/2006/relationships/slideLayout" Target="../slideLayouts/slideLayout1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39.png"/><Relationship Id="rId10" Type="http://schemas.openxmlformats.org/officeDocument/2006/relationships/image" Target="../media/image23.png"/><Relationship Id="rId19" Type="http://schemas.openxmlformats.org/officeDocument/2006/relationships/image" Target="../media/image27.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38.png"/></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18.xml"/><Relationship Id="rId16" Type="http://schemas.openxmlformats.org/officeDocument/2006/relationships/image" Target="../media/image29.png"/><Relationship Id="rId20" Type="http://schemas.openxmlformats.org/officeDocument/2006/relationships/image" Target="../media/image28.png"/><Relationship Id="rId1" Type="http://schemas.openxmlformats.org/officeDocument/2006/relationships/slideLayout" Target="../slideLayouts/slideLayout1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42.png"/><Relationship Id="rId10" Type="http://schemas.openxmlformats.org/officeDocument/2006/relationships/image" Target="../media/image23.png"/><Relationship Id="rId19" Type="http://schemas.openxmlformats.org/officeDocument/2006/relationships/image" Target="../media/image27.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35.png"/><Relationship Id="rId22"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19.xml"/><Relationship Id="rId16" Type="http://schemas.openxmlformats.org/officeDocument/2006/relationships/image" Target="../media/image34.png"/><Relationship Id="rId20" Type="http://schemas.openxmlformats.org/officeDocument/2006/relationships/image" Target="../media/image44.png"/><Relationship Id="rId1" Type="http://schemas.openxmlformats.org/officeDocument/2006/relationships/slideLayout" Target="../slideLayouts/slideLayout1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4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45.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20.xml"/><Relationship Id="rId16" Type="http://schemas.openxmlformats.org/officeDocument/2006/relationships/image" Target="../media/image29.png"/><Relationship Id="rId20" Type="http://schemas.openxmlformats.org/officeDocument/2006/relationships/image" Target="../media/image36.png"/><Relationship Id="rId1" Type="http://schemas.openxmlformats.org/officeDocument/2006/relationships/slideLayout" Target="../slideLayouts/slideLayout1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39.png"/><Relationship Id="rId10" Type="http://schemas.openxmlformats.org/officeDocument/2006/relationships/image" Target="../media/image23.png"/><Relationship Id="rId19" Type="http://schemas.openxmlformats.org/officeDocument/2006/relationships/image" Target="../media/image28.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47.png"/><Relationship Id="rId3" Type="http://schemas.openxmlformats.org/officeDocument/2006/relationships/image" Target="../media/image16.png"/><Relationship Id="rId21" Type="http://schemas.openxmlformats.org/officeDocument/2006/relationships/image" Target="../media/image48.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46.png"/><Relationship Id="rId2" Type="http://schemas.openxmlformats.org/officeDocument/2006/relationships/notesSlide" Target="../notesSlides/notesSlide21.xml"/><Relationship Id="rId16" Type="http://schemas.openxmlformats.org/officeDocument/2006/relationships/image" Target="../media/image29.png"/><Relationship Id="rId20" Type="http://schemas.openxmlformats.org/officeDocument/2006/relationships/image" Target="../media/image36.png"/><Relationship Id="rId1" Type="http://schemas.openxmlformats.org/officeDocument/2006/relationships/slideLayout" Target="../slideLayouts/slideLayout1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22.xml"/><Relationship Id="rId16" Type="http://schemas.openxmlformats.org/officeDocument/2006/relationships/image" Target="../media/image29.png"/><Relationship Id="rId20" Type="http://schemas.openxmlformats.org/officeDocument/2006/relationships/image" Target="../media/image28.png"/><Relationship Id="rId1" Type="http://schemas.openxmlformats.org/officeDocument/2006/relationships/slideLayout" Target="../slideLayouts/slideLayout1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43.png"/><Relationship Id="rId10" Type="http://schemas.openxmlformats.org/officeDocument/2006/relationships/image" Target="../media/image23.png"/><Relationship Id="rId19" Type="http://schemas.openxmlformats.org/officeDocument/2006/relationships/image" Target="../media/image27.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49.png"/><Relationship Id="rId22" Type="http://schemas.openxmlformats.org/officeDocument/2006/relationships/image" Target="../media/image5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Grafik 90"/>
          <p:cNvPicPr/>
          <p:nvPr/>
        </p:nvPicPr>
        <p:blipFill>
          <a:blip r:embed="rId3"/>
          <a:stretch/>
        </p:blipFill>
        <p:spPr>
          <a:xfrm>
            <a:off x="335160" y="2666880"/>
            <a:ext cx="4107240" cy="1407240"/>
          </a:xfrm>
          <a:prstGeom prst="rect">
            <a:avLst/>
          </a:prstGeom>
          <a:ln w="0">
            <a:noFill/>
          </a:ln>
        </p:spPr>
      </p:pic>
      <p:sp>
        <p:nvSpPr>
          <p:cNvPr id="92" name="Textfeld 91"/>
          <p:cNvSpPr txBox="1"/>
          <p:nvPr/>
        </p:nvSpPr>
        <p:spPr>
          <a:xfrm>
            <a:off x="4762440" y="2171880"/>
            <a:ext cx="6477120" cy="2286000"/>
          </a:xfrm>
          <a:prstGeom prst="rect">
            <a:avLst/>
          </a:prstGeom>
          <a:noFill/>
          <a:ln w="0">
            <a:noFill/>
          </a:ln>
        </p:spPr>
        <p:txBody>
          <a:bodyPr lIns="0" tIns="0" rIns="0" bIns="0" anchor="t">
            <a:noAutofit/>
          </a:bodyPr>
          <a:lstStyle/>
          <a:p>
            <a:r>
              <a:rPr lang="en-US" sz="4140" b="0" strike="noStrike" spc="-1" dirty="0" err="1">
                <a:solidFill>
                  <a:srgbClr val="FFFFFF"/>
                </a:solidFill>
                <a:latin typeface="Noto Sans"/>
              </a:rPr>
              <a:t>Arbeiten</a:t>
            </a:r>
            <a:r>
              <a:rPr lang="en-US" sz="4140" b="0" strike="noStrike" spc="-1" dirty="0">
                <a:solidFill>
                  <a:srgbClr val="FFFFFF"/>
                </a:solidFill>
                <a:latin typeface="Noto Sans"/>
              </a:rPr>
              <a:t> </a:t>
            </a:r>
            <a:r>
              <a:rPr lang="en-US" sz="4140" b="0" strike="noStrike" spc="-1" dirty="0" err="1">
                <a:solidFill>
                  <a:srgbClr val="FFFFFF"/>
                </a:solidFill>
                <a:latin typeface="Noto Sans"/>
              </a:rPr>
              <a:t>mit</a:t>
            </a:r>
            <a:r>
              <a:rPr lang="en-US" sz="4140" b="0" strike="noStrike" spc="-1" dirty="0">
                <a:solidFill>
                  <a:srgbClr val="FFFFFF"/>
                </a:solidFill>
                <a:latin typeface="Noto Sans"/>
              </a:rPr>
              <a:t> </a:t>
            </a:r>
            <a:r>
              <a:rPr lang="en-US" sz="4140" b="0" strike="noStrike" spc="-1" dirty="0" err="1">
                <a:solidFill>
                  <a:srgbClr val="FFFFFF"/>
                </a:solidFill>
                <a:latin typeface="Noto Sans"/>
              </a:rPr>
              <a:t>Geodaten</a:t>
            </a:r>
            <a:endParaRPr lang="en-US" sz="4140" b="0" strike="noStrike" spc="-1" dirty="0">
              <a:solidFill>
                <a:srgbClr val="FFFFFF"/>
              </a:solidFill>
              <a:latin typeface="Noto Sans"/>
            </a:endParaRPr>
          </a:p>
          <a:p>
            <a:r>
              <a:rPr lang="en-US" sz="4140" spc="-1" dirty="0">
                <a:solidFill>
                  <a:srgbClr val="FFFFFF"/>
                </a:solidFill>
                <a:latin typeface="Noto Sans"/>
              </a:rPr>
              <a:t>- Eine </a:t>
            </a:r>
            <a:r>
              <a:rPr lang="en-US" sz="4140" spc="-1" dirty="0" err="1">
                <a:solidFill>
                  <a:srgbClr val="FFFFFF"/>
                </a:solidFill>
                <a:latin typeface="Noto Sans"/>
              </a:rPr>
              <a:t>Einführung</a:t>
            </a:r>
            <a:endParaRPr lang="en-US" sz="4140" b="0" strike="noStrike" spc="-1" dirty="0">
              <a:solidFill>
                <a:srgbClr val="FFFFFF"/>
              </a:solidFill>
              <a:latin typeface="Arial"/>
            </a:endParaRPr>
          </a:p>
        </p:txBody>
      </p:sp>
      <p:sp>
        <p:nvSpPr>
          <p:cNvPr id="93" name="Textfeld 92"/>
          <p:cNvSpPr txBox="1"/>
          <p:nvPr/>
        </p:nvSpPr>
        <p:spPr>
          <a:xfrm>
            <a:off x="4762440" y="4678560"/>
            <a:ext cx="6400800" cy="533520"/>
          </a:xfrm>
          <a:prstGeom prst="rect">
            <a:avLst/>
          </a:prstGeom>
          <a:noFill/>
          <a:ln w="0">
            <a:noFill/>
          </a:ln>
        </p:spPr>
        <p:txBody>
          <a:bodyPr lIns="0" tIns="0" rIns="0" bIns="0" anchor="t">
            <a:noAutofit/>
          </a:bodyPr>
          <a:lstStyle/>
          <a:p>
            <a:r>
              <a:rPr lang="en-US" sz="2630" b="0" strike="noStrike" spc="-1" dirty="0">
                <a:solidFill>
                  <a:srgbClr val="FFFFFF"/>
                </a:solidFill>
                <a:latin typeface="Noto Sans"/>
              </a:rPr>
              <a:t>Unit 00</a:t>
            </a:r>
            <a:endParaRPr lang="en-US" sz="2630" b="0" strike="noStrike" spc="-1" dirty="0">
              <a:solidFill>
                <a:srgbClr val="FFFFFF"/>
              </a:solidFill>
              <a:latin typeface="Arial"/>
            </a:endParaRPr>
          </a:p>
        </p:txBody>
      </p:sp>
      <p:sp>
        <p:nvSpPr>
          <p:cNvPr id="94" name="Textfeld 93"/>
          <p:cNvSpPr txBox="1"/>
          <p:nvPr/>
        </p:nvSpPr>
        <p:spPr>
          <a:xfrm>
            <a:off x="4762440" y="5669280"/>
            <a:ext cx="6400800" cy="762120"/>
          </a:xfrm>
          <a:prstGeom prst="rect">
            <a:avLst/>
          </a:prstGeom>
          <a:noFill/>
          <a:ln w="0">
            <a:noFill/>
          </a:ln>
        </p:spPr>
        <p:txBody>
          <a:bodyPr lIns="0" tIns="0" rIns="0" bIns="0" anchor="t">
            <a:noAutofit/>
          </a:bodyPr>
          <a:lstStyle/>
          <a:p>
            <a:r>
              <a:rPr lang="en-US" sz="1790" b="0" strike="noStrike" spc="-1">
                <a:solidFill>
                  <a:srgbClr val="FFFFFF"/>
                </a:solidFill>
                <a:latin typeface="Noto Sans"/>
              </a:rPr>
              <a:t>Fachbereich 19 · Geographie</a:t>
            </a:r>
            <a:endParaRPr lang="en-US" sz="1790" b="0" strike="noStrike" spc="-1">
              <a:solidFill>
                <a:srgbClr val="FFFFFF"/>
              </a:solidFill>
              <a:latin typeface="Arial"/>
            </a:endParaRPr>
          </a:p>
          <a:p>
            <a:r>
              <a:rPr lang="en-US" sz="1790" b="0" strike="noStrike" spc="-1">
                <a:solidFill>
                  <a:srgbClr val="FFFFFF"/>
                </a:solidFill>
                <a:latin typeface="Noto Sans"/>
              </a:rPr>
              <a:t>Philipps-Universität Marburg</a:t>
            </a:r>
            <a:endParaRPr lang="en-US" sz="179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Organisation</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de-DE" sz="1130" b="1" dirty="0">
                <a:solidFill>
                  <a:srgbClr val="004899"/>
                </a:solidFill>
                <a:latin typeface="Noto Sans"/>
                <a:cs typeface="Noto Sans"/>
              </a:rPr>
              <a:t>UNIT 00 · ORGANISATION</a:t>
            </a: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a:solidFill>
                  <a:srgbClr val="414141"/>
                </a:solidFill>
                <a:latin typeface="Noto Sans"/>
              </a:rPr>
              <a:t>Universität Marburg | Fachbereich 19 · Geographie | Geodaten · Unit 00</a:t>
            </a:r>
            <a:endParaRPr lang="en-US" sz="939" b="0" strike="noStrike" spc="-1">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2</a:t>
            </a:fld>
            <a:endParaRPr lang="en-US" sz="939" b="0" strike="noStrike" spc="-1">
              <a:solidFill>
                <a:srgbClr val="000000"/>
              </a:solidFill>
              <a:latin typeface="Arial"/>
            </a:endParaRPr>
          </a:p>
        </p:txBody>
      </p:sp>
      <p:sp>
        <p:nvSpPr>
          <p:cNvPr id="120" name="Textfeld 119"/>
          <p:cNvSpPr txBox="1"/>
          <p:nvPr/>
        </p:nvSpPr>
        <p:spPr>
          <a:xfrm>
            <a:off x="4804896" y="3714319"/>
            <a:ext cx="2755437" cy="762120"/>
          </a:xfrm>
          <a:prstGeom prst="rect">
            <a:avLst/>
          </a:prstGeom>
          <a:noFill/>
          <a:ln w="0">
            <a:noFill/>
          </a:ln>
        </p:spPr>
        <p:txBody>
          <a:bodyPr lIns="0" tIns="0" rIns="0" bIns="0" anchor="t">
            <a:noAutofit/>
          </a:bodyPr>
          <a:lstStyle/>
          <a:p>
            <a:pPr marL="177800" indent="-177800">
              <a:buFont typeface="Arial" panose="020B0604020202020204" pitchFamily="34" charset="0"/>
              <a:buChar char="•"/>
            </a:pPr>
            <a:r>
              <a:rPr lang="en-US" sz="1600" b="1" strike="noStrike" spc="-1" dirty="0" err="1">
                <a:solidFill>
                  <a:srgbClr val="000000"/>
                </a:solidFill>
                <a:latin typeface="Noto Sans"/>
              </a:rPr>
              <a:t>Übungsdaten</a:t>
            </a:r>
            <a:endParaRPr lang="en-US" sz="1600" b="1" strike="noStrike" spc="-1" dirty="0">
              <a:solidFill>
                <a:srgbClr val="000000"/>
              </a:solidFill>
              <a:latin typeface="Noto Sans"/>
            </a:endParaRPr>
          </a:p>
          <a:p>
            <a:pPr marL="177800" indent="-177800">
              <a:buFont typeface="Arial" panose="020B0604020202020204" pitchFamily="34" charset="0"/>
              <a:buChar char="•"/>
            </a:pPr>
            <a:r>
              <a:rPr lang="en-US" sz="1600" b="1" spc="-1" dirty="0" err="1">
                <a:solidFill>
                  <a:srgbClr val="000000"/>
                </a:solidFill>
                <a:latin typeface="Noto Sans"/>
              </a:rPr>
              <a:t>Übungsaufgaben</a:t>
            </a:r>
            <a:endParaRPr lang="en-US" sz="1600" b="1" spc="-1" dirty="0">
              <a:solidFill>
                <a:srgbClr val="000000"/>
              </a:solidFill>
              <a:latin typeface="Noto Sans"/>
            </a:endParaRPr>
          </a:p>
          <a:p>
            <a:pPr marL="177800" indent="-177800">
              <a:buFont typeface="Arial" panose="020B0604020202020204" pitchFamily="34" charset="0"/>
              <a:buChar char="•"/>
            </a:pPr>
            <a:r>
              <a:rPr lang="en-US" sz="1600" b="1" strike="noStrike" spc="-1" dirty="0" err="1">
                <a:solidFill>
                  <a:srgbClr val="000000"/>
                </a:solidFill>
                <a:latin typeface="Noto Sans"/>
              </a:rPr>
              <a:t>Umfragen</a:t>
            </a:r>
            <a:endParaRPr lang="en-US" sz="1600" b="0" strike="noStrike" spc="-1" dirty="0">
              <a:solidFill>
                <a:srgbClr val="000000"/>
              </a:solidFill>
              <a:latin typeface="Arial"/>
            </a:endParaRPr>
          </a:p>
        </p:txBody>
      </p:sp>
      <p:sp>
        <p:nvSpPr>
          <p:cNvPr id="121" name="Rechteck 120"/>
          <p:cNvSpPr/>
          <p:nvPr/>
        </p:nvSpPr>
        <p:spPr>
          <a:xfrm>
            <a:off x="647640" y="5755902"/>
            <a:ext cx="10896840" cy="594360"/>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2" name="Textfeld 121"/>
          <p:cNvSpPr txBox="1"/>
          <p:nvPr/>
        </p:nvSpPr>
        <p:spPr>
          <a:xfrm>
            <a:off x="838080" y="5862462"/>
            <a:ext cx="10515600" cy="442080"/>
          </a:xfrm>
          <a:prstGeom prst="rect">
            <a:avLst/>
          </a:prstGeom>
          <a:noFill/>
          <a:ln w="0">
            <a:noFill/>
          </a:ln>
        </p:spPr>
        <p:txBody>
          <a:bodyPr lIns="0" tIns="0" rIns="0" bIns="0" anchor="t">
            <a:noAutofit/>
          </a:bodyPr>
          <a:lstStyle/>
          <a:p>
            <a:r>
              <a:rPr lang="en-US" sz="2350" b="1" strike="noStrike" spc="-1" dirty="0" err="1">
                <a:solidFill>
                  <a:srgbClr val="004899"/>
                </a:solidFill>
                <a:latin typeface="Noto Sans"/>
              </a:rPr>
              <a:t>Ist</a:t>
            </a:r>
            <a:r>
              <a:rPr lang="en-US" sz="2350" b="1" strike="noStrike" spc="-1" dirty="0">
                <a:solidFill>
                  <a:srgbClr val="004899"/>
                </a:solidFill>
                <a:latin typeface="Noto Sans"/>
              </a:rPr>
              <a:t> </a:t>
            </a:r>
            <a:r>
              <a:rPr lang="en-US" sz="2350" b="1" strike="noStrike" spc="-1" dirty="0" err="1">
                <a:solidFill>
                  <a:srgbClr val="004899"/>
                </a:solidFill>
                <a:latin typeface="Noto Sans"/>
              </a:rPr>
              <a:t>noch</a:t>
            </a:r>
            <a:r>
              <a:rPr lang="en-US" sz="2350" b="1" strike="noStrike" spc="-1" dirty="0">
                <a:solidFill>
                  <a:srgbClr val="004899"/>
                </a:solidFill>
                <a:latin typeface="Noto Sans"/>
              </a:rPr>
              <a:t> </a:t>
            </a:r>
            <a:r>
              <a:rPr lang="en-US" sz="2350" b="1" strike="noStrike" spc="-1" dirty="0" err="1">
                <a:solidFill>
                  <a:srgbClr val="004899"/>
                </a:solidFill>
                <a:latin typeface="Noto Sans"/>
              </a:rPr>
              <a:t>jeman</a:t>
            </a:r>
            <a:r>
              <a:rPr lang="en-US" sz="2350" b="1" spc="-1" dirty="0" err="1">
                <a:solidFill>
                  <a:srgbClr val="004899"/>
                </a:solidFill>
                <a:latin typeface="Noto Sans"/>
              </a:rPr>
              <a:t>d</a:t>
            </a:r>
            <a:r>
              <a:rPr lang="en-US" sz="2350" b="1" spc="-1" dirty="0">
                <a:solidFill>
                  <a:srgbClr val="004899"/>
                </a:solidFill>
                <a:latin typeface="Noto Sans"/>
              </a:rPr>
              <a:t> </a:t>
            </a:r>
            <a:r>
              <a:rPr lang="en-US" sz="2350" b="1" spc="-1" dirty="0" err="1">
                <a:solidFill>
                  <a:srgbClr val="004899"/>
                </a:solidFill>
                <a:latin typeface="Noto Sans"/>
              </a:rPr>
              <a:t>nicht</a:t>
            </a:r>
            <a:r>
              <a:rPr lang="en-US" sz="2350" b="1" spc="-1" dirty="0">
                <a:solidFill>
                  <a:srgbClr val="004899"/>
                </a:solidFill>
                <a:latin typeface="Noto Sans"/>
              </a:rPr>
              <a:t> dem </a:t>
            </a:r>
            <a:r>
              <a:rPr lang="en-US" sz="2350" b="1" spc="-1" dirty="0" err="1">
                <a:solidFill>
                  <a:srgbClr val="004899"/>
                </a:solidFill>
                <a:latin typeface="Noto Sans"/>
              </a:rPr>
              <a:t>Kurs</a:t>
            </a:r>
            <a:r>
              <a:rPr lang="en-US" sz="2350" b="1" spc="-1" dirty="0">
                <a:solidFill>
                  <a:srgbClr val="004899"/>
                </a:solidFill>
                <a:latin typeface="Noto Sans"/>
              </a:rPr>
              <a:t> </a:t>
            </a:r>
            <a:r>
              <a:rPr lang="en-US" sz="2350" b="1" spc="-1" dirty="0" err="1">
                <a:solidFill>
                  <a:srgbClr val="004899"/>
                </a:solidFill>
                <a:latin typeface="Noto Sans"/>
              </a:rPr>
              <a:t>beigetreten</a:t>
            </a:r>
            <a:r>
              <a:rPr lang="en-US" sz="2350" b="1" spc="-1" dirty="0">
                <a:solidFill>
                  <a:srgbClr val="004899"/>
                </a:solidFill>
                <a:latin typeface="Noto Sans"/>
              </a:rPr>
              <a:t> (Marvin / Ilias) ?</a:t>
            </a:r>
            <a:endParaRPr lang="en-US" sz="2350" b="0" strike="noStrike" spc="-1" dirty="0">
              <a:solidFill>
                <a:srgbClr val="000000"/>
              </a:solidFill>
              <a:latin typeface="Arial"/>
            </a:endParaRPr>
          </a:p>
        </p:txBody>
      </p:sp>
      <p:pic>
        <p:nvPicPr>
          <p:cNvPr id="1026" name="Picture 2">
            <a:extLst>
              <a:ext uri="{FF2B5EF4-FFF2-40B4-BE49-F238E27FC236}">
                <a16:creationId xmlns:a16="http://schemas.microsoft.com/office/drawing/2014/main" id="{AA7DC615-17FF-9F6F-C602-75DD0B2288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4896" y="1653866"/>
            <a:ext cx="1775134" cy="1775134"/>
          </a:xfrm>
          <a:prstGeom prst="rect">
            <a:avLst/>
          </a:prstGeom>
          <a:noFill/>
          <a:extLst>
            <a:ext uri="{909E8E84-426E-40DD-AFC4-6F175D3DCCD1}">
              <a14:hiddenFill xmlns:a14="http://schemas.microsoft.com/office/drawing/2010/main">
                <a:solidFill>
                  <a:srgbClr val="FFFFFF"/>
                </a:solidFill>
              </a14:hiddenFill>
            </a:ext>
          </a:extLst>
        </p:spPr>
      </p:pic>
      <p:pic>
        <p:nvPicPr>
          <p:cNvPr id="3" name="Grafik 2">
            <a:extLst>
              <a:ext uri="{FF2B5EF4-FFF2-40B4-BE49-F238E27FC236}">
                <a16:creationId xmlns:a16="http://schemas.microsoft.com/office/drawing/2014/main" id="{DAAF6BE7-0B22-847B-10B0-EC3176896204}"/>
              </a:ext>
            </a:extLst>
          </p:cNvPr>
          <p:cNvPicPr>
            <a:picLocks noChangeAspect="1"/>
          </p:cNvPicPr>
          <p:nvPr/>
        </p:nvPicPr>
        <p:blipFill>
          <a:blip r:embed="rId4"/>
          <a:stretch>
            <a:fillRect/>
          </a:stretch>
        </p:blipFill>
        <p:spPr>
          <a:xfrm>
            <a:off x="7209144" y="1999541"/>
            <a:ext cx="4472316" cy="949677"/>
          </a:xfrm>
          <a:prstGeom prst="rect">
            <a:avLst/>
          </a:prstGeom>
        </p:spPr>
      </p:pic>
      <p:sp>
        <p:nvSpPr>
          <p:cNvPr id="4" name="Textfeld 3">
            <a:extLst>
              <a:ext uri="{FF2B5EF4-FFF2-40B4-BE49-F238E27FC236}">
                <a16:creationId xmlns:a16="http://schemas.microsoft.com/office/drawing/2014/main" id="{A5E0F220-D8EA-7C66-1163-7B8F146BC986}"/>
              </a:ext>
            </a:extLst>
          </p:cNvPr>
          <p:cNvSpPr txBox="1"/>
          <p:nvPr/>
        </p:nvSpPr>
        <p:spPr>
          <a:xfrm>
            <a:off x="7268482" y="3714319"/>
            <a:ext cx="4252958" cy="762120"/>
          </a:xfrm>
          <a:prstGeom prst="rect">
            <a:avLst/>
          </a:prstGeom>
          <a:noFill/>
          <a:ln w="0">
            <a:noFill/>
          </a:ln>
        </p:spPr>
        <p:txBody>
          <a:bodyPr lIns="0" tIns="0" rIns="0" bIns="0" anchor="t">
            <a:noAutofit/>
          </a:bodyPr>
          <a:lstStyle/>
          <a:p>
            <a:pPr marL="177800" indent="-177800">
              <a:buFont typeface="Arial" panose="020B0604020202020204" pitchFamily="34" charset="0"/>
              <a:buChar char="•"/>
            </a:pPr>
            <a:r>
              <a:rPr lang="en-US" sz="1600" b="1" strike="noStrike" spc="-1" dirty="0" err="1">
                <a:solidFill>
                  <a:srgbClr val="000000"/>
                </a:solidFill>
                <a:latin typeface="Noto Sans"/>
              </a:rPr>
              <a:t>Einschreibung</a:t>
            </a:r>
            <a:endParaRPr lang="en-US" sz="1600" b="1" strike="noStrike" spc="-1" dirty="0">
              <a:solidFill>
                <a:srgbClr val="000000"/>
              </a:solidFill>
              <a:latin typeface="Noto Sans"/>
            </a:endParaRPr>
          </a:p>
          <a:p>
            <a:pPr marL="177800" indent="-177800">
              <a:buFont typeface="Arial" panose="020B0604020202020204" pitchFamily="34" charset="0"/>
              <a:buChar char="•"/>
            </a:pPr>
            <a:r>
              <a:rPr lang="en-US" sz="1600" b="1" spc="-1" dirty="0" err="1">
                <a:solidFill>
                  <a:srgbClr val="000000"/>
                </a:solidFill>
                <a:latin typeface="Noto Sans"/>
              </a:rPr>
              <a:t>Bestanden</a:t>
            </a:r>
            <a:r>
              <a:rPr lang="en-US" sz="1600" b="1" spc="-1" dirty="0">
                <a:solidFill>
                  <a:srgbClr val="000000"/>
                </a:solidFill>
                <a:latin typeface="Noto Sans"/>
              </a:rPr>
              <a:t>/</a:t>
            </a:r>
            <a:r>
              <a:rPr lang="en-US" sz="1600" b="1" spc="-1" dirty="0" err="1">
                <a:solidFill>
                  <a:srgbClr val="000000"/>
                </a:solidFill>
                <a:latin typeface="Noto Sans"/>
              </a:rPr>
              <a:t>nicht</a:t>
            </a:r>
            <a:r>
              <a:rPr lang="en-US" sz="1600" b="1" spc="-1" dirty="0">
                <a:solidFill>
                  <a:srgbClr val="000000"/>
                </a:solidFill>
                <a:latin typeface="Noto Sans"/>
              </a:rPr>
              <a:t> </a:t>
            </a:r>
            <a:r>
              <a:rPr lang="en-US" sz="1600" b="1" spc="-1" dirty="0" err="1">
                <a:solidFill>
                  <a:srgbClr val="000000"/>
                </a:solidFill>
                <a:latin typeface="Noto Sans"/>
              </a:rPr>
              <a:t>bestanden</a:t>
            </a:r>
            <a:r>
              <a:rPr lang="en-US" sz="1600" b="1" spc="-1" dirty="0">
                <a:solidFill>
                  <a:srgbClr val="000000"/>
                </a:solidFill>
                <a:latin typeface="Noto Sans"/>
              </a:rPr>
              <a:t> </a:t>
            </a:r>
            <a:r>
              <a:rPr lang="en-US" sz="1600" b="1" spc="-1" dirty="0" err="1">
                <a:solidFill>
                  <a:srgbClr val="000000"/>
                </a:solidFill>
                <a:latin typeface="Noto Sans"/>
              </a:rPr>
              <a:t>Noteneinsicht</a:t>
            </a:r>
            <a:endParaRPr lang="en-US" sz="1600" b="0" strike="noStrike" spc="-1" dirty="0">
              <a:solidFill>
                <a:srgbClr val="000000"/>
              </a:solidFill>
              <a:latin typeface="Arial"/>
            </a:endParaRPr>
          </a:p>
        </p:txBody>
      </p:sp>
      <p:sp>
        <p:nvSpPr>
          <p:cNvPr id="6" name="Textfeld 5">
            <a:extLst>
              <a:ext uri="{FF2B5EF4-FFF2-40B4-BE49-F238E27FC236}">
                <a16:creationId xmlns:a16="http://schemas.microsoft.com/office/drawing/2014/main" id="{F601AB0B-3E14-2A4F-AB4F-BC2D42A4C429}"/>
              </a:ext>
            </a:extLst>
          </p:cNvPr>
          <p:cNvSpPr txBox="1"/>
          <p:nvPr/>
        </p:nvSpPr>
        <p:spPr>
          <a:xfrm>
            <a:off x="2937026" y="4827577"/>
            <a:ext cx="2755437" cy="762120"/>
          </a:xfrm>
          <a:prstGeom prst="rect">
            <a:avLst/>
          </a:prstGeom>
          <a:noFill/>
          <a:ln w="0">
            <a:noFill/>
          </a:ln>
        </p:spPr>
        <p:txBody>
          <a:bodyPr lIns="0" tIns="0" rIns="0" bIns="0" anchor="t">
            <a:noAutofit/>
          </a:bodyPr>
          <a:lstStyle/>
          <a:p>
            <a:r>
              <a:rPr lang="en-US" sz="1600" b="1" strike="noStrike" spc="-1" dirty="0">
                <a:solidFill>
                  <a:srgbClr val="000000"/>
                </a:solidFill>
                <a:latin typeface="Noto Sans"/>
              </a:rPr>
              <a:t>Blended learning</a:t>
            </a:r>
          </a:p>
        </p:txBody>
      </p:sp>
      <p:sp>
        <p:nvSpPr>
          <p:cNvPr id="7" name="Geschweifte Klammer rechts 6">
            <a:extLst>
              <a:ext uri="{FF2B5EF4-FFF2-40B4-BE49-F238E27FC236}">
                <a16:creationId xmlns:a16="http://schemas.microsoft.com/office/drawing/2014/main" id="{3D809A71-3537-28E3-240A-DCD1D67C3ED3}"/>
              </a:ext>
            </a:extLst>
          </p:cNvPr>
          <p:cNvSpPr/>
          <p:nvPr/>
        </p:nvSpPr>
        <p:spPr>
          <a:xfrm rot="5400000">
            <a:off x="3673644" y="1596148"/>
            <a:ext cx="228601" cy="593439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 name="Textfeld 7">
            <a:extLst>
              <a:ext uri="{FF2B5EF4-FFF2-40B4-BE49-F238E27FC236}">
                <a16:creationId xmlns:a16="http://schemas.microsoft.com/office/drawing/2014/main" id="{5E921C75-CF6A-1929-474C-A09579E634D0}"/>
              </a:ext>
            </a:extLst>
          </p:cNvPr>
          <p:cNvSpPr txBox="1"/>
          <p:nvPr/>
        </p:nvSpPr>
        <p:spPr>
          <a:xfrm>
            <a:off x="877566" y="3714319"/>
            <a:ext cx="2755437" cy="762120"/>
          </a:xfrm>
          <a:prstGeom prst="rect">
            <a:avLst/>
          </a:prstGeom>
          <a:noFill/>
          <a:ln w="0">
            <a:noFill/>
          </a:ln>
        </p:spPr>
        <p:txBody>
          <a:bodyPr lIns="0" tIns="0" rIns="0" bIns="0" anchor="t">
            <a:noAutofit/>
          </a:bodyPr>
          <a:lstStyle/>
          <a:p>
            <a:pPr marL="177800" indent="-177800">
              <a:buFont typeface="Arial" panose="020B0604020202020204" pitchFamily="34" charset="0"/>
              <a:buChar char="•"/>
            </a:pPr>
            <a:r>
              <a:rPr lang="en-US" sz="1600" b="1" strike="noStrike" spc="-1" dirty="0">
                <a:solidFill>
                  <a:srgbClr val="000000"/>
                </a:solidFill>
                <a:latin typeface="Noto Sans"/>
              </a:rPr>
              <a:t>In Ilias </a:t>
            </a:r>
            <a:r>
              <a:rPr lang="en-US" sz="1600" b="1" strike="noStrike" spc="-1" dirty="0" err="1">
                <a:solidFill>
                  <a:srgbClr val="000000"/>
                </a:solidFill>
                <a:latin typeface="Noto Sans"/>
              </a:rPr>
              <a:t>verlinkt</a:t>
            </a:r>
            <a:endParaRPr lang="en-US" sz="1600" b="1" strike="noStrike" spc="-1" dirty="0">
              <a:solidFill>
                <a:srgbClr val="000000"/>
              </a:solidFill>
              <a:latin typeface="Noto Sans"/>
            </a:endParaRPr>
          </a:p>
          <a:p>
            <a:pPr marL="177800" indent="-177800">
              <a:buFont typeface="Arial" panose="020B0604020202020204" pitchFamily="34" charset="0"/>
              <a:buChar char="•"/>
            </a:pPr>
            <a:r>
              <a:rPr lang="en-US" sz="1600" b="1" strike="noStrike" spc="-1" dirty="0" err="1">
                <a:solidFill>
                  <a:srgbClr val="000000"/>
                </a:solidFill>
                <a:latin typeface="Noto Sans"/>
              </a:rPr>
              <a:t>Kursinhalte</a:t>
            </a:r>
            <a:endParaRPr lang="en-US" sz="1600" b="1" strike="noStrike" spc="-1" dirty="0">
              <a:solidFill>
                <a:srgbClr val="000000"/>
              </a:solidFill>
              <a:latin typeface="Noto Sans"/>
            </a:endParaRPr>
          </a:p>
        </p:txBody>
      </p:sp>
      <p:pic>
        <p:nvPicPr>
          <p:cNvPr id="9" name="Grafik 8">
            <a:extLst>
              <a:ext uri="{FF2B5EF4-FFF2-40B4-BE49-F238E27FC236}">
                <a16:creationId xmlns:a16="http://schemas.microsoft.com/office/drawing/2014/main" id="{6A097773-549C-F667-E027-9A4F6E73878D}"/>
              </a:ext>
            </a:extLst>
          </p:cNvPr>
          <p:cNvPicPr>
            <a:picLocks noChangeAspect="1"/>
          </p:cNvPicPr>
          <p:nvPr/>
        </p:nvPicPr>
        <p:blipFill>
          <a:blip r:embed="rId5"/>
          <a:srcRect l="6881" r="25268"/>
          <a:stretch/>
        </p:blipFill>
        <p:spPr>
          <a:xfrm>
            <a:off x="355600" y="1647448"/>
            <a:ext cx="3683000" cy="1803784"/>
          </a:xfrm>
          <a:prstGeom prst="rect">
            <a:avLst/>
          </a:prstGeom>
        </p:spPr>
      </p:pic>
    </p:spTree>
    <p:extLst>
      <p:ext uri="{BB962C8B-B14F-4D97-AF65-F5344CB8AC3E}">
        <p14:creationId xmlns:p14="http://schemas.microsoft.com/office/powerpoint/2010/main" val="3626666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ILIAS</a:t>
            </a:r>
            <a:endParaRPr lang="en-US" sz="3190" b="0" strike="noStrike" spc="-1" dirty="0">
              <a:solidFill>
                <a:srgbClr val="000000"/>
              </a:solidFill>
              <a:latin typeface="Arial"/>
            </a:endParaRP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a:solidFill>
                  <a:srgbClr val="414141"/>
                </a:solidFill>
                <a:latin typeface="Noto Sans"/>
              </a:rPr>
              <a:t>Universität Marburg | Fachbereich 19 · Geographie | Geodaten · Unit 00</a:t>
            </a:r>
            <a:endParaRPr lang="en-US" sz="939" b="0" strike="noStrike" spc="-1">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3</a:t>
            </a:fld>
            <a:endParaRPr lang="en-US" sz="939" b="0" strike="noStrike" spc="-1">
              <a:solidFill>
                <a:srgbClr val="000000"/>
              </a:solidFill>
              <a:latin typeface="Arial"/>
            </a:endParaRPr>
          </a:p>
        </p:txBody>
      </p:sp>
      <p:sp>
        <p:nvSpPr>
          <p:cNvPr id="121" name="Rechteck 120"/>
          <p:cNvSpPr/>
          <p:nvPr/>
        </p:nvSpPr>
        <p:spPr>
          <a:xfrm>
            <a:off x="762120" y="1750000"/>
            <a:ext cx="8752583" cy="2876981"/>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2" name="Textfeld 121"/>
          <p:cNvSpPr txBox="1"/>
          <p:nvPr/>
        </p:nvSpPr>
        <p:spPr>
          <a:xfrm>
            <a:off x="914280" y="1882868"/>
            <a:ext cx="8230080" cy="442080"/>
          </a:xfrm>
          <a:prstGeom prst="rect">
            <a:avLst/>
          </a:prstGeom>
          <a:noFill/>
          <a:ln w="0">
            <a:noFill/>
          </a:ln>
        </p:spPr>
        <p:txBody>
          <a:bodyPr lIns="0" tIns="0" rIns="0" bIns="0" anchor="t">
            <a:noAutofit/>
          </a:bodyPr>
          <a:lstStyle/>
          <a:p>
            <a:r>
              <a:rPr lang="en-US" sz="2350" b="1" strike="noStrike" spc="-1" dirty="0" err="1">
                <a:solidFill>
                  <a:srgbClr val="004899"/>
                </a:solidFill>
                <a:latin typeface="Noto Sans"/>
              </a:rPr>
              <a:t>Melden</a:t>
            </a:r>
            <a:r>
              <a:rPr lang="en-US" sz="2350" b="1" strike="noStrike" spc="-1" dirty="0">
                <a:solidFill>
                  <a:srgbClr val="004899"/>
                </a:solidFill>
                <a:latin typeface="Noto Sans"/>
              </a:rPr>
              <a:t> Sie </a:t>
            </a:r>
            <a:r>
              <a:rPr lang="en-US" sz="2350" b="1" strike="noStrike" spc="-1" dirty="0" err="1">
                <a:solidFill>
                  <a:srgbClr val="004899"/>
                </a:solidFill>
                <a:latin typeface="Noto Sans"/>
              </a:rPr>
              <a:t>sich</a:t>
            </a:r>
            <a:r>
              <a:rPr lang="en-US" sz="2350" b="1" strike="noStrike" spc="-1" dirty="0">
                <a:solidFill>
                  <a:srgbClr val="004899"/>
                </a:solidFill>
                <a:latin typeface="Noto Sans"/>
              </a:rPr>
              <a:t> in ILIAS an und </a:t>
            </a:r>
            <a:r>
              <a:rPr lang="en-US" sz="2350" b="1" strike="noStrike" spc="-1" dirty="0" err="1">
                <a:solidFill>
                  <a:srgbClr val="004899"/>
                </a:solidFill>
                <a:latin typeface="Noto Sans"/>
              </a:rPr>
              <a:t>rufen</a:t>
            </a:r>
            <a:r>
              <a:rPr lang="en-US" sz="2350" b="1" strike="noStrike" spc="-1" dirty="0">
                <a:solidFill>
                  <a:srgbClr val="004899"/>
                </a:solidFill>
                <a:latin typeface="Noto Sans"/>
              </a:rPr>
              <a:t> Sie die HTML </a:t>
            </a:r>
            <a:r>
              <a:rPr lang="en-US" sz="2350" b="1" strike="noStrike" spc="-1" dirty="0" err="1">
                <a:solidFill>
                  <a:srgbClr val="004899"/>
                </a:solidFill>
                <a:latin typeface="Noto Sans"/>
              </a:rPr>
              <a:t>Lernumgebung</a:t>
            </a:r>
            <a:r>
              <a:rPr lang="en-US" sz="2350" b="1" strike="noStrike" spc="-1" dirty="0">
                <a:solidFill>
                  <a:srgbClr val="004899"/>
                </a:solidFill>
                <a:latin typeface="Noto Sans"/>
              </a:rPr>
              <a:t> auf.</a:t>
            </a:r>
            <a:endParaRPr lang="en-US" sz="2350" b="0" strike="noStrike" spc="-1" dirty="0">
              <a:solidFill>
                <a:srgbClr val="000000"/>
              </a:solidFill>
              <a:latin typeface="Arial"/>
            </a:endParaRPr>
          </a:p>
        </p:txBody>
      </p:sp>
      <p:pic>
        <p:nvPicPr>
          <p:cNvPr id="1026" name="Picture 2">
            <a:extLst>
              <a:ext uri="{FF2B5EF4-FFF2-40B4-BE49-F238E27FC236}">
                <a16:creationId xmlns:a16="http://schemas.microsoft.com/office/drawing/2014/main" id="{AA7DC615-17FF-9F6F-C602-75DD0B2288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326" y="346873"/>
            <a:ext cx="1775134" cy="1775134"/>
          </a:xfrm>
          <a:prstGeom prst="rect">
            <a:avLst/>
          </a:prstGeom>
          <a:noFill/>
          <a:extLst>
            <a:ext uri="{909E8E84-426E-40DD-AFC4-6F175D3DCCD1}">
              <a14:hiddenFill xmlns:a14="http://schemas.microsoft.com/office/drawing/2010/main">
                <a:solidFill>
                  <a:srgbClr val="FFFFFF"/>
                </a:solidFill>
              </a14:hiddenFill>
            </a:ext>
          </a:extLst>
        </p:spPr>
      </p:pic>
      <p:sp>
        <p:nvSpPr>
          <p:cNvPr id="901" name="Kicker"/>
          <p:cNvSpPr txBox="1"/>
          <p:nvPr/>
        </p:nvSpPr>
        <p:spPr>
          <a:xfrm>
            <a:off x="762120" y="1318320"/>
            <a:ext cx="10668240" cy="228600"/>
          </a:xfrm>
          <a:prstGeom prst="rect">
            <a:avLst/>
          </a:prstGeom>
          <a:noFill/>
        </p:spPr>
        <p:txBody>
          <a:bodyPr lIns="0" tIns="0" rIns="0" bIns="0" anchor="t">
            <a:noAutofit/>
          </a:bodyPr>
          <a:lstStyle/>
          <a:p>
            <a:r>
              <a:rPr lang="de-DE" sz="1130" b="1" dirty="0">
                <a:solidFill>
                  <a:srgbClr val="004899"/>
                </a:solidFill>
                <a:latin typeface="Noto Sans"/>
                <a:cs typeface="Noto Sans"/>
              </a:rPr>
              <a:t>UNIT 00 · ORGANISATION</a:t>
            </a:r>
          </a:p>
        </p:txBody>
      </p:sp>
    </p:spTree>
    <p:extLst>
      <p:ext uri="{BB962C8B-B14F-4D97-AF65-F5344CB8AC3E}">
        <p14:creationId xmlns:p14="http://schemas.microsoft.com/office/powerpoint/2010/main" val="819966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JiTT</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de-DE" sz="1130" b="1" dirty="0">
                <a:solidFill>
                  <a:srgbClr val="004899"/>
                </a:solidFill>
                <a:latin typeface="Noto Sans"/>
                <a:cs typeface="Noto Sans"/>
              </a:rPr>
              <a:t>UNIT 00 · ORGANISATION</a:t>
            </a: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00</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4</a:t>
            </a:fld>
            <a:endParaRPr lang="en-US" sz="939" b="0" strike="noStrike" spc="-1">
              <a:solidFill>
                <a:srgbClr val="000000"/>
              </a:solidFill>
              <a:latin typeface="Arial"/>
            </a:endParaRPr>
          </a:p>
        </p:txBody>
      </p:sp>
      <p:graphicFrame>
        <p:nvGraphicFramePr>
          <p:cNvPr id="7" name="Diagramm 6">
            <a:extLst>
              <a:ext uri="{FF2B5EF4-FFF2-40B4-BE49-F238E27FC236}">
                <a16:creationId xmlns:a16="http://schemas.microsoft.com/office/drawing/2014/main" id="{38C87E9D-BD87-E2C1-F96C-335919611E96}"/>
              </a:ext>
            </a:extLst>
          </p:cNvPr>
          <p:cNvGraphicFramePr/>
          <p:nvPr>
            <p:extLst>
              <p:ext uri="{D42A27DB-BD31-4B8C-83A1-F6EECF244321}">
                <p14:modId xmlns:p14="http://schemas.microsoft.com/office/powerpoint/2010/main" val="2858750223"/>
              </p:ext>
            </p:extLst>
          </p:nvPr>
        </p:nvGraphicFramePr>
        <p:xfrm>
          <a:off x="3901989" y="80010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hteck: abgerundete Ecken 7">
            <a:extLst>
              <a:ext uri="{FF2B5EF4-FFF2-40B4-BE49-F238E27FC236}">
                <a16:creationId xmlns:a16="http://schemas.microsoft.com/office/drawing/2014/main" id="{377C816A-FA72-F2AB-7D9E-D03F7908C4B0}"/>
              </a:ext>
            </a:extLst>
          </p:cNvPr>
          <p:cNvSpPr/>
          <p:nvPr/>
        </p:nvSpPr>
        <p:spPr>
          <a:xfrm>
            <a:off x="729048" y="4693508"/>
            <a:ext cx="1993557" cy="576649"/>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de-DE" dirty="0"/>
              <a:t>4 Tests </a:t>
            </a:r>
          </a:p>
        </p:txBody>
      </p:sp>
      <p:cxnSp>
        <p:nvCxnSpPr>
          <p:cNvPr id="10" name="Gerader Verbinder 9">
            <a:extLst>
              <a:ext uri="{FF2B5EF4-FFF2-40B4-BE49-F238E27FC236}">
                <a16:creationId xmlns:a16="http://schemas.microsoft.com/office/drawing/2014/main" id="{BBA1A3C4-3E60-63FA-EEB3-1DFA1E61E1B0}"/>
              </a:ext>
            </a:extLst>
          </p:cNvPr>
          <p:cNvCxnSpPr>
            <a:cxnSpLocks/>
          </p:cNvCxnSpPr>
          <p:nvPr/>
        </p:nvCxnSpPr>
        <p:spPr>
          <a:xfrm>
            <a:off x="4135394" y="582003"/>
            <a:ext cx="0" cy="543367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7EA34B8C-6623-F9DB-5ED5-82A815E9573C}"/>
              </a:ext>
            </a:extLst>
          </p:cNvPr>
          <p:cNvSpPr txBox="1"/>
          <p:nvPr/>
        </p:nvSpPr>
        <p:spPr>
          <a:xfrm>
            <a:off x="10543685" y="5791996"/>
            <a:ext cx="1486304" cy="369332"/>
          </a:xfrm>
          <a:prstGeom prst="rect">
            <a:avLst/>
          </a:prstGeom>
          <a:noFill/>
          <a:ln>
            <a:noFill/>
          </a:ln>
        </p:spPr>
        <p:txBody>
          <a:bodyPr wrap="none" rtlCol="0">
            <a:spAutoFit/>
          </a:bodyPr>
          <a:lstStyle/>
          <a:p>
            <a:r>
              <a:rPr lang="de-DE" dirty="0">
                <a:solidFill>
                  <a:schemeClr val="bg1">
                    <a:lumMod val="50000"/>
                  </a:schemeClr>
                </a:solidFill>
              </a:rPr>
              <a:t>wöchentlich</a:t>
            </a:r>
          </a:p>
        </p:txBody>
      </p:sp>
      <p:sp>
        <p:nvSpPr>
          <p:cNvPr id="13" name="Textfeld 12">
            <a:extLst>
              <a:ext uri="{FF2B5EF4-FFF2-40B4-BE49-F238E27FC236}">
                <a16:creationId xmlns:a16="http://schemas.microsoft.com/office/drawing/2014/main" id="{D1A83661-84EE-63E3-CA5C-5B75DCB1A22F}"/>
              </a:ext>
            </a:extLst>
          </p:cNvPr>
          <p:cNvSpPr txBox="1"/>
          <p:nvPr/>
        </p:nvSpPr>
        <p:spPr>
          <a:xfrm>
            <a:off x="729048" y="5791996"/>
            <a:ext cx="1710725" cy="369332"/>
          </a:xfrm>
          <a:prstGeom prst="rect">
            <a:avLst/>
          </a:prstGeom>
          <a:noFill/>
          <a:ln>
            <a:noFill/>
          </a:ln>
        </p:spPr>
        <p:txBody>
          <a:bodyPr wrap="none" rtlCol="0">
            <a:spAutoFit/>
          </a:bodyPr>
          <a:lstStyle/>
          <a:p>
            <a:r>
              <a:rPr lang="de-DE" dirty="0">
                <a:solidFill>
                  <a:schemeClr val="bg1">
                    <a:lumMod val="50000"/>
                  </a:schemeClr>
                </a:solidFill>
              </a:rPr>
              <a:t>Alle 3 Wochen</a:t>
            </a:r>
          </a:p>
        </p:txBody>
      </p:sp>
      <p:cxnSp>
        <p:nvCxnSpPr>
          <p:cNvPr id="15" name="Gerade Verbindung mit Pfeil 14">
            <a:extLst>
              <a:ext uri="{FF2B5EF4-FFF2-40B4-BE49-F238E27FC236}">
                <a16:creationId xmlns:a16="http://schemas.microsoft.com/office/drawing/2014/main" id="{4088CECC-2069-4F28-5D26-47D658BC082E}"/>
              </a:ext>
            </a:extLst>
          </p:cNvPr>
          <p:cNvCxnSpPr>
            <a:cxnSpLocks/>
          </p:cNvCxnSpPr>
          <p:nvPr/>
        </p:nvCxnSpPr>
        <p:spPr>
          <a:xfrm flipV="1">
            <a:off x="1790356" y="2940908"/>
            <a:ext cx="0" cy="1752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9618820E-0B63-4033-23FB-B7AF7A1FD105}"/>
              </a:ext>
            </a:extLst>
          </p:cNvPr>
          <p:cNvSpPr txBox="1"/>
          <p:nvPr/>
        </p:nvSpPr>
        <p:spPr>
          <a:xfrm>
            <a:off x="1813731" y="3586894"/>
            <a:ext cx="442750" cy="584775"/>
          </a:xfrm>
          <a:prstGeom prst="rect">
            <a:avLst/>
          </a:prstGeom>
          <a:noFill/>
        </p:spPr>
        <p:txBody>
          <a:bodyPr wrap="none" rtlCol="0">
            <a:spAutoFit/>
          </a:bodyPr>
          <a:lstStyle/>
          <a:p>
            <a:r>
              <a:rPr lang="de-DE" sz="3200" dirty="0"/>
              <a:t>∅</a:t>
            </a:r>
          </a:p>
        </p:txBody>
      </p:sp>
      <p:sp>
        <p:nvSpPr>
          <p:cNvPr id="19" name="Textfeld 18">
            <a:extLst>
              <a:ext uri="{FF2B5EF4-FFF2-40B4-BE49-F238E27FC236}">
                <a16:creationId xmlns:a16="http://schemas.microsoft.com/office/drawing/2014/main" id="{935FF7F1-7A3A-2447-0FCB-9A3D52AD62B9}"/>
              </a:ext>
            </a:extLst>
          </p:cNvPr>
          <p:cNvSpPr txBox="1"/>
          <p:nvPr/>
        </p:nvSpPr>
        <p:spPr>
          <a:xfrm>
            <a:off x="12783" y="2150717"/>
            <a:ext cx="3889206" cy="646331"/>
          </a:xfrm>
          <a:prstGeom prst="rect">
            <a:avLst/>
          </a:prstGeom>
          <a:noFill/>
        </p:spPr>
        <p:txBody>
          <a:bodyPr wrap="none" rtlCol="0">
            <a:spAutoFit/>
          </a:bodyPr>
          <a:lstStyle/>
          <a:p>
            <a:pPr algn="ctr"/>
            <a:r>
              <a:rPr lang="de-DE" dirty="0"/>
              <a:t>Note (L3)</a:t>
            </a:r>
          </a:p>
          <a:p>
            <a:pPr algn="ctr"/>
            <a:r>
              <a:rPr lang="de-DE" dirty="0"/>
              <a:t>Bestanden / nicht bestanden (</a:t>
            </a:r>
            <a:r>
              <a:rPr lang="de-DE" dirty="0" err="1"/>
              <a:t>BSc</a:t>
            </a:r>
            <a:r>
              <a:rPr lang="de-DE"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iTT – vollständigen Block ersetzen">
            <a:extLst>
              <a:ext uri="{FF2B5EF4-FFF2-40B4-BE49-F238E27FC236}">
                <a16:creationId xmlns:a16="http://schemas.microsoft.com/office/drawing/2014/main" id="{DEA953B3-45FA-2105-A50F-E4EDD912EBB5}"/>
              </a:ext>
            </a:extLst>
          </p:cNvPr>
          <p:cNvSpPr/>
          <p:nvPr/>
        </p:nvSpPr>
        <p:spPr>
          <a:xfrm>
            <a:off x="762120" y="1806120"/>
            <a:ext cx="10668240" cy="4152960"/>
          </a:xfrm>
          <a:prstGeom prst="rect">
            <a:avLst/>
          </a:prstGeom>
          <a:solidFill>
            <a:srgbClr val="EAF5F7"/>
          </a:solidFill>
          <a:ln w="16200">
            <a:solidFill>
              <a:srgbClr val="A6D9E2"/>
            </a:solidFill>
            <a:round/>
          </a:ln>
        </p:spPr>
        <p:txBody>
          <a:bodyPr lIns="97920" tIns="52920" rIns="97920" bIns="52920" anchor="ctr" anchorCtr="1">
            <a:noAutofit/>
          </a:bodyPr>
          <a:lstStyle/>
          <a:p>
            <a:endParaRPr lang="en-US" sz="1800" b="0" strike="noStrike" spc="-1">
              <a:solidFill>
                <a:srgbClr val="000000"/>
              </a:solidFill>
              <a:latin typeface="Arial"/>
            </a:endParaRPr>
          </a:p>
        </p:txBody>
      </p:sp>
      <p:sp>
        <p:nvSpPr>
          <p:cNvPr id="3" name="Textfeld 2">
            <a:extLst>
              <a:ext uri="{FF2B5EF4-FFF2-40B4-BE49-F238E27FC236}">
                <a16:creationId xmlns:a16="http://schemas.microsoft.com/office/drawing/2014/main" id="{555E9E4B-C4CF-981F-A3E7-062A2DAAE996}"/>
              </a:ext>
            </a:extLst>
          </p:cNvPr>
          <p:cNvSpPr txBox="1"/>
          <p:nvPr/>
        </p:nvSpPr>
        <p:spPr>
          <a:xfrm>
            <a:off x="1371600" y="3276720"/>
            <a:ext cx="9448920" cy="990720"/>
          </a:xfrm>
          <a:prstGeom prst="rect">
            <a:avLst/>
          </a:prstGeom>
          <a:noFill/>
          <a:ln w="0">
            <a:noFill/>
          </a:ln>
        </p:spPr>
        <p:txBody>
          <a:bodyPr lIns="0" tIns="0" rIns="0" bIns="0" anchor="t">
            <a:noAutofit/>
          </a:bodyPr>
          <a:lstStyle/>
          <a:p>
            <a:pPr algn="ctr"/>
            <a:r>
              <a:rPr lang="en-US" sz="3570" b="0" strike="noStrike" spc="-1" dirty="0" err="1">
                <a:solidFill>
                  <a:srgbClr val="004899"/>
                </a:solidFill>
                <a:latin typeface="Noto Sans"/>
              </a:rPr>
              <a:t>Anmeldezeiträume</a:t>
            </a:r>
            <a:r>
              <a:rPr lang="en-US" sz="3570" b="0" strike="noStrike" spc="-1" dirty="0">
                <a:solidFill>
                  <a:srgbClr val="004899"/>
                </a:solidFill>
                <a:latin typeface="Noto Sans"/>
              </a:rPr>
              <a:t> für </a:t>
            </a:r>
            <a:r>
              <a:rPr lang="en-US" sz="3570" b="0" strike="noStrike" spc="-1" dirty="0" err="1">
                <a:solidFill>
                  <a:srgbClr val="004899"/>
                </a:solidFill>
                <a:latin typeface="Noto Sans"/>
              </a:rPr>
              <a:t>Prüfungs</a:t>
            </a:r>
            <a:r>
              <a:rPr lang="en-US" sz="3570" b="0" strike="noStrike" spc="-1" dirty="0">
                <a:solidFill>
                  <a:srgbClr val="004899"/>
                </a:solidFill>
                <a:latin typeface="Noto Sans"/>
              </a:rPr>
              <a:t>- und </a:t>
            </a:r>
            <a:r>
              <a:rPr lang="en-US" sz="3570" b="0" strike="noStrike" spc="-1" dirty="0" err="1">
                <a:solidFill>
                  <a:srgbClr val="004899"/>
                </a:solidFill>
                <a:latin typeface="Noto Sans"/>
              </a:rPr>
              <a:t>Studienleistung</a:t>
            </a:r>
            <a:r>
              <a:rPr lang="en-US" sz="3570" b="0" strike="noStrike" spc="-1" dirty="0">
                <a:solidFill>
                  <a:srgbClr val="004899"/>
                </a:solidFill>
                <a:latin typeface="Noto Sans"/>
              </a:rPr>
              <a:t> </a:t>
            </a:r>
            <a:r>
              <a:rPr lang="en-US" sz="3570" b="0" strike="noStrike" spc="-1" dirty="0" err="1">
                <a:solidFill>
                  <a:srgbClr val="004899"/>
                </a:solidFill>
                <a:latin typeface="Noto Sans"/>
              </a:rPr>
              <a:t>beachten</a:t>
            </a:r>
            <a:r>
              <a:rPr lang="en-US" sz="3570" b="0" strike="noStrike" spc="-1" dirty="0">
                <a:solidFill>
                  <a:srgbClr val="004899"/>
                </a:solidFill>
                <a:latin typeface="Noto Sans"/>
              </a:rPr>
              <a:t>! </a:t>
            </a:r>
          </a:p>
          <a:p>
            <a:pPr algn="ctr"/>
            <a:r>
              <a:rPr lang="en-US" sz="3570" b="0" strike="noStrike" spc="-1" dirty="0">
                <a:solidFill>
                  <a:srgbClr val="004899"/>
                </a:solidFill>
                <a:latin typeface="Noto Sans"/>
              </a:rPr>
              <a:t>01.10.2026 – 29.01.2027</a:t>
            </a:r>
            <a:endParaRPr lang="en-US" sz="3570" b="0" strike="noStrike" spc="-1" dirty="0">
              <a:solidFill>
                <a:srgbClr val="000000"/>
              </a:solidFill>
              <a:latin typeface="Arial"/>
            </a:endParaRPr>
          </a:p>
        </p:txBody>
      </p:sp>
      <p:sp>
        <p:nvSpPr>
          <p:cNvPr id="4" name="Textfeld 3">
            <a:extLst>
              <a:ext uri="{FF2B5EF4-FFF2-40B4-BE49-F238E27FC236}">
                <a16:creationId xmlns:a16="http://schemas.microsoft.com/office/drawing/2014/main" id="{41B04965-35BD-09C1-C0D0-E59E606B45E9}"/>
              </a:ext>
            </a:extLst>
          </p:cNvPr>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Organisation</a:t>
            </a:r>
            <a:endParaRPr lang="en-US" sz="3190" b="0" strike="noStrike" spc="-1" dirty="0">
              <a:solidFill>
                <a:srgbClr val="000000"/>
              </a:solidFill>
              <a:latin typeface="Arial"/>
            </a:endParaRPr>
          </a:p>
        </p:txBody>
      </p:sp>
      <p:sp>
        <p:nvSpPr>
          <p:cNvPr id="5" name="Textfeld 4">
            <a:extLst>
              <a:ext uri="{FF2B5EF4-FFF2-40B4-BE49-F238E27FC236}">
                <a16:creationId xmlns:a16="http://schemas.microsoft.com/office/drawing/2014/main" id="{2EF89C34-A485-EBA1-CC70-98EA8D401A58}"/>
              </a:ext>
            </a:extLst>
          </p:cNvPr>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00</a:t>
            </a:r>
            <a:endParaRPr lang="en-US" sz="939" b="0" strike="noStrike" spc="-1" dirty="0">
              <a:solidFill>
                <a:srgbClr val="000000"/>
              </a:solidFill>
              <a:latin typeface="Arial"/>
            </a:endParaRPr>
          </a:p>
        </p:txBody>
      </p:sp>
      <p:sp>
        <p:nvSpPr>
          <p:cNvPr id="6" name="Textfeld 5">
            <a:extLst>
              <a:ext uri="{FF2B5EF4-FFF2-40B4-BE49-F238E27FC236}">
                <a16:creationId xmlns:a16="http://schemas.microsoft.com/office/drawing/2014/main" id="{A9DA268F-1A2F-C094-ECEA-BC24C19A2934}"/>
              </a:ext>
            </a:extLst>
          </p:cNvPr>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5</a:t>
            </a:fld>
            <a:endParaRPr lang="en-US" sz="939" b="0" strike="noStrike" spc="-1">
              <a:solidFill>
                <a:srgbClr val="000000"/>
              </a:solidFill>
              <a:latin typeface="Arial"/>
            </a:endParaRPr>
          </a:p>
        </p:txBody>
      </p:sp>
      <p:sp>
        <p:nvSpPr>
          <p:cNvPr id="902" name="Kicker"/>
          <p:cNvSpPr txBox="1"/>
          <p:nvPr/>
        </p:nvSpPr>
        <p:spPr>
          <a:xfrm>
            <a:off x="762120" y="1318320"/>
            <a:ext cx="10668240" cy="228600"/>
          </a:xfrm>
          <a:prstGeom prst="rect">
            <a:avLst/>
          </a:prstGeom>
          <a:noFill/>
        </p:spPr>
        <p:txBody>
          <a:bodyPr lIns="0" tIns="0" rIns="0" bIns="0" anchor="t">
            <a:noAutofit/>
          </a:bodyPr>
          <a:lstStyle/>
          <a:p>
            <a:r>
              <a:rPr lang="de-DE" sz="1130" b="1" dirty="0">
                <a:solidFill>
                  <a:srgbClr val="004899"/>
                </a:solidFill>
                <a:latin typeface="Noto Sans"/>
                <a:cs typeface="Noto Sans"/>
              </a:rPr>
              <a:t>UNIT 00 · ORGANISATION</a:t>
            </a:r>
          </a:p>
        </p:txBody>
      </p:sp>
    </p:spTree>
    <p:extLst>
      <p:ext uri="{BB962C8B-B14F-4D97-AF65-F5344CB8AC3E}">
        <p14:creationId xmlns:p14="http://schemas.microsoft.com/office/powerpoint/2010/main" val="1792604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Grafik 90"/>
          <p:cNvPicPr/>
          <p:nvPr/>
        </p:nvPicPr>
        <p:blipFill>
          <a:blip r:embed="rId3"/>
          <a:stretch/>
        </p:blipFill>
        <p:spPr>
          <a:xfrm>
            <a:off x="335160" y="2666880"/>
            <a:ext cx="4107240" cy="1407240"/>
          </a:xfrm>
          <a:prstGeom prst="rect">
            <a:avLst/>
          </a:prstGeom>
          <a:ln w="0">
            <a:noFill/>
          </a:ln>
        </p:spPr>
      </p:pic>
      <p:sp>
        <p:nvSpPr>
          <p:cNvPr id="92" name="Textfeld 91"/>
          <p:cNvSpPr txBox="1"/>
          <p:nvPr/>
        </p:nvSpPr>
        <p:spPr>
          <a:xfrm>
            <a:off x="4762440" y="2171880"/>
            <a:ext cx="6477120" cy="2286000"/>
          </a:xfrm>
          <a:prstGeom prst="rect">
            <a:avLst/>
          </a:prstGeom>
          <a:noFill/>
          <a:ln w="0">
            <a:noFill/>
          </a:ln>
        </p:spPr>
        <p:txBody>
          <a:bodyPr lIns="0" tIns="0" rIns="0" bIns="0" anchor="t">
            <a:noAutofit/>
          </a:bodyPr>
          <a:lstStyle/>
          <a:p>
            <a:r>
              <a:rPr lang="en-US" sz="4140" b="0" strike="noStrike" spc="-1" dirty="0" err="1">
                <a:solidFill>
                  <a:srgbClr val="FFFFFF"/>
                </a:solidFill>
                <a:latin typeface="Noto Sans"/>
              </a:rPr>
              <a:t>Arbeiten</a:t>
            </a:r>
            <a:r>
              <a:rPr lang="en-US" sz="4140" b="0" strike="noStrike" spc="-1" dirty="0">
                <a:solidFill>
                  <a:srgbClr val="FFFFFF"/>
                </a:solidFill>
                <a:latin typeface="Noto Sans"/>
              </a:rPr>
              <a:t> </a:t>
            </a:r>
            <a:r>
              <a:rPr lang="en-US" sz="4140" b="0" strike="noStrike" spc="-1" dirty="0" err="1">
                <a:solidFill>
                  <a:srgbClr val="FFFFFF"/>
                </a:solidFill>
                <a:latin typeface="Noto Sans"/>
              </a:rPr>
              <a:t>mit</a:t>
            </a:r>
            <a:r>
              <a:rPr lang="en-US" sz="4140" b="0" strike="noStrike" spc="-1" dirty="0">
                <a:solidFill>
                  <a:srgbClr val="FFFFFF"/>
                </a:solidFill>
                <a:latin typeface="Noto Sans"/>
              </a:rPr>
              <a:t> </a:t>
            </a:r>
            <a:r>
              <a:rPr lang="en-US" sz="4140" b="0" strike="noStrike" spc="-1" dirty="0" err="1">
                <a:solidFill>
                  <a:srgbClr val="FFFFFF"/>
                </a:solidFill>
                <a:latin typeface="Noto Sans"/>
              </a:rPr>
              <a:t>Geodaten</a:t>
            </a:r>
            <a:endParaRPr lang="en-US" sz="4140" b="0" strike="noStrike" spc="-1" dirty="0">
              <a:solidFill>
                <a:srgbClr val="FFFFFF"/>
              </a:solidFill>
              <a:latin typeface="Noto Sans"/>
            </a:endParaRPr>
          </a:p>
          <a:p>
            <a:r>
              <a:rPr lang="en-US" sz="4140" spc="-1" dirty="0">
                <a:solidFill>
                  <a:srgbClr val="FFFFFF"/>
                </a:solidFill>
                <a:latin typeface="Noto Sans"/>
              </a:rPr>
              <a:t>- Hardware &amp; Software</a:t>
            </a:r>
            <a:endParaRPr lang="en-US" sz="4140" b="0" strike="noStrike" spc="-1" dirty="0">
              <a:solidFill>
                <a:srgbClr val="FFFFFF"/>
              </a:solidFill>
              <a:latin typeface="Arial"/>
            </a:endParaRPr>
          </a:p>
        </p:txBody>
      </p:sp>
      <p:sp>
        <p:nvSpPr>
          <p:cNvPr id="93" name="Textfeld 92"/>
          <p:cNvSpPr txBox="1"/>
          <p:nvPr/>
        </p:nvSpPr>
        <p:spPr>
          <a:xfrm>
            <a:off x="4762440" y="4678560"/>
            <a:ext cx="6400800" cy="533520"/>
          </a:xfrm>
          <a:prstGeom prst="rect">
            <a:avLst/>
          </a:prstGeom>
          <a:noFill/>
          <a:ln w="0">
            <a:noFill/>
          </a:ln>
        </p:spPr>
        <p:txBody>
          <a:bodyPr lIns="0" tIns="0" rIns="0" bIns="0" anchor="t">
            <a:noAutofit/>
          </a:bodyPr>
          <a:lstStyle/>
          <a:p>
            <a:r>
              <a:rPr lang="en-US" sz="2630" b="0" strike="noStrike" spc="-1" dirty="0">
                <a:solidFill>
                  <a:srgbClr val="FFFFFF"/>
                </a:solidFill>
                <a:latin typeface="Noto Sans"/>
              </a:rPr>
              <a:t>Unit 01</a:t>
            </a:r>
            <a:endParaRPr lang="en-US" sz="2630" b="0" strike="noStrike" spc="-1" dirty="0">
              <a:solidFill>
                <a:srgbClr val="FFFFFF"/>
              </a:solidFill>
              <a:latin typeface="Arial"/>
            </a:endParaRPr>
          </a:p>
        </p:txBody>
      </p:sp>
      <p:sp>
        <p:nvSpPr>
          <p:cNvPr id="94" name="Textfeld 93"/>
          <p:cNvSpPr txBox="1"/>
          <p:nvPr/>
        </p:nvSpPr>
        <p:spPr>
          <a:xfrm>
            <a:off x="4762440" y="5669280"/>
            <a:ext cx="6400800" cy="762120"/>
          </a:xfrm>
          <a:prstGeom prst="rect">
            <a:avLst/>
          </a:prstGeom>
          <a:noFill/>
          <a:ln w="0">
            <a:noFill/>
          </a:ln>
        </p:spPr>
        <p:txBody>
          <a:bodyPr lIns="0" tIns="0" rIns="0" bIns="0" anchor="t">
            <a:noAutofit/>
          </a:bodyPr>
          <a:lstStyle/>
          <a:p>
            <a:r>
              <a:rPr lang="en-US" sz="1790" b="0" strike="noStrike" spc="-1">
                <a:solidFill>
                  <a:srgbClr val="FFFFFF"/>
                </a:solidFill>
                <a:latin typeface="Noto Sans"/>
              </a:rPr>
              <a:t>Fachbereich 19 · Geographie</a:t>
            </a:r>
            <a:endParaRPr lang="en-US" sz="1790" b="0" strike="noStrike" spc="-1">
              <a:solidFill>
                <a:srgbClr val="FFFFFF"/>
              </a:solidFill>
              <a:latin typeface="Arial"/>
            </a:endParaRPr>
          </a:p>
          <a:p>
            <a:r>
              <a:rPr lang="en-US" sz="1790" b="0" strike="noStrike" spc="-1">
                <a:solidFill>
                  <a:srgbClr val="FFFFFF"/>
                </a:solidFill>
                <a:latin typeface="Noto Sans"/>
              </a:rPr>
              <a:t>Philipps-Universität Marburg</a:t>
            </a:r>
            <a:endParaRPr lang="en-US" sz="1790" b="0" strike="noStrike" spc="-1">
              <a:solidFill>
                <a:srgbClr val="FFFFFF"/>
              </a:solidFill>
              <a:latin typeface="Arial"/>
            </a:endParaRPr>
          </a:p>
        </p:txBody>
      </p:sp>
    </p:spTree>
    <p:extLst>
      <p:ext uri="{BB962C8B-B14F-4D97-AF65-F5344CB8AC3E}">
        <p14:creationId xmlns:p14="http://schemas.microsoft.com/office/powerpoint/2010/main" val="756128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extfeld 12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Warum</a:t>
            </a:r>
            <a:r>
              <a:rPr lang="en-US" sz="3190" b="1" strike="noStrike" spc="-1" dirty="0">
                <a:solidFill>
                  <a:srgbClr val="000000"/>
                </a:solidFill>
                <a:latin typeface="Noto Sans"/>
              </a:rPr>
              <a:t> </a:t>
            </a:r>
            <a:r>
              <a:rPr lang="en-US" sz="3190" b="1" strike="noStrike" spc="-1" dirty="0" err="1">
                <a:solidFill>
                  <a:srgbClr val="000000"/>
                </a:solidFill>
                <a:latin typeface="Noto Sans"/>
              </a:rPr>
              <a:t>Geodaten</a:t>
            </a:r>
            <a:r>
              <a:rPr lang="en-US" sz="3190" b="1" strike="noStrike" spc="-1" dirty="0">
                <a:solidFill>
                  <a:srgbClr val="000000"/>
                </a:solidFill>
                <a:latin typeface="Noto Sans"/>
              </a:rPr>
              <a:t>?</a:t>
            </a:r>
            <a:endParaRPr lang="en-US" sz="3190" b="0" strike="noStrike" spc="-1" dirty="0">
              <a:solidFill>
                <a:srgbClr val="000000"/>
              </a:solidFill>
              <a:latin typeface="Arial"/>
            </a:endParaRPr>
          </a:p>
        </p:txBody>
      </p:sp>
      <p:sp>
        <p:nvSpPr>
          <p:cNvPr id="124" name="Textfeld 123"/>
          <p:cNvSpPr txBox="1"/>
          <p:nvPr/>
        </p:nvSpPr>
        <p:spPr>
          <a:xfrm>
            <a:off x="762120" y="1318320"/>
            <a:ext cx="10668240" cy="228600"/>
          </a:xfrm>
          <a:prstGeom prst="rect">
            <a:avLst/>
          </a:prstGeom>
          <a:noFill/>
          <a:ln w="0">
            <a:noFill/>
          </a:ln>
        </p:spPr>
        <p:txBody>
          <a:bodyPr lIns="0" tIns="0" rIns="0" bIns="0" anchor="t">
            <a:noAutofit/>
          </a:bodyPr>
          <a:lstStyle/>
          <a:p>
            <a:r>
              <a:rPr lang="de-DE" sz="1130" b="1" dirty="0">
                <a:solidFill>
                  <a:srgbClr val="004899"/>
                </a:solidFill>
                <a:latin typeface="Noto Sans"/>
                <a:cs typeface="Noto Sans"/>
              </a:rPr>
              <a:t>UNIT 01 · EINSTIEG</a:t>
            </a:r>
          </a:p>
        </p:txBody>
      </p:sp>
      <p:sp>
        <p:nvSpPr>
          <p:cNvPr id="125" name="Textfeld 12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126" name="Textfeld 125"/>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7</a:t>
            </a:fld>
            <a:endParaRPr lang="en-US" sz="939" b="0" strike="noStrike" spc="-1">
              <a:solidFill>
                <a:srgbClr val="000000"/>
              </a:solidFill>
              <a:latin typeface="Arial"/>
            </a:endParaRPr>
          </a:p>
        </p:txBody>
      </p:sp>
      <p:pic>
        <p:nvPicPr>
          <p:cNvPr id="1026" name="Picture 2">
            <a:extLst>
              <a:ext uri="{FF2B5EF4-FFF2-40B4-BE49-F238E27FC236}">
                <a16:creationId xmlns:a16="http://schemas.microsoft.com/office/drawing/2014/main" id="{1B997D13-00F2-7D79-D8F7-9C93AA4D10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872318"/>
            <a:ext cx="5963910" cy="4341043"/>
          </a:xfrm>
          <a:prstGeom prst="rect">
            <a:avLst/>
          </a:prstGeom>
          <a:noFill/>
          <a:extLst>
            <a:ext uri="{909E8E84-426E-40DD-AFC4-6F175D3DCCD1}">
              <a14:hiddenFill xmlns:a14="http://schemas.microsoft.com/office/drawing/2010/main">
                <a:solidFill>
                  <a:srgbClr val="FFFFFF"/>
                </a:solidFill>
              </a14:hiddenFill>
            </a:ext>
          </a:extLst>
        </p:spPr>
      </p:pic>
      <p:sp>
        <p:nvSpPr>
          <p:cNvPr id="17" name="Textfeld 16">
            <a:extLst>
              <a:ext uri="{FF2B5EF4-FFF2-40B4-BE49-F238E27FC236}">
                <a16:creationId xmlns:a16="http://schemas.microsoft.com/office/drawing/2014/main" id="{126467D5-DB55-7F1A-B3A3-2CD9452CA401}"/>
              </a:ext>
            </a:extLst>
          </p:cNvPr>
          <p:cNvSpPr txBox="1"/>
          <p:nvPr/>
        </p:nvSpPr>
        <p:spPr>
          <a:xfrm>
            <a:off x="6004287" y="6227991"/>
            <a:ext cx="5989635" cy="461665"/>
          </a:xfrm>
          <a:prstGeom prst="rect">
            <a:avLst/>
          </a:prstGeom>
          <a:noFill/>
        </p:spPr>
        <p:txBody>
          <a:bodyPr wrap="square" rtlCol="0">
            <a:spAutoFit/>
          </a:bodyPr>
          <a:lstStyle/>
          <a:p>
            <a:r>
              <a:rPr lang="en-US" sz="800" dirty="0"/>
              <a:t>Antonello Romano (2025), “Synthetic geospatial data and fake geography: A case study on the implications of AI-derived data in a data-intensive society”,</a:t>
            </a:r>
          </a:p>
          <a:p>
            <a:r>
              <a:rPr lang="en-US" sz="800" i="1" dirty="0"/>
              <a:t>Digital Geography and Society</a:t>
            </a:r>
            <a:r>
              <a:rPr lang="en-US" sz="800" dirty="0"/>
              <a:t>, Vol 8, 100108, https://doi.org/10.1016/j.diggeo.2024.1001</a:t>
            </a:r>
            <a:endParaRPr lang="de-DE" sz="800" dirty="0"/>
          </a:p>
        </p:txBody>
      </p:sp>
      <p:sp>
        <p:nvSpPr>
          <p:cNvPr id="19" name="Textfeld 18">
            <a:extLst>
              <a:ext uri="{FF2B5EF4-FFF2-40B4-BE49-F238E27FC236}">
                <a16:creationId xmlns:a16="http://schemas.microsoft.com/office/drawing/2014/main" id="{04299558-42A7-C41E-1088-FEB6BE25A465}"/>
              </a:ext>
            </a:extLst>
          </p:cNvPr>
          <p:cNvSpPr txBox="1"/>
          <p:nvPr/>
        </p:nvSpPr>
        <p:spPr>
          <a:xfrm>
            <a:off x="539213" y="1872318"/>
            <a:ext cx="5465074" cy="2462213"/>
          </a:xfrm>
          <a:prstGeom prst="rect">
            <a:avLst/>
          </a:prstGeom>
          <a:noFill/>
        </p:spPr>
        <p:txBody>
          <a:bodyPr wrap="square" rtlCol="0">
            <a:spAutoFit/>
          </a:bodyPr>
          <a:lstStyle/>
          <a:p>
            <a:pPr algn="l"/>
            <a:r>
              <a:rPr lang="de-DE" sz="1400" b="1" i="0" dirty="0">
                <a:effectLst/>
                <a:latin typeface="Noto Sans" panose="02000000000000000000" pitchFamily="2" charset="0"/>
                <a:ea typeface="Noto Sans" panose="02000000000000000000" pitchFamily="2" charset="0"/>
                <a:cs typeface="Noto Sans" panose="02000000000000000000" pitchFamily="2" charset="0"/>
              </a:rPr>
              <a:t>Daten</a:t>
            </a:r>
            <a:r>
              <a:rPr lang="de-DE" sz="1400" b="0" i="0" dirty="0">
                <a:effectLst/>
                <a:latin typeface="Noto Sans" panose="02000000000000000000" pitchFamily="2" charset="0"/>
                <a:ea typeface="Noto Sans" panose="02000000000000000000" pitchFamily="2" charset="0"/>
                <a:cs typeface="Noto Sans" panose="02000000000000000000" pitchFamily="2" charset="0"/>
              </a:rPr>
              <a:t>, E </a:t>
            </a:r>
            <a:r>
              <a:rPr lang="de-DE" sz="1400" b="0" i="0" dirty="0" err="1">
                <a:effectLst/>
                <a:latin typeface="Noto Sans" panose="02000000000000000000" pitchFamily="2" charset="0"/>
                <a:ea typeface="Noto Sans" panose="02000000000000000000" pitchFamily="2" charset="0"/>
                <a:cs typeface="Noto Sans" panose="02000000000000000000" pitchFamily="2" charset="0"/>
              </a:rPr>
              <a:t>data</a:t>
            </a:r>
            <a:r>
              <a:rPr lang="de-DE" sz="1400" b="0" i="0" dirty="0">
                <a:effectLst/>
                <a:latin typeface="Noto Sans" panose="02000000000000000000" pitchFamily="2" charset="0"/>
                <a:ea typeface="Noto Sans" panose="02000000000000000000" pitchFamily="2" charset="0"/>
                <a:cs typeface="Noto Sans" panose="02000000000000000000" pitchFamily="2" charset="0"/>
              </a:rPr>
              <a:t>, </a:t>
            </a:r>
            <a:r>
              <a:rPr lang="de-DE" sz="1400" b="0" i="0" dirty="0" err="1">
                <a:effectLst/>
                <a:latin typeface="Noto Sans" panose="02000000000000000000" pitchFamily="2" charset="0"/>
                <a:ea typeface="Noto Sans" panose="02000000000000000000" pitchFamily="2" charset="0"/>
                <a:cs typeface="Noto Sans" panose="02000000000000000000" pitchFamily="2" charset="0"/>
              </a:rPr>
              <a:t>singular</a:t>
            </a:r>
            <a:r>
              <a:rPr lang="de-DE" sz="1400" b="0" i="0" dirty="0">
                <a:effectLst/>
                <a:latin typeface="Noto Sans" panose="02000000000000000000" pitchFamily="2" charset="0"/>
                <a:ea typeface="Noto Sans" panose="02000000000000000000" pitchFamily="2" charset="0"/>
                <a:cs typeface="Noto Sans" panose="02000000000000000000" pitchFamily="2" charset="0"/>
              </a:rPr>
              <a:t> Datum, durch </a:t>
            </a:r>
            <a:r>
              <a:rPr lang="de-DE" sz="1400" b="0" i="0" u="sng" dirty="0">
                <a:effectLst/>
                <a:latin typeface="Noto Sans" panose="02000000000000000000" pitchFamily="2" charset="0"/>
                <a:ea typeface="Noto Sans" panose="02000000000000000000" pitchFamily="2" charset="0"/>
                <a:cs typeface="Noto Sans" panose="02000000000000000000" pitchFamily="2" charset="0"/>
                <a:hlinkClick r:id="rId4">
                  <a:extLst>
                    <a:ext uri="{A12FA001-AC4F-418D-AE19-62706E023703}">
                      <ahyp:hlinkClr xmlns:ahyp="http://schemas.microsoft.com/office/drawing/2018/hyperlinkcolor" val="tx"/>
                    </a:ext>
                  </a:extLst>
                </a:hlinkClick>
              </a:rPr>
              <a:t>Zeichen</a:t>
            </a:r>
            <a:r>
              <a:rPr lang="de-DE" sz="1400" b="0" i="0" dirty="0">
                <a:effectLst/>
                <a:latin typeface="Noto Sans" panose="02000000000000000000" pitchFamily="2" charset="0"/>
                <a:ea typeface="Noto Sans" panose="02000000000000000000" pitchFamily="2" charset="0"/>
                <a:cs typeface="Noto Sans" panose="02000000000000000000" pitchFamily="2" charset="0"/>
              </a:rPr>
              <a:t> codierte Informationen, die als numerische oder alphanumerische Angaben zu Sachverhalten und Gegebenheiten gebildet werden. In Datenverarbeitungssystemen wird durch Daten all das ausgedrückt, was innerhalb des Systems codiert und somit verarbeitet werden soll. […]“ </a:t>
            </a:r>
          </a:p>
          <a:p>
            <a:pPr algn="l"/>
            <a:endParaRPr lang="de-DE" sz="1400" dirty="0">
              <a:latin typeface="Noto Sans" panose="02000000000000000000" pitchFamily="2" charset="0"/>
              <a:ea typeface="Noto Sans" panose="02000000000000000000" pitchFamily="2" charset="0"/>
              <a:cs typeface="Noto Sans" panose="02000000000000000000" pitchFamily="2" charset="0"/>
            </a:endParaRPr>
          </a:p>
          <a:p>
            <a:pPr algn="l"/>
            <a:r>
              <a:rPr lang="de-DE" sz="1400" b="0" i="0" dirty="0">
                <a:effectLst/>
                <a:latin typeface="Noto Sans" panose="02000000000000000000" pitchFamily="2" charset="0"/>
                <a:ea typeface="Noto Sans" panose="02000000000000000000" pitchFamily="2" charset="0"/>
                <a:cs typeface="Noto Sans" panose="02000000000000000000" pitchFamily="2" charset="0"/>
              </a:rPr>
              <a:t>– Spektrum.de, </a:t>
            </a:r>
            <a:r>
              <a:rPr lang="de-DE" sz="1400" b="0" i="0" cap="all" dirty="0">
                <a:effectLst/>
                <a:latin typeface="Noto Sans" panose="02000000000000000000" pitchFamily="2" charset="0"/>
                <a:ea typeface="Noto Sans" panose="02000000000000000000" pitchFamily="2" charset="0"/>
                <a:cs typeface="Noto Sans" panose="02000000000000000000" pitchFamily="2" charset="0"/>
              </a:rPr>
              <a:t>Lexikon der Kartographie und Geomatik</a:t>
            </a:r>
            <a:r>
              <a:rPr lang="de-DE" sz="1400" dirty="0">
                <a:latin typeface="Noto Sans" panose="02000000000000000000" pitchFamily="2" charset="0"/>
                <a:ea typeface="Noto Sans" panose="02000000000000000000" pitchFamily="2" charset="0"/>
                <a:cs typeface="Noto Sans" panose="02000000000000000000" pitchFamily="2" charset="0"/>
              </a:rPr>
              <a:t>, </a:t>
            </a:r>
            <a:r>
              <a:rPr lang="de-DE" sz="1400" dirty="0">
                <a:latin typeface="Noto Sans" panose="02000000000000000000" pitchFamily="2" charset="0"/>
                <a:ea typeface="Noto Sans" panose="02000000000000000000" pitchFamily="2" charset="0"/>
                <a:cs typeface="Noto Sans" panose="02000000000000000000" pitchFamily="2" charset="0"/>
                <a:hlinkClick r:id="rId5">
                  <a:extLst>
                    <a:ext uri="{A12FA001-AC4F-418D-AE19-62706E023703}">
                      <ahyp:hlinkClr xmlns:ahyp="http://schemas.microsoft.com/office/drawing/2018/hyperlinkcolor" val="tx"/>
                    </a:ext>
                  </a:extLst>
                </a:hlinkClick>
              </a:rPr>
              <a:t>https://www.spektrum.de/lexikon/kartographie-geomatik/daten/825</a:t>
            </a:r>
            <a:r>
              <a:rPr lang="de-DE" sz="1400" dirty="0">
                <a:latin typeface="Noto Sans" panose="02000000000000000000" pitchFamily="2" charset="0"/>
                <a:ea typeface="Noto Sans" panose="02000000000000000000" pitchFamily="2" charset="0"/>
                <a:cs typeface="Noto Sans" panose="02000000000000000000" pitchFamily="2" charset="0"/>
              </a:rPr>
              <a:t>, aufgerufen am 05.10.2026</a:t>
            </a:r>
          </a:p>
        </p:txBody>
      </p:sp>
    </p:spTree>
    <p:extLst>
      <p:ext uri="{BB962C8B-B14F-4D97-AF65-F5344CB8AC3E}">
        <p14:creationId xmlns:p14="http://schemas.microsoft.com/office/powerpoint/2010/main" val="1803240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extfeld 122"/>
          <p:cNvSpPr txBox="1"/>
          <p:nvPr/>
        </p:nvSpPr>
        <p:spPr>
          <a:xfrm>
            <a:off x="762120" y="365760"/>
            <a:ext cx="10668240" cy="868680"/>
          </a:xfrm>
          <a:prstGeom prst="rect">
            <a:avLst/>
          </a:prstGeom>
          <a:noFill/>
          <a:ln w="0">
            <a:noFill/>
          </a:ln>
        </p:spPr>
        <p:txBody>
          <a:bodyPr lIns="0" tIns="0" rIns="0" bIns="0" anchor="t">
            <a:noAutofit/>
          </a:bodyPr>
          <a:lstStyle/>
          <a:p>
            <a:r>
              <a:rPr lang="de-DE" sz="3190" b="1" dirty="0">
                <a:solidFill>
                  <a:srgbClr val="000000"/>
                </a:solidFill>
                <a:latin typeface="Noto Sans"/>
                <a:cs typeface="Noto Sans"/>
              </a:rPr>
              <a:t>Kursziele</a:t>
            </a:r>
          </a:p>
        </p:txBody>
      </p:sp>
      <p:sp>
        <p:nvSpPr>
          <p:cNvPr id="124" name="Textfeld 123"/>
          <p:cNvSpPr txBox="1"/>
          <p:nvPr/>
        </p:nvSpPr>
        <p:spPr>
          <a:xfrm>
            <a:off x="762120" y="1318320"/>
            <a:ext cx="10668240" cy="228600"/>
          </a:xfrm>
          <a:prstGeom prst="rect">
            <a:avLst/>
          </a:prstGeom>
          <a:noFill/>
          <a:ln w="0">
            <a:noFill/>
          </a:ln>
        </p:spPr>
        <p:txBody>
          <a:bodyPr lIns="0" tIns="0" rIns="0" bIns="0" anchor="t">
            <a:noAutofit/>
          </a:bodyPr>
          <a:lstStyle/>
          <a:p>
            <a:r>
              <a:rPr lang="de-DE" sz="1130" b="1" dirty="0">
                <a:solidFill>
                  <a:srgbClr val="004899"/>
                </a:solidFill>
                <a:latin typeface="Noto Sans"/>
                <a:cs typeface="Noto Sans"/>
              </a:rPr>
              <a:t>UNIT 01 · EINSTIEG</a:t>
            </a:r>
          </a:p>
        </p:txBody>
      </p:sp>
      <p:sp>
        <p:nvSpPr>
          <p:cNvPr id="125" name="Textfeld 12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126" name="Textfeld 125"/>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8</a:t>
            </a:fld>
            <a:endParaRPr lang="en-US" sz="939" b="0" strike="noStrike" spc="-1">
              <a:solidFill>
                <a:srgbClr val="000000"/>
              </a:solidFill>
              <a:latin typeface="Arial"/>
            </a:endParaRPr>
          </a:p>
        </p:txBody>
      </p:sp>
      <p:sp>
        <p:nvSpPr>
          <p:cNvPr id="128" name="Rechteck 127"/>
          <p:cNvSpPr/>
          <p:nvPr/>
        </p:nvSpPr>
        <p:spPr>
          <a:xfrm>
            <a:off x="624600" y="1546920"/>
            <a:ext cx="10896840" cy="4136775"/>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129" name="Textfeld 128"/>
          <p:cNvSpPr txBox="1"/>
          <p:nvPr/>
        </p:nvSpPr>
        <p:spPr>
          <a:xfrm>
            <a:off x="838200" y="1722591"/>
            <a:ext cx="10515600" cy="3961103"/>
          </a:xfrm>
          <a:prstGeom prst="rect">
            <a:avLst/>
          </a:prstGeom>
          <a:noFill/>
          <a:ln w="0">
            <a:noFill/>
          </a:ln>
        </p:spPr>
        <p:txBody>
          <a:bodyPr lIns="0" tIns="0" rIns="0" bIns="0" anchor="t">
            <a:noAutofit/>
          </a:bodyPr>
          <a:lstStyle/>
          <a:p>
            <a:pPr marL="342900" indent="-342900">
              <a:buFont typeface="Arial" panose="020B0604020202020204" pitchFamily="34" charset="0"/>
              <a:buChar char="•"/>
            </a:pPr>
            <a:r>
              <a:rPr lang="de-DE" sz="2350" b="1" strike="noStrike" spc="-1" dirty="0">
                <a:solidFill>
                  <a:srgbClr val="004899"/>
                </a:solidFill>
                <a:latin typeface="Noto Sans"/>
              </a:rPr>
              <a:t>grundlegende Kenntnisse im Umgang mit digitalen, raumbezogenen Daten (Geodaten).</a:t>
            </a:r>
          </a:p>
          <a:p>
            <a:r>
              <a:rPr lang="de-DE" sz="2350" b="1" strike="noStrike" spc="-1" dirty="0">
                <a:solidFill>
                  <a:srgbClr val="004899"/>
                </a:solidFill>
                <a:latin typeface="Noto Sans"/>
              </a:rPr>
              <a:t> </a:t>
            </a:r>
          </a:p>
          <a:p>
            <a:pPr marL="342900" indent="-342900">
              <a:buFont typeface="Arial" panose="020B0604020202020204" pitchFamily="34" charset="0"/>
              <a:buChar char="•"/>
            </a:pPr>
            <a:r>
              <a:rPr lang="de-DE" sz="2350" b="1" strike="noStrike" spc="-1" dirty="0">
                <a:solidFill>
                  <a:srgbClr val="004899"/>
                </a:solidFill>
                <a:latin typeface="Noto Sans"/>
              </a:rPr>
              <a:t>Sie sind in der Lage, Geodaten aus unterschiedlichen Quellen zu recherchieren, deren Qualität und Eignung kritisch zu bewerten, Geodaten zu pflegen und diese für die visuelle Darstellung und Analyse aufzubereiten.</a:t>
            </a:r>
          </a:p>
          <a:p>
            <a:r>
              <a:rPr lang="de-DE" sz="2350" b="1" strike="noStrike" spc="-1" dirty="0">
                <a:solidFill>
                  <a:srgbClr val="004899"/>
                </a:solidFill>
                <a:latin typeface="Noto Sans"/>
              </a:rPr>
              <a:t> </a:t>
            </a:r>
          </a:p>
          <a:p>
            <a:pPr marL="342900" indent="-342900">
              <a:buFont typeface="Arial" panose="020B0604020202020204" pitchFamily="34" charset="0"/>
              <a:buChar char="•"/>
            </a:pPr>
            <a:r>
              <a:rPr lang="de-DE" sz="2350" b="1" strike="noStrike" spc="-1" dirty="0">
                <a:solidFill>
                  <a:srgbClr val="004899"/>
                </a:solidFill>
                <a:latin typeface="Noto Sans"/>
              </a:rPr>
              <a:t>Kenntnis grundlegender Methoden der Analyse und Visualisierung.</a:t>
            </a:r>
            <a:endParaRPr lang="en-US" sz="2350" b="0" strike="noStrike" spc="-1" dirty="0">
              <a:solidFill>
                <a:srgbClr val="000000"/>
              </a:solidFill>
              <a:latin typeface="Arial"/>
            </a:endParaRPr>
          </a:p>
        </p:txBody>
      </p:sp>
    </p:spTree>
    <p:extLst>
      <p:ext uri="{BB962C8B-B14F-4D97-AF65-F5344CB8AC3E}">
        <p14:creationId xmlns:p14="http://schemas.microsoft.com/office/powerpoint/2010/main" val="1305378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Rechteck: abgerundete Ecken 366">
            <a:extLst>
              <a:ext uri="{FF2B5EF4-FFF2-40B4-BE49-F238E27FC236}">
                <a16:creationId xmlns:a16="http://schemas.microsoft.com/office/drawing/2014/main" id="{44102236-0033-362B-D6C1-02183B4E224E}"/>
              </a:ext>
            </a:extLst>
          </p:cNvPr>
          <p:cNvSpPr/>
          <p:nvPr/>
        </p:nvSpPr>
        <p:spPr>
          <a:xfrm>
            <a:off x="7975600" y="5148175"/>
            <a:ext cx="3098800" cy="1654541"/>
          </a:xfrm>
          <a:prstGeom prst="roundRect">
            <a:avLst>
              <a:gd name="adj" fmla="val 7875"/>
            </a:avLst>
          </a:prstGeom>
          <a:solidFill>
            <a:srgbClr val="D4EBF5"/>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15" name="Rechteck: abgerundete Ecken 314">
            <a:extLst>
              <a:ext uri="{FF2B5EF4-FFF2-40B4-BE49-F238E27FC236}">
                <a16:creationId xmlns:a16="http://schemas.microsoft.com/office/drawing/2014/main" id="{8885E2FE-53D6-C59F-D64E-2BF797BAC4AC}"/>
              </a:ext>
            </a:extLst>
          </p:cNvPr>
          <p:cNvSpPr/>
          <p:nvPr/>
        </p:nvSpPr>
        <p:spPr>
          <a:xfrm>
            <a:off x="299438" y="5156200"/>
            <a:ext cx="7676162" cy="1654541"/>
          </a:xfrm>
          <a:prstGeom prst="roundRect">
            <a:avLst>
              <a:gd name="adj" fmla="val 7875"/>
            </a:avLst>
          </a:prstGeom>
          <a:solidFill>
            <a:srgbClr val="D4EBF5"/>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26" name="Textfeld 125"/>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9</a:t>
            </a:fld>
            <a:endParaRPr lang="en-US" sz="939" b="0" strike="noStrike" spc="-1">
              <a:solidFill>
                <a:srgbClr val="000000"/>
              </a:solidFill>
              <a:latin typeface="Arial"/>
            </a:endParaRPr>
          </a:p>
        </p:txBody>
      </p:sp>
      <p:sp>
        <p:nvSpPr>
          <p:cNvPr id="159" name="Rechteck: abgerundete Ecken 158">
            <a:extLst>
              <a:ext uri="{FF2B5EF4-FFF2-40B4-BE49-F238E27FC236}">
                <a16:creationId xmlns:a16="http://schemas.microsoft.com/office/drawing/2014/main" id="{EB364898-74F9-5EB6-BABA-BA6F9905E4F2}"/>
              </a:ext>
            </a:extLst>
          </p:cNvPr>
          <p:cNvSpPr/>
          <p:nvPr/>
        </p:nvSpPr>
        <p:spPr>
          <a:xfrm>
            <a:off x="555059" y="3346013"/>
            <a:ext cx="1245801" cy="848062"/>
          </a:xfrm>
          <a:prstGeom prst="roundRect">
            <a:avLst>
              <a:gd name="adj" fmla="val 15278"/>
            </a:avLst>
          </a:prstGeom>
          <a:solidFill>
            <a:srgbClr val="D9F2D0"/>
          </a:solidFill>
          <a:ln w="38100" cap="flat" cmpd="sng" algn="ctr">
            <a:solidFill>
              <a:srgbClr val="084F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Grundlegende Funktionen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160" name="Rechteck: abgerundete Ecken 159">
            <a:extLst>
              <a:ext uri="{FF2B5EF4-FFF2-40B4-BE49-F238E27FC236}">
                <a16:creationId xmlns:a16="http://schemas.microsoft.com/office/drawing/2014/main" id="{7D967F9D-A7F1-0FDA-94B3-A02B6913BEE3}"/>
              </a:ext>
            </a:extLst>
          </p:cNvPr>
          <p:cNvSpPr/>
          <p:nvPr/>
        </p:nvSpPr>
        <p:spPr>
          <a:xfrm>
            <a:off x="555059" y="2511917"/>
            <a:ext cx="1245801" cy="1184283"/>
          </a:xfrm>
          <a:prstGeom prst="roundRect">
            <a:avLst>
              <a:gd name="adj" fmla="val 15278"/>
            </a:avLst>
          </a:prstGeom>
          <a:solidFill>
            <a:srgbClr val="8DD872"/>
          </a:solidFill>
          <a:ln w="38100" cap="flat" cmpd="sng" algn="ctr">
            <a:solidFill>
              <a:srgbClr val="084F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61" name="Rechteck 160">
            <a:extLst>
              <a:ext uri="{FF2B5EF4-FFF2-40B4-BE49-F238E27FC236}">
                <a16:creationId xmlns:a16="http://schemas.microsoft.com/office/drawing/2014/main" id="{8C585A82-9C1F-5468-E9A7-4BAC8AD63EA6}"/>
              </a:ext>
            </a:extLst>
          </p:cNvPr>
          <p:cNvSpPr/>
          <p:nvPr/>
        </p:nvSpPr>
        <p:spPr>
          <a:xfrm>
            <a:off x="897937" y="2670999"/>
            <a:ext cx="595115" cy="420231"/>
          </a:xfrm>
          <a:prstGeom prst="rect">
            <a:avLst/>
          </a:prstGeom>
          <a:solidFill>
            <a:srgbClr val="9AD2ED"/>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62" name="Grafik 53" descr="Tabelle mit einfarbiger Füllung">
            <a:extLst>
              <a:ext uri="{FF2B5EF4-FFF2-40B4-BE49-F238E27FC236}">
                <a16:creationId xmlns:a16="http://schemas.microsoft.com/office/drawing/2014/main" id="{B33CE857-BC07-D60A-125B-858955E8DD67}"/>
              </a:ext>
            </a:extLst>
          </p:cNvPr>
          <p:cNvSpPr/>
          <p:nvPr/>
        </p:nvSpPr>
        <p:spPr>
          <a:xfrm>
            <a:off x="887872" y="2664920"/>
            <a:ext cx="615245" cy="437836"/>
          </a:xfrm>
          <a:custGeom>
            <a:avLst/>
            <a:gdLst>
              <a:gd name="csX0" fmla="*/ 606866 w 656071"/>
              <a:gd name="csY0" fmla="*/ 147616 h 459250"/>
              <a:gd name="csX1" fmla="*/ 442848 w 656071"/>
              <a:gd name="csY1" fmla="*/ 147616 h 459250"/>
              <a:gd name="csX2" fmla="*/ 442848 w 656071"/>
              <a:gd name="csY2" fmla="*/ 49205 h 459250"/>
              <a:gd name="csX3" fmla="*/ 606866 w 656071"/>
              <a:gd name="csY3" fmla="*/ 49205 h 459250"/>
              <a:gd name="csX4" fmla="*/ 606866 w 656071"/>
              <a:gd name="csY4" fmla="*/ 147616 h 459250"/>
              <a:gd name="csX5" fmla="*/ 606866 w 656071"/>
              <a:gd name="csY5" fmla="*/ 278830 h 459250"/>
              <a:gd name="csX6" fmla="*/ 442848 w 656071"/>
              <a:gd name="csY6" fmla="*/ 278830 h 459250"/>
              <a:gd name="csX7" fmla="*/ 442848 w 656071"/>
              <a:gd name="csY7" fmla="*/ 180420 h 459250"/>
              <a:gd name="csX8" fmla="*/ 606866 w 656071"/>
              <a:gd name="csY8" fmla="*/ 180420 h 459250"/>
              <a:gd name="csX9" fmla="*/ 606866 w 656071"/>
              <a:gd name="csY9" fmla="*/ 278830 h 459250"/>
              <a:gd name="csX10" fmla="*/ 606866 w 656071"/>
              <a:gd name="csY10" fmla="*/ 410045 h 459250"/>
              <a:gd name="csX11" fmla="*/ 442848 w 656071"/>
              <a:gd name="csY11" fmla="*/ 410045 h 459250"/>
              <a:gd name="csX12" fmla="*/ 442848 w 656071"/>
              <a:gd name="csY12" fmla="*/ 311634 h 459250"/>
              <a:gd name="csX13" fmla="*/ 606866 w 656071"/>
              <a:gd name="csY13" fmla="*/ 311634 h 459250"/>
              <a:gd name="csX14" fmla="*/ 606866 w 656071"/>
              <a:gd name="csY14" fmla="*/ 410045 h 459250"/>
              <a:gd name="csX15" fmla="*/ 246027 w 656071"/>
              <a:gd name="csY15" fmla="*/ 410045 h 459250"/>
              <a:gd name="csX16" fmla="*/ 246027 w 656071"/>
              <a:gd name="csY16" fmla="*/ 311634 h 459250"/>
              <a:gd name="csX17" fmla="*/ 410045 w 656071"/>
              <a:gd name="csY17" fmla="*/ 311634 h 459250"/>
              <a:gd name="csX18" fmla="*/ 410045 w 656071"/>
              <a:gd name="csY18" fmla="*/ 410045 h 459250"/>
              <a:gd name="csX19" fmla="*/ 246027 w 656071"/>
              <a:gd name="csY19" fmla="*/ 410045 h 459250"/>
              <a:gd name="csX20" fmla="*/ 49205 w 656071"/>
              <a:gd name="csY20" fmla="*/ 410045 h 459250"/>
              <a:gd name="csX21" fmla="*/ 49205 w 656071"/>
              <a:gd name="csY21" fmla="*/ 311634 h 459250"/>
              <a:gd name="csX22" fmla="*/ 213223 w 656071"/>
              <a:gd name="csY22" fmla="*/ 311634 h 459250"/>
              <a:gd name="csX23" fmla="*/ 213223 w 656071"/>
              <a:gd name="csY23" fmla="*/ 410045 h 459250"/>
              <a:gd name="csX24" fmla="*/ 49205 w 656071"/>
              <a:gd name="csY24" fmla="*/ 410045 h 459250"/>
              <a:gd name="csX25" fmla="*/ 49205 w 656071"/>
              <a:gd name="csY25" fmla="*/ 180420 h 459250"/>
              <a:gd name="csX26" fmla="*/ 213223 w 656071"/>
              <a:gd name="csY26" fmla="*/ 180420 h 459250"/>
              <a:gd name="csX27" fmla="*/ 213223 w 656071"/>
              <a:gd name="csY27" fmla="*/ 278830 h 459250"/>
              <a:gd name="csX28" fmla="*/ 49205 w 656071"/>
              <a:gd name="csY28" fmla="*/ 278830 h 459250"/>
              <a:gd name="csX29" fmla="*/ 49205 w 656071"/>
              <a:gd name="csY29" fmla="*/ 180420 h 459250"/>
              <a:gd name="csX30" fmla="*/ 49205 w 656071"/>
              <a:gd name="csY30" fmla="*/ 49205 h 459250"/>
              <a:gd name="csX31" fmla="*/ 213223 w 656071"/>
              <a:gd name="csY31" fmla="*/ 49205 h 459250"/>
              <a:gd name="csX32" fmla="*/ 213223 w 656071"/>
              <a:gd name="csY32" fmla="*/ 147616 h 459250"/>
              <a:gd name="csX33" fmla="*/ 49205 w 656071"/>
              <a:gd name="csY33" fmla="*/ 147616 h 459250"/>
              <a:gd name="csX34" fmla="*/ 49205 w 656071"/>
              <a:gd name="csY34" fmla="*/ 49205 h 459250"/>
              <a:gd name="csX35" fmla="*/ 410045 w 656071"/>
              <a:gd name="csY35" fmla="*/ 180420 h 459250"/>
              <a:gd name="csX36" fmla="*/ 410045 w 656071"/>
              <a:gd name="csY36" fmla="*/ 278830 h 459250"/>
              <a:gd name="csX37" fmla="*/ 246027 w 656071"/>
              <a:gd name="csY37" fmla="*/ 278830 h 459250"/>
              <a:gd name="csX38" fmla="*/ 246027 w 656071"/>
              <a:gd name="csY38" fmla="*/ 180420 h 459250"/>
              <a:gd name="csX39" fmla="*/ 410045 w 656071"/>
              <a:gd name="csY39" fmla="*/ 180420 h 459250"/>
              <a:gd name="csX40" fmla="*/ 410045 w 656071"/>
              <a:gd name="csY40" fmla="*/ 49205 h 459250"/>
              <a:gd name="csX41" fmla="*/ 410045 w 656071"/>
              <a:gd name="csY41" fmla="*/ 147616 h 459250"/>
              <a:gd name="csX42" fmla="*/ 246027 w 656071"/>
              <a:gd name="csY42" fmla="*/ 147616 h 459250"/>
              <a:gd name="csX43" fmla="*/ 246027 w 656071"/>
              <a:gd name="csY43" fmla="*/ 49205 h 459250"/>
              <a:gd name="csX44" fmla="*/ 410045 w 656071"/>
              <a:gd name="csY44" fmla="*/ 49205 h 459250"/>
              <a:gd name="csX45" fmla="*/ 0 w 656071"/>
              <a:gd name="csY45" fmla="*/ 0 h 459250"/>
              <a:gd name="csX46" fmla="*/ 0 w 656071"/>
              <a:gd name="csY46" fmla="*/ 459250 h 459250"/>
              <a:gd name="csX47" fmla="*/ 656072 w 656071"/>
              <a:gd name="csY47" fmla="*/ 459250 h 459250"/>
              <a:gd name="csX48" fmla="*/ 656072 w 656071"/>
              <a:gd name="csY48" fmla="*/ 0 h 459250"/>
              <a:gd name="csX49" fmla="*/ 0 w 656071"/>
              <a:gd name="csY49" fmla="*/ 0 h 459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656071" h="459250">
                <a:moveTo>
                  <a:pt x="606866" y="147616"/>
                </a:moveTo>
                <a:lnTo>
                  <a:pt x="442848" y="147616"/>
                </a:lnTo>
                <a:lnTo>
                  <a:pt x="442848" y="49205"/>
                </a:lnTo>
                <a:lnTo>
                  <a:pt x="606866" y="49205"/>
                </a:lnTo>
                <a:lnTo>
                  <a:pt x="606866" y="147616"/>
                </a:lnTo>
                <a:close/>
                <a:moveTo>
                  <a:pt x="606866" y="278830"/>
                </a:moveTo>
                <a:lnTo>
                  <a:pt x="442848" y="278830"/>
                </a:lnTo>
                <a:lnTo>
                  <a:pt x="442848" y="180420"/>
                </a:lnTo>
                <a:lnTo>
                  <a:pt x="606866" y="180420"/>
                </a:lnTo>
                <a:lnTo>
                  <a:pt x="606866" y="278830"/>
                </a:lnTo>
                <a:close/>
                <a:moveTo>
                  <a:pt x="606866" y="410045"/>
                </a:moveTo>
                <a:lnTo>
                  <a:pt x="442848" y="410045"/>
                </a:lnTo>
                <a:lnTo>
                  <a:pt x="442848" y="311634"/>
                </a:lnTo>
                <a:lnTo>
                  <a:pt x="606866" y="311634"/>
                </a:lnTo>
                <a:lnTo>
                  <a:pt x="606866" y="410045"/>
                </a:lnTo>
                <a:close/>
                <a:moveTo>
                  <a:pt x="246027" y="410045"/>
                </a:moveTo>
                <a:lnTo>
                  <a:pt x="246027" y="311634"/>
                </a:lnTo>
                <a:lnTo>
                  <a:pt x="410045" y="311634"/>
                </a:lnTo>
                <a:lnTo>
                  <a:pt x="410045" y="410045"/>
                </a:lnTo>
                <a:lnTo>
                  <a:pt x="246027" y="410045"/>
                </a:lnTo>
                <a:close/>
                <a:moveTo>
                  <a:pt x="49205" y="410045"/>
                </a:moveTo>
                <a:lnTo>
                  <a:pt x="49205" y="311634"/>
                </a:lnTo>
                <a:lnTo>
                  <a:pt x="213223" y="311634"/>
                </a:lnTo>
                <a:lnTo>
                  <a:pt x="213223" y="410045"/>
                </a:lnTo>
                <a:lnTo>
                  <a:pt x="49205" y="410045"/>
                </a:lnTo>
                <a:close/>
                <a:moveTo>
                  <a:pt x="49205" y="180420"/>
                </a:moveTo>
                <a:lnTo>
                  <a:pt x="213223" y="180420"/>
                </a:lnTo>
                <a:lnTo>
                  <a:pt x="213223" y="278830"/>
                </a:lnTo>
                <a:lnTo>
                  <a:pt x="49205" y="278830"/>
                </a:lnTo>
                <a:lnTo>
                  <a:pt x="49205" y="180420"/>
                </a:lnTo>
                <a:close/>
                <a:moveTo>
                  <a:pt x="49205" y="49205"/>
                </a:moveTo>
                <a:lnTo>
                  <a:pt x="213223" y="49205"/>
                </a:lnTo>
                <a:lnTo>
                  <a:pt x="213223" y="147616"/>
                </a:lnTo>
                <a:lnTo>
                  <a:pt x="49205" y="147616"/>
                </a:lnTo>
                <a:lnTo>
                  <a:pt x="49205" y="49205"/>
                </a:lnTo>
                <a:close/>
                <a:moveTo>
                  <a:pt x="410045" y="180420"/>
                </a:moveTo>
                <a:lnTo>
                  <a:pt x="410045" y="278830"/>
                </a:lnTo>
                <a:lnTo>
                  <a:pt x="246027" y="278830"/>
                </a:lnTo>
                <a:lnTo>
                  <a:pt x="246027" y="180420"/>
                </a:lnTo>
                <a:lnTo>
                  <a:pt x="410045" y="180420"/>
                </a:lnTo>
                <a:close/>
                <a:moveTo>
                  <a:pt x="410045" y="49205"/>
                </a:moveTo>
                <a:lnTo>
                  <a:pt x="410045" y="147616"/>
                </a:lnTo>
                <a:lnTo>
                  <a:pt x="246027" y="147616"/>
                </a:lnTo>
                <a:lnTo>
                  <a:pt x="246027" y="49205"/>
                </a:lnTo>
                <a:lnTo>
                  <a:pt x="410045" y="49205"/>
                </a:lnTo>
                <a:close/>
                <a:moveTo>
                  <a:pt x="0" y="0"/>
                </a:moveTo>
                <a:lnTo>
                  <a:pt x="0" y="459250"/>
                </a:lnTo>
                <a:lnTo>
                  <a:pt x="656072" y="459250"/>
                </a:lnTo>
                <a:lnTo>
                  <a:pt x="656072" y="0"/>
                </a:lnTo>
                <a:lnTo>
                  <a:pt x="0" y="0"/>
                </a:lnTo>
                <a:close/>
              </a:path>
            </a:pathLst>
          </a:custGeom>
          <a:solidFill>
            <a:srgbClr val="0F9ED5">
              <a:lumMod val="50000"/>
            </a:srgbClr>
          </a:solidFill>
          <a:ln w="8136"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63" name="Rechteck: abgerundete Ecken 162">
            <a:extLst>
              <a:ext uri="{FF2B5EF4-FFF2-40B4-BE49-F238E27FC236}">
                <a16:creationId xmlns:a16="http://schemas.microsoft.com/office/drawing/2014/main" id="{0670A8DF-894B-257C-D287-BDB40F357C5E}"/>
              </a:ext>
            </a:extLst>
          </p:cNvPr>
          <p:cNvSpPr/>
          <p:nvPr/>
        </p:nvSpPr>
        <p:spPr>
          <a:xfrm>
            <a:off x="548327" y="1154470"/>
            <a:ext cx="1245801" cy="1184283"/>
          </a:xfrm>
          <a:prstGeom prst="roundRect">
            <a:avLst>
              <a:gd name="adj" fmla="val 15278"/>
            </a:avLst>
          </a:prstGeom>
          <a:solidFill>
            <a:srgbClr val="FFFF66"/>
          </a:solidFill>
          <a:ln w="38100" cap="flat" cmpd="sng" algn="ctr">
            <a:solidFill>
              <a:srgbClr val="084F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64" name="Textfeld 163">
            <a:extLst>
              <a:ext uri="{FF2B5EF4-FFF2-40B4-BE49-F238E27FC236}">
                <a16:creationId xmlns:a16="http://schemas.microsoft.com/office/drawing/2014/main" id="{A4E20E60-C9F6-5AEA-9AAC-54C571F54E66}"/>
              </a:ext>
            </a:extLst>
          </p:cNvPr>
          <p:cNvSpPr txBox="1"/>
          <p:nvPr/>
        </p:nvSpPr>
        <p:spPr>
          <a:xfrm>
            <a:off x="571254" y="1773859"/>
            <a:ext cx="1209402" cy="528167"/>
          </a:xfrm>
          <a:prstGeom prst="rect">
            <a:avLst/>
          </a:prstGeom>
          <a:noFill/>
        </p:spPr>
        <p:txBody>
          <a:bodyPr wrap="square" rtlCol="0">
            <a:spAutoFit/>
          </a:bodyPr>
          <a:lstStyle/>
          <a:p>
            <a:pPr algn="ctr"/>
            <a:r>
              <a:rPr lang="de-DE" sz="1500" b="1" dirty="0">
                <a:solidFill>
                  <a:prstClr val="black"/>
                </a:solidFill>
                <a:latin typeface="Aptos" panose="02110004020202020204"/>
              </a:rPr>
              <a:t>PC/Daten</a:t>
            </a:r>
          </a:p>
          <a:p>
            <a:pPr algn="ctr"/>
            <a:r>
              <a:rPr lang="de-DE" sz="1500" b="1" dirty="0">
                <a:solidFill>
                  <a:prstClr val="black"/>
                </a:solidFill>
                <a:latin typeface="Aptos" panose="02110004020202020204"/>
              </a:rPr>
              <a:t>Grundlagen</a:t>
            </a:r>
          </a:p>
        </p:txBody>
      </p:sp>
      <p:sp>
        <p:nvSpPr>
          <p:cNvPr id="165" name="Textfeld 164">
            <a:extLst>
              <a:ext uri="{FF2B5EF4-FFF2-40B4-BE49-F238E27FC236}">
                <a16:creationId xmlns:a16="http://schemas.microsoft.com/office/drawing/2014/main" id="{1BCBAA5C-4557-A629-AE1A-DF234320498C}"/>
              </a:ext>
            </a:extLst>
          </p:cNvPr>
          <p:cNvSpPr txBox="1"/>
          <p:nvPr/>
        </p:nvSpPr>
        <p:spPr>
          <a:xfrm>
            <a:off x="606311" y="3129930"/>
            <a:ext cx="1178370" cy="528167"/>
          </a:xfrm>
          <a:prstGeom prst="rect">
            <a:avLst/>
          </a:prstGeom>
          <a:noFill/>
        </p:spPr>
        <p:txBody>
          <a:bodyPr wrap="square" rtlCol="0">
            <a:spAutoFit/>
          </a:bodyPr>
          <a:lstStyle/>
          <a:p>
            <a:pPr algn="ctr"/>
            <a:r>
              <a:rPr lang="de-DE" sz="1500" b="1" dirty="0">
                <a:solidFill>
                  <a:prstClr val="black"/>
                </a:solidFill>
                <a:latin typeface="Aptos" panose="02110004020202020204"/>
              </a:rPr>
              <a:t>Excel</a:t>
            </a:r>
          </a:p>
          <a:p>
            <a:pPr algn="ctr"/>
            <a:r>
              <a:rPr lang="de-DE" sz="1500" b="1" dirty="0">
                <a:solidFill>
                  <a:prstClr val="black"/>
                </a:solidFill>
                <a:latin typeface="Aptos" panose="02110004020202020204"/>
              </a:rPr>
              <a:t>Integration</a:t>
            </a:r>
          </a:p>
        </p:txBody>
      </p:sp>
      <p:sp>
        <p:nvSpPr>
          <p:cNvPr id="166" name="Freihandform: Form 165">
            <a:extLst>
              <a:ext uri="{FF2B5EF4-FFF2-40B4-BE49-F238E27FC236}">
                <a16:creationId xmlns:a16="http://schemas.microsoft.com/office/drawing/2014/main" id="{6FA1AD59-F74D-8EC3-261E-6D79D591BE10}"/>
              </a:ext>
            </a:extLst>
          </p:cNvPr>
          <p:cNvSpPr/>
          <p:nvPr/>
        </p:nvSpPr>
        <p:spPr>
          <a:xfrm>
            <a:off x="917291" y="1302764"/>
            <a:ext cx="520578" cy="426313"/>
          </a:xfrm>
          <a:custGeom>
            <a:avLst/>
            <a:gdLst>
              <a:gd name="csX0" fmla="*/ 158903 w 558954"/>
              <a:gd name="csY0" fmla="*/ 135746 h 423215"/>
              <a:gd name="csX1" fmla="*/ 558954 w 558954"/>
              <a:gd name="csY1" fmla="*/ 135746 h 423215"/>
              <a:gd name="csX2" fmla="*/ 558954 w 558954"/>
              <a:gd name="csY2" fmla="*/ 95821 h 423215"/>
              <a:gd name="csX3" fmla="*/ 527014 w 558954"/>
              <a:gd name="csY3" fmla="*/ 63881 h 423215"/>
              <a:gd name="csX4" fmla="*/ 287462 w 558954"/>
              <a:gd name="csY4" fmla="*/ 63881 h 423215"/>
              <a:gd name="csX5" fmla="*/ 199627 w 558954"/>
              <a:gd name="csY5" fmla="*/ 5590 h 423215"/>
              <a:gd name="csX6" fmla="*/ 182059 w 558954"/>
              <a:gd name="csY6" fmla="*/ 0 h 423215"/>
              <a:gd name="csX7" fmla="*/ 31940 w 558954"/>
              <a:gd name="csY7" fmla="*/ 0 h 423215"/>
              <a:gd name="csX8" fmla="*/ 0 w 558954"/>
              <a:gd name="csY8" fmla="*/ 31940 h 423215"/>
              <a:gd name="csX9" fmla="*/ 0 w 558954"/>
              <a:gd name="csY9" fmla="*/ 423208 h 423215"/>
              <a:gd name="csX10" fmla="*/ 103007 w 558954"/>
              <a:gd name="csY10" fmla="*/ 173276 h 423215"/>
              <a:gd name="csX11" fmla="*/ 158903 w 558954"/>
              <a:gd name="csY11" fmla="*/ 135746 h 42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58954" h="423215">
                <a:moveTo>
                  <a:pt x="158903" y="135746"/>
                </a:moveTo>
                <a:lnTo>
                  <a:pt x="558954" y="135746"/>
                </a:lnTo>
                <a:lnTo>
                  <a:pt x="558954" y="95821"/>
                </a:lnTo>
                <a:cubicBezTo>
                  <a:pt x="558954" y="78254"/>
                  <a:pt x="544581" y="63881"/>
                  <a:pt x="527014" y="63881"/>
                </a:cubicBezTo>
                <a:lnTo>
                  <a:pt x="287462" y="63881"/>
                </a:lnTo>
                <a:lnTo>
                  <a:pt x="199627" y="5590"/>
                </a:lnTo>
                <a:cubicBezTo>
                  <a:pt x="194037" y="2396"/>
                  <a:pt x="188447" y="0"/>
                  <a:pt x="182059" y="0"/>
                </a:cubicBezTo>
                <a:lnTo>
                  <a:pt x="31940" y="0"/>
                </a:lnTo>
                <a:cubicBezTo>
                  <a:pt x="14373" y="0"/>
                  <a:pt x="0" y="14373"/>
                  <a:pt x="0" y="31940"/>
                </a:cubicBezTo>
                <a:lnTo>
                  <a:pt x="0" y="423208"/>
                </a:lnTo>
                <a:cubicBezTo>
                  <a:pt x="0" y="424805"/>
                  <a:pt x="103007" y="173276"/>
                  <a:pt x="103007" y="173276"/>
                </a:cubicBezTo>
                <a:cubicBezTo>
                  <a:pt x="112589" y="150918"/>
                  <a:pt x="134149" y="135746"/>
                  <a:pt x="158903" y="135746"/>
                </a:cubicBezTo>
                <a:close/>
              </a:path>
            </a:pathLst>
          </a:custGeom>
          <a:solidFill>
            <a:srgbClr val="66BAE4"/>
          </a:solidFill>
          <a:ln w="28575" cap="flat">
            <a:solidFill>
              <a:srgbClr val="0F9ED5">
                <a:lumMod val="50000"/>
              </a:srgbClr>
            </a:solid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67" name="Freihandform: Form 166">
            <a:extLst>
              <a:ext uri="{FF2B5EF4-FFF2-40B4-BE49-F238E27FC236}">
                <a16:creationId xmlns:a16="http://schemas.microsoft.com/office/drawing/2014/main" id="{DFBB5374-4285-EA22-D99E-3F98455F6C7F}"/>
              </a:ext>
            </a:extLst>
          </p:cNvPr>
          <p:cNvSpPr/>
          <p:nvPr/>
        </p:nvSpPr>
        <p:spPr>
          <a:xfrm>
            <a:off x="936162" y="1454142"/>
            <a:ext cx="561612" cy="274936"/>
          </a:xfrm>
          <a:custGeom>
            <a:avLst/>
            <a:gdLst>
              <a:gd name="csX0" fmla="*/ 598880 w 598879"/>
              <a:gd name="csY0" fmla="*/ 31940 h 279477"/>
              <a:gd name="csX1" fmla="*/ 570134 w 598879"/>
              <a:gd name="csY1" fmla="*/ 0 h 279477"/>
              <a:gd name="csX2" fmla="*/ 134948 w 598879"/>
              <a:gd name="csY2" fmla="*/ 0 h 279477"/>
              <a:gd name="csX3" fmla="*/ 107798 w 598879"/>
              <a:gd name="csY3" fmla="*/ 17567 h 279477"/>
              <a:gd name="csX4" fmla="*/ 0 w 598879"/>
              <a:gd name="csY4" fmla="*/ 279477 h 279477"/>
              <a:gd name="csX5" fmla="*/ 487089 w 598879"/>
              <a:gd name="csY5" fmla="*/ 279477 h 279477"/>
              <a:gd name="csX6" fmla="*/ 595686 w 598879"/>
              <a:gd name="csY6" fmla="*/ 46313 h 279477"/>
              <a:gd name="csX7" fmla="*/ 598880 w 598879"/>
              <a:gd name="csY7" fmla="*/ 31940 h 279477"/>
              <a:gd name="csX8" fmla="*/ 598880 w 598879"/>
              <a:gd name="csY8" fmla="*/ 31940 h 2794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8879" h="279477">
                <a:moveTo>
                  <a:pt x="598880" y="31940"/>
                </a:moveTo>
                <a:cubicBezTo>
                  <a:pt x="598880" y="15172"/>
                  <a:pt x="586902" y="1597"/>
                  <a:pt x="570134" y="0"/>
                </a:cubicBezTo>
                <a:lnTo>
                  <a:pt x="134948" y="0"/>
                </a:lnTo>
                <a:cubicBezTo>
                  <a:pt x="122970" y="0"/>
                  <a:pt x="112589" y="7187"/>
                  <a:pt x="107798" y="17567"/>
                </a:cubicBezTo>
                <a:lnTo>
                  <a:pt x="0" y="279477"/>
                </a:lnTo>
                <a:lnTo>
                  <a:pt x="487089" y="279477"/>
                </a:lnTo>
                <a:lnTo>
                  <a:pt x="595686" y="46313"/>
                </a:lnTo>
                <a:cubicBezTo>
                  <a:pt x="598081" y="41522"/>
                  <a:pt x="598880" y="36731"/>
                  <a:pt x="598880" y="31940"/>
                </a:cubicBezTo>
                <a:lnTo>
                  <a:pt x="598880" y="31940"/>
                </a:lnTo>
                <a:close/>
              </a:path>
            </a:pathLst>
          </a:custGeom>
          <a:solidFill>
            <a:srgbClr val="9AD2ED"/>
          </a:solidFill>
          <a:ln w="28575" cap="flat">
            <a:solidFill>
              <a:srgbClr val="0F9ED5">
                <a:lumMod val="50000"/>
              </a:srgbClr>
            </a:solid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68" name="Textfeld 167">
            <a:extLst>
              <a:ext uri="{FF2B5EF4-FFF2-40B4-BE49-F238E27FC236}">
                <a16:creationId xmlns:a16="http://schemas.microsoft.com/office/drawing/2014/main" id="{53937E1C-6887-F2B7-5526-C15A59C6FAF8}"/>
              </a:ext>
            </a:extLst>
          </p:cNvPr>
          <p:cNvSpPr txBox="1"/>
          <p:nvPr/>
        </p:nvSpPr>
        <p:spPr>
          <a:xfrm>
            <a:off x="670123" y="2633534"/>
            <a:ext cx="541770" cy="645536"/>
          </a:xfrm>
          <a:prstGeom prst="rect">
            <a:avLst/>
          </a:prstGeom>
          <a:noFill/>
        </p:spPr>
        <p:txBody>
          <a:bodyPr wrap="square" rtlCol="0">
            <a:spAutoFit/>
          </a:bodyPr>
          <a:lstStyle/>
          <a:p>
            <a:r>
              <a:rPr lang="de-DE" sz="3800" b="1" dirty="0">
                <a:solidFill>
                  <a:srgbClr val="66BAE4"/>
                </a:solidFill>
                <a:latin typeface="Aptos" panose="02110004020202020204"/>
              </a:rPr>
              <a:t>X</a:t>
            </a:r>
          </a:p>
        </p:txBody>
      </p:sp>
      <p:sp>
        <p:nvSpPr>
          <p:cNvPr id="169" name="Rechteck: abgerundete Ecken 168">
            <a:extLst>
              <a:ext uri="{FF2B5EF4-FFF2-40B4-BE49-F238E27FC236}">
                <a16:creationId xmlns:a16="http://schemas.microsoft.com/office/drawing/2014/main" id="{86531D78-0842-DBE2-8365-324DF74B0345}"/>
              </a:ext>
            </a:extLst>
          </p:cNvPr>
          <p:cNvSpPr/>
          <p:nvPr/>
        </p:nvSpPr>
        <p:spPr>
          <a:xfrm>
            <a:off x="4922487" y="1154471"/>
            <a:ext cx="1245801" cy="1184283"/>
          </a:xfrm>
          <a:prstGeom prst="roundRect">
            <a:avLst>
              <a:gd name="adj" fmla="val 15278"/>
            </a:avLst>
          </a:prstGeom>
          <a:solidFill>
            <a:sysClr val="window" lastClr="FFFFFF"/>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70" name="Textfeld 169">
            <a:extLst>
              <a:ext uri="{FF2B5EF4-FFF2-40B4-BE49-F238E27FC236}">
                <a16:creationId xmlns:a16="http://schemas.microsoft.com/office/drawing/2014/main" id="{4D4AA888-0474-B2BB-E12E-0F20930B34BD}"/>
              </a:ext>
            </a:extLst>
          </p:cNvPr>
          <p:cNvSpPr txBox="1"/>
          <p:nvPr/>
        </p:nvSpPr>
        <p:spPr>
          <a:xfrm>
            <a:off x="4956203" y="1772484"/>
            <a:ext cx="1178370" cy="528167"/>
          </a:xfrm>
          <a:prstGeom prst="rect">
            <a:avLst/>
          </a:prstGeom>
          <a:noFill/>
        </p:spPr>
        <p:txBody>
          <a:bodyPr wrap="square" rtlCol="0">
            <a:spAutoFit/>
          </a:bodyPr>
          <a:lstStyle/>
          <a:p>
            <a:pPr algn="ctr"/>
            <a:r>
              <a:rPr lang="de-DE" sz="1500" b="1" dirty="0">
                <a:solidFill>
                  <a:prstClr val="black"/>
                </a:solidFill>
                <a:latin typeface="Aptos" panose="02110004020202020204"/>
              </a:rPr>
              <a:t>Fair</a:t>
            </a:r>
          </a:p>
          <a:p>
            <a:pPr algn="ctr"/>
            <a:r>
              <a:rPr lang="de-DE" sz="1500" b="1" dirty="0">
                <a:solidFill>
                  <a:prstClr val="black"/>
                </a:solidFill>
                <a:latin typeface="Aptos" panose="02110004020202020204"/>
              </a:rPr>
              <a:t>Prinzipien</a:t>
            </a:r>
          </a:p>
        </p:txBody>
      </p:sp>
      <p:sp>
        <p:nvSpPr>
          <p:cNvPr id="171" name="Rechteck 170">
            <a:extLst>
              <a:ext uri="{FF2B5EF4-FFF2-40B4-BE49-F238E27FC236}">
                <a16:creationId xmlns:a16="http://schemas.microsoft.com/office/drawing/2014/main" id="{A2FD383B-B524-FADE-9026-46285F478203}"/>
              </a:ext>
            </a:extLst>
          </p:cNvPr>
          <p:cNvSpPr/>
          <p:nvPr/>
        </p:nvSpPr>
        <p:spPr>
          <a:xfrm>
            <a:off x="5372115" y="4211912"/>
            <a:ext cx="346545" cy="418314"/>
          </a:xfrm>
          <a:prstGeom prst="rect">
            <a:avLst/>
          </a:prstGeom>
          <a:solidFill>
            <a:srgbClr val="9AD2ED"/>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72" name="Freihandform: Form 171">
            <a:extLst>
              <a:ext uri="{FF2B5EF4-FFF2-40B4-BE49-F238E27FC236}">
                <a16:creationId xmlns:a16="http://schemas.microsoft.com/office/drawing/2014/main" id="{DFBA026D-7F22-C364-0E3E-E39784F30673}"/>
              </a:ext>
            </a:extLst>
          </p:cNvPr>
          <p:cNvSpPr/>
          <p:nvPr/>
        </p:nvSpPr>
        <p:spPr>
          <a:xfrm>
            <a:off x="5364884" y="1620297"/>
            <a:ext cx="168348" cy="190302"/>
          </a:xfrm>
          <a:custGeom>
            <a:avLst/>
            <a:gdLst>
              <a:gd name="csX0" fmla="*/ 139986 w 179519"/>
              <a:gd name="csY0" fmla="*/ 33052 h 199609"/>
              <a:gd name="csX1" fmla="*/ 114063 w 179519"/>
              <a:gd name="csY1" fmla="*/ 27868 h 199609"/>
              <a:gd name="csX2" fmla="*/ 80362 w 179519"/>
              <a:gd name="csY2" fmla="*/ 648 h 199609"/>
              <a:gd name="csX3" fmla="*/ 77770 w 179519"/>
              <a:gd name="csY3" fmla="*/ 0 h 199609"/>
              <a:gd name="csX4" fmla="*/ 0 w 179519"/>
              <a:gd name="csY4" fmla="*/ 152948 h 199609"/>
              <a:gd name="csX5" fmla="*/ 65457 w 179519"/>
              <a:gd name="csY5" fmla="*/ 138042 h 199609"/>
              <a:gd name="csX6" fmla="*/ 98509 w 179519"/>
              <a:gd name="csY6" fmla="*/ 199610 h 199609"/>
              <a:gd name="csX7" fmla="*/ 179519 w 179519"/>
              <a:gd name="csY7" fmla="*/ 41477 h 199609"/>
              <a:gd name="csX8" fmla="*/ 153596 w 179519"/>
              <a:gd name="csY8" fmla="*/ 31756 h 199609"/>
              <a:gd name="csX9" fmla="*/ 139986 w 179519"/>
              <a:gd name="csY9" fmla="*/ 33052 h 1996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9519" h="199609">
                <a:moveTo>
                  <a:pt x="139986" y="33052"/>
                </a:moveTo>
                <a:cubicBezTo>
                  <a:pt x="130913" y="33052"/>
                  <a:pt x="122488" y="31108"/>
                  <a:pt x="114063" y="27868"/>
                </a:cubicBezTo>
                <a:cubicBezTo>
                  <a:pt x="100453" y="22683"/>
                  <a:pt x="88788" y="12962"/>
                  <a:pt x="80362" y="648"/>
                </a:cubicBezTo>
                <a:cubicBezTo>
                  <a:pt x="79714" y="648"/>
                  <a:pt x="78418" y="0"/>
                  <a:pt x="77770" y="0"/>
                </a:cubicBezTo>
                <a:lnTo>
                  <a:pt x="0" y="152948"/>
                </a:lnTo>
                <a:lnTo>
                  <a:pt x="65457" y="138042"/>
                </a:lnTo>
                <a:lnTo>
                  <a:pt x="98509" y="199610"/>
                </a:lnTo>
                <a:lnTo>
                  <a:pt x="179519" y="41477"/>
                </a:lnTo>
                <a:cubicBezTo>
                  <a:pt x="170446" y="40181"/>
                  <a:pt x="161373" y="36293"/>
                  <a:pt x="153596" y="31756"/>
                </a:cubicBezTo>
                <a:cubicBezTo>
                  <a:pt x="149059" y="32404"/>
                  <a:pt x="144523" y="33052"/>
                  <a:pt x="139986" y="33052"/>
                </a:cubicBezTo>
                <a:close/>
              </a:path>
            </a:pathLst>
          </a:custGeom>
          <a:solidFill>
            <a:srgbClr val="66BAE4"/>
          </a:solidFill>
          <a:ln w="6449" cap="flat">
            <a:noFill/>
            <a:prstDash val="solid"/>
            <a:miter/>
          </a:ln>
        </p:spPr>
        <p:txBody>
          <a:bodyPr/>
          <a:lstStyle/>
          <a:p>
            <a:endParaRPr lang="de-DE">
              <a:solidFill>
                <a:prstClr val="black"/>
              </a:solidFill>
              <a:latin typeface="Aptos" panose="02110004020202020204"/>
            </a:endParaRPr>
          </a:p>
        </p:txBody>
      </p:sp>
      <p:sp>
        <p:nvSpPr>
          <p:cNvPr id="173" name="Freihandform: Form 172">
            <a:extLst>
              <a:ext uri="{FF2B5EF4-FFF2-40B4-BE49-F238E27FC236}">
                <a16:creationId xmlns:a16="http://schemas.microsoft.com/office/drawing/2014/main" id="{1FDED202-905F-AAF6-D530-595C797E3143}"/>
              </a:ext>
            </a:extLst>
          </p:cNvPr>
          <p:cNvSpPr/>
          <p:nvPr/>
        </p:nvSpPr>
        <p:spPr>
          <a:xfrm>
            <a:off x="5552073" y="1624004"/>
            <a:ext cx="173818" cy="182887"/>
          </a:xfrm>
          <a:custGeom>
            <a:avLst/>
            <a:gdLst>
              <a:gd name="csX0" fmla="*/ 75826 w 185352"/>
              <a:gd name="csY0" fmla="*/ 20739 h 191832"/>
              <a:gd name="csX1" fmla="*/ 47310 w 185352"/>
              <a:gd name="csY1" fmla="*/ 26571 h 191832"/>
              <a:gd name="csX2" fmla="*/ 32404 w 185352"/>
              <a:gd name="csY2" fmla="*/ 25275 h 191832"/>
              <a:gd name="csX3" fmla="*/ 0 w 185352"/>
              <a:gd name="csY3" fmla="*/ 37589 h 191832"/>
              <a:gd name="csX4" fmla="*/ 85547 w 185352"/>
              <a:gd name="csY4" fmla="*/ 191833 h 191832"/>
              <a:gd name="csX5" fmla="*/ 119248 w 185352"/>
              <a:gd name="csY5" fmla="*/ 136746 h 191832"/>
              <a:gd name="csX6" fmla="*/ 185352 w 185352"/>
              <a:gd name="csY6" fmla="*/ 147763 h 191832"/>
              <a:gd name="csX7" fmla="*/ 103045 w 185352"/>
              <a:gd name="csY7" fmla="*/ 0 h 191832"/>
              <a:gd name="csX8" fmla="*/ 75826 w 185352"/>
              <a:gd name="csY8" fmla="*/ 20739 h 1918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5352" h="191832">
                <a:moveTo>
                  <a:pt x="75826" y="20739"/>
                </a:moveTo>
                <a:cubicBezTo>
                  <a:pt x="66753" y="24627"/>
                  <a:pt x="57031" y="26571"/>
                  <a:pt x="47310" y="26571"/>
                </a:cubicBezTo>
                <a:cubicBezTo>
                  <a:pt x="42125" y="26571"/>
                  <a:pt x="37589" y="25923"/>
                  <a:pt x="32404" y="25275"/>
                </a:cubicBezTo>
                <a:cubicBezTo>
                  <a:pt x="22683" y="31756"/>
                  <a:pt x="11666" y="36293"/>
                  <a:pt x="0" y="37589"/>
                </a:cubicBezTo>
                <a:lnTo>
                  <a:pt x="85547" y="191833"/>
                </a:lnTo>
                <a:lnTo>
                  <a:pt x="119248" y="136746"/>
                </a:lnTo>
                <a:lnTo>
                  <a:pt x="185352" y="147763"/>
                </a:lnTo>
                <a:lnTo>
                  <a:pt x="103045" y="0"/>
                </a:lnTo>
                <a:cubicBezTo>
                  <a:pt x="95916" y="9073"/>
                  <a:pt x="86843" y="16202"/>
                  <a:pt x="75826" y="20739"/>
                </a:cubicBezTo>
                <a:close/>
              </a:path>
            </a:pathLst>
          </a:custGeom>
          <a:solidFill>
            <a:srgbClr val="66BAE4"/>
          </a:solidFill>
          <a:ln w="6449" cap="flat">
            <a:noFill/>
            <a:prstDash val="solid"/>
            <a:miter/>
          </a:ln>
        </p:spPr>
        <p:txBody>
          <a:bodyPr/>
          <a:lstStyle/>
          <a:p>
            <a:endParaRPr lang="de-DE">
              <a:solidFill>
                <a:prstClr val="black"/>
              </a:solidFill>
              <a:latin typeface="Aptos" panose="02110004020202020204"/>
            </a:endParaRPr>
          </a:p>
        </p:txBody>
      </p:sp>
      <p:sp>
        <p:nvSpPr>
          <p:cNvPr id="174" name="Ellipse 173">
            <a:extLst>
              <a:ext uri="{FF2B5EF4-FFF2-40B4-BE49-F238E27FC236}">
                <a16:creationId xmlns:a16="http://schemas.microsoft.com/office/drawing/2014/main" id="{E6EBA895-FB5C-5C7B-031E-635F06E85879}"/>
              </a:ext>
            </a:extLst>
          </p:cNvPr>
          <p:cNvSpPr/>
          <p:nvPr/>
        </p:nvSpPr>
        <p:spPr>
          <a:xfrm>
            <a:off x="5433168" y="1340098"/>
            <a:ext cx="234789" cy="238695"/>
          </a:xfrm>
          <a:prstGeom prst="ellipse">
            <a:avLst/>
          </a:prstGeom>
          <a:solidFill>
            <a:srgbClr val="9AD2ED"/>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75" name="Freihandform: Form 174">
            <a:extLst>
              <a:ext uri="{FF2B5EF4-FFF2-40B4-BE49-F238E27FC236}">
                <a16:creationId xmlns:a16="http://schemas.microsoft.com/office/drawing/2014/main" id="{BCE4FE87-0EE9-FDDA-2F11-C8D1001A62FF}"/>
              </a:ext>
            </a:extLst>
          </p:cNvPr>
          <p:cNvSpPr/>
          <p:nvPr/>
        </p:nvSpPr>
        <p:spPr>
          <a:xfrm>
            <a:off x="5367316" y="1280471"/>
            <a:ext cx="353714" cy="359598"/>
          </a:xfrm>
          <a:custGeom>
            <a:avLst/>
            <a:gdLst>
              <a:gd name="csX0" fmla="*/ 186000 w 377185"/>
              <a:gd name="csY0" fmla="*/ 300711 h 377185"/>
              <a:gd name="csX1" fmla="*/ 73882 w 377185"/>
              <a:gd name="csY1" fmla="*/ 188593 h 377185"/>
              <a:gd name="csX2" fmla="*/ 186000 w 377185"/>
              <a:gd name="csY2" fmla="*/ 76474 h 377185"/>
              <a:gd name="csX3" fmla="*/ 298119 w 377185"/>
              <a:gd name="csY3" fmla="*/ 188593 h 377185"/>
              <a:gd name="csX4" fmla="*/ 186000 w 377185"/>
              <a:gd name="csY4" fmla="*/ 300711 h 377185"/>
              <a:gd name="csX5" fmla="*/ 377185 w 377185"/>
              <a:gd name="csY5" fmla="*/ 188593 h 377185"/>
              <a:gd name="csX6" fmla="*/ 361631 w 377185"/>
              <a:gd name="csY6" fmla="*/ 152300 h 377185"/>
              <a:gd name="csX7" fmla="*/ 361631 w 377185"/>
              <a:gd name="csY7" fmla="*/ 112767 h 377185"/>
              <a:gd name="csX8" fmla="*/ 336356 w 377185"/>
              <a:gd name="csY8" fmla="*/ 87491 h 377185"/>
              <a:gd name="csX9" fmla="*/ 322098 w 377185"/>
              <a:gd name="csY9" fmla="*/ 55087 h 377185"/>
              <a:gd name="csX10" fmla="*/ 285157 w 377185"/>
              <a:gd name="csY10" fmla="*/ 40829 h 377185"/>
              <a:gd name="csX11" fmla="*/ 257290 w 377185"/>
              <a:gd name="csY11" fmla="*/ 12962 h 377185"/>
              <a:gd name="csX12" fmla="*/ 221645 w 377185"/>
              <a:gd name="csY12" fmla="*/ 12962 h 377185"/>
              <a:gd name="csX13" fmla="*/ 188593 w 377185"/>
              <a:gd name="csY13" fmla="*/ 0 h 377185"/>
              <a:gd name="csX14" fmla="*/ 152300 w 377185"/>
              <a:gd name="csY14" fmla="*/ 15554 h 377185"/>
              <a:gd name="csX15" fmla="*/ 112767 w 377185"/>
              <a:gd name="csY15" fmla="*/ 15554 h 377185"/>
              <a:gd name="csX16" fmla="*/ 87491 w 377185"/>
              <a:gd name="csY16" fmla="*/ 40829 h 377185"/>
              <a:gd name="csX17" fmla="*/ 55087 w 377185"/>
              <a:gd name="csY17" fmla="*/ 55087 h 377185"/>
              <a:gd name="csX18" fmla="*/ 40829 w 377185"/>
              <a:gd name="csY18" fmla="*/ 92028 h 377185"/>
              <a:gd name="csX19" fmla="*/ 12962 w 377185"/>
              <a:gd name="csY19" fmla="*/ 119896 h 377185"/>
              <a:gd name="csX20" fmla="*/ 12962 w 377185"/>
              <a:gd name="csY20" fmla="*/ 155540 h 377185"/>
              <a:gd name="csX21" fmla="*/ 0 w 377185"/>
              <a:gd name="csY21" fmla="*/ 188593 h 377185"/>
              <a:gd name="csX22" fmla="*/ 15554 w 377185"/>
              <a:gd name="csY22" fmla="*/ 224885 h 377185"/>
              <a:gd name="csX23" fmla="*/ 15554 w 377185"/>
              <a:gd name="csY23" fmla="*/ 264418 h 377185"/>
              <a:gd name="csX24" fmla="*/ 40829 w 377185"/>
              <a:gd name="csY24" fmla="*/ 289694 h 377185"/>
              <a:gd name="csX25" fmla="*/ 55087 w 377185"/>
              <a:gd name="csY25" fmla="*/ 322098 h 377185"/>
              <a:gd name="csX26" fmla="*/ 92028 w 377185"/>
              <a:gd name="csY26" fmla="*/ 336356 h 377185"/>
              <a:gd name="csX27" fmla="*/ 119896 w 377185"/>
              <a:gd name="csY27" fmla="*/ 364223 h 377185"/>
              <a:gd name="csX28" fmla="*/ 155540 w 377185"/>
              <a:gd name="csY28" fmla="*/ 364223 h 377185"/>
              <a:gd name="csX29" fmla="*/ 188593 w 377185"/>
              <a:gd name="csY29" fmla="*/ 377185 h 377185"/>
              <a:gd name="csX30" fmla="*/ 224885 w 377185"/>
              <a:gd name="csY30" fmla="*/ 361631 h 377185"/>
              <a:gd name="csX31" fmla="*/ 264418 w 377185"/>
              <a:gd name="csY31" fmla="*/ 361631 h 377185"/>
              <a:gd name="csX32" fmla="*/ 289694 w 377185"/>
              <a:gd name="csY32" fmla="*/ 336356 h 377185"/>
              <a:gd name="csX33" fmla="*/ 322098 w 377185"/>
              <a:gd name="csY33" fmla="*/ 322098 h 377185"/>
              <a:gd name="csX34" fmla="*/ 336356 w 377185"/>
              <a:gd name="csY34" fmla="*/ 285157 h 377185"/>
              <a:gd name="csX35" fmla="*/ 364223 w 377185"/>
              <a:gd name="csY35" fmla="*/ 257290 h 377185"/>
              <a:gd name="csX36" fmla="*/ 364223 w 377185"/>
              <a:gd name="csY36" fmla="*/ 221645 h 377185"/>
              <a:gd name="csX37" fmla="*/ 377185 w 377185"/>
              <a:gd name="csY37" fmla="*/ 188593 h 377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77185" h="377185">
                <a:moveTo>
                  <a:pt x="186000" y="300711"/>
                </a:moveTo>
                <a:cubicBezTo>
                  <a:pt x="124432" y="300711"/>
                  <a:pt x="73882" y="250809"/>
                  <a:pt x="73882" y="188593"/>
                </a:cubicBezTo>
                <a:cubicBezTo>
                  <a:pt x="73882" y="126376"/>
                  <a:pt x="124432" y="76474"/>
                  <a:pt x="186000" y="76474"/>
                </a:cubicBezTo>
                <a:cubicBezTo>
                  <a:pt x="247568" y="76474"/>
                  <a:pt x="298119" y="126376"/>
                  <a:pt x="298119" y="188593"/>
                </a:cubicBezTo>
                <a:cubicBezTo>
                  <a:pt x="298119" y="250809"/>
                  <a:pt x="247568" y="300711"/>
                  <a:pt x="186000" y="300711"/>
                </a:cubicBezTo>
                <a:close/>
                <a:moveTo>
                  <a:pt x="377185" y="188593"/>
                </a:moveTo>
                <a:cubicBezTo>
                  <a:pt x="377185" y="174335"/>
                  <a:pt x="371352" y="161373"/>
                  <a:pt x="361631" y="152300"/>
                </a:cubicBezTo>
                <a:cubicBezTo>
                  <a:pt x="366816" y="139986"/>
                  <a:pt x="367464" y="125728"/>
                  <a:pt x="361631" y="112767"/>
                </a:cubicBezTo>
                <a:cubicBezTo>
                  <a:pt x="356446" y="101101"/>
                  <a:pt x="347373" y="92028"/>
                  <a:pt x="336356" y="87491"/>
                </a:cubicBezTo>
                <a:cubicBezTo>
                  <a:pt x="335708" y="75826"/>
                  <a:pt x="331171" y="64160"/>
                  <a:pt x="322098" y="55087"/>
                </a:cubicBezTo>
                <a:cubicBezTo>
                  <a:pt x="311729" y="44718"/>
                  <a:pt x="298767" y="40181"/>
                  <a:pt x="285157" y="40829"/>
                </a:cubicBezTo>
                <a:cubicBezTo>
                  <a:pt x="280621" y="28516"/>
                  <a:pt x="270899" y="18146"/>
                  <a:pt x="257290" y="12962"/>
                </a:cubicBezTo>
                <a:cubicBezTo>
                  <a:pt x="245624" y="8425"/>
                  <a:pt x="232662" y="8425"/>
                  <a:pt x="221645" y="12962"/>
                </a:cubicBezTo>
                <a:cubicBezTo>
                  <a:pt x="212572" y="5185"/>
                  <a:pt x="201554" y="0"/>
                  <a:pt x="188593" y="0"/>
                </a:cubicBezTo>
                <a:cubicBezTo>
                  <a:pt x="174335" y="0"/>
                  <a:pt x="161373" y="5833"/>
                  <a:pt x="152300" y="15554"/>
                </a:cubicBezTo>
                <a:cubicBezTo>
                  <a:pt x="139986" y="10369"/>
                  <a:pt x="125728" y="9721"/>
                  <a:pt x="112767" y="15554"/>
                </a:cubicBezTo>
                <a:cubicBezTo>
                  <a:pt x="101101" y="20739"/>
                  <a:pt x="92028" y="29812"/>
                  <a:pt x="87491" y="40829"/>
                </a:cubicBezTo>
                <a:cubicBezTo>
                  <a:pt x="75826" y="41477"/>
                  <a:pt x="64160" y="46014"/>
                  <a:pt x="55087" y="55087"/>
                </a:cubicBezTo>
                <a:cubicBezTo>
                  <a:pt x="44718" y="65457"/>
                  <a:pt x="40181" y="78418"/>
                  <a:pt x="40829" y="92028"/>
                </a:cubicBezTo>
                <a:cubicBezTo>
                  <a:pt x="28516" y="96565"/>
                  <a:pt x="18146" y="106286"/>
                  <a:pt x="12962" y="119896"/>
                </a:cubicBezTo>
                <a:cubicBezTo>
                  <a:pt x="8425" y="131561"/>
                  <a:pt x="8425" y="144523"/>
                  <a:pt x="12962" y="155540"/>
                </a:cubicBezTo>
                <a:cubicBezTo>
                  <a:pt x="5185" y="164613"/>
                  <a:pt x="0" y="175631"/>
                  <a:pt x="0" y="188593"/>
                </a:cubicBezTo>
                <a:cubicBezTo>
                  <a:pt x="0" y="202850"/>
                  <a:pt x="5833" y="215812"/>
                  <a:pt x="15554" y="224885"/>
                </a:cubicBezTo>
                <a:cubicBezTo>
                  <a:pt x="10369" y="237199"/>
                  <a:pt x="9721" y="251457"/>
                  <a:pt x="15554" y="264418"/>
                </a:cubicBezTo>
                <a:cubicBezTo>
                  <a:pt x="20739" y="276084"/>
                  <a:pt x="29812" y="285157"/>
                  <a:pt x="40829" y="289694"/>
                </a:cubicBezTo>
                <a:cubicBezTo>
                  <a:pt x="41477" y="301359"/>
                  <a:pt x="46014" y="313025"/>
                  <a:pt x="55087" y="322098"/>
                </a:cubicBezTo>
                <a:cubicBezTo>
                  <a:pt x="65457" y="332467"/>
                  <a:pt x="78418" y="337004"/>
                  <a:pt x="92028" y="336356"/>
                </a:cubicBezTo>
                <a:cubicBezTo>
                  <a:pt x="96565" y="348669"/>
                  <a:pt x="106286" y="359039"/>
                  <a:pt x="119896" y="364223"/>
                </a:cubicBezTo>
                <a:cubicBezTo>
                  <a:pt x="131561" y="368760"/>
                  <a:pt x="144523" y="368760"/>
                  <a:pt x="155540" y="364223"/>
                </a:cubicBezTo>
                <a:cubicBezTo>
                  <a:pt x="164613" y="372000"/>
                  <a:pt x="175631" y="377185"/>
                  <a:pt x="188593" y="377185"/>
                </a:cubicBezTo>
                <a:cubicBezTo>
                  <a:pt x="202850" y="377185"/>
                  <a:pt x="215812" y="371352"/>
                  <a:pt x="224885" y="361631"/>
                </a:cubicBezTo>
                <a:cubicBezTo>
                  <a:pt x="237199" y="366816"/>
                  <a:pt x="251457" y="367464"/>
                  <a:pt x="264418" y="361631"/>
                </a:cubicBezTo>
                <a:cubicBezTo>
                  <a:pt x="276084" y="356446"/>
                  <a:pt x="285157" y="347373"/>
                  <a:pt x="289694" y="336356"/>
                </a:cubicBezTo>
                <a:cubicBezTo>
                  <a:pt x="301359" y="335708"/>
                  <a:pt x="313025" y="331171"/>
                  <a:pt x="322098" y="322098"/>
                </a:cubicBezTo>
                <a:cubicBezTo>
                  <a:pt x="332467" y="311729"/>
                  <a:pt x="337004" y="298767"/>
                  <a:pt x="336356" y="285157"/>
                </a:cubicBezTo>
                <a:cubicBezTo>
                  <a:pt x="348669" y="280621"/>
                  <a:pt x="359039" y="270899"/>
                  <a:pt x="364223" y="257290"/>
                </a:cubicBezTo>
                <a:cubicBezTo>
                  <a:pt x="368760" y="245624"/>
                  <a:pt x="368760" y="232662"/>
                  <a:pt x="364223" y="221645"/>
                </a:cubicBezTo>
                <a:cubicBezTo>
                  <a:pt x="372000" y="213220"/>
                  <a:pt x="377185" y="201554"/>
                  <a:pt x="377185" y="188593"/>
                </a:cubicBezTo>
                <a:close/>
              </a:path>
            </a:pathLst>
          </a:custGeom>
          <a:solidFill>
            <a:srgbClr val="0F9ED5">
              <a:lumMod val="50000"/>
            </a:srgbClr>
          </a:solidFill>
          <a:ln w="6449"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76" name="Rechteck: abgerundete Ecken 175">
            <a:extLst>
              <a:ext uri="{FF2B5EF4-FFF2-40B4-BE49-F238E27FC236}">
                <a16:creationId xmlns:a16="http://schemas.microsoft.com/office/drawing/2014/main" id="{AEE93613-CBE4-C2F3-14EA-0584007128C4}"/>
              </a:ext>
            </a:extLst>
          </p:cNvPr>
          <p:cNvSpPr/>
          <p:nvPr/>
        </p:nvSpPr>
        <p:spPr>
          <a:xfrm>
            <a:off x="299437" y="580149"/>
            <a:ext cx="1750313" cy="408891"/>
          </a:xfrm>
          <a:prstGeom prst="roundRect">
            <a:avLst>
              <a:gd name="adj" fmla="val 50000"/>
            </a:avLst>
          </a:prstGeom>
          <a:solidFill>
            <a:srgbClr val="156082"/>
          </a:solidFill>
          <a:ln w="38100" cap="flat" cmpd="sng" algn="ctr">
            <a:solidFill>
              <a:srgbClr val="084F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600" b="1" i="0" u="none" strike="noStrike" kern="0" cap="none" spc="0" normalizeH="0" baseline="0" noProof="0" dirty="0">
                <a:ln>
                  <a:noFill/>
                </a:ln>
                <a:solidFill>
                  <a:prstClr val="white"/>
                </a:solidFill>
                <a:effectLst/>
                <a:uLnTx/>
                <a:uFillTx/>
                <a:latin typeface="Aptos" panose="02110004020202020204"/>
                <a:ea typeface="+mn-ea"/>
                <a:cs typeface="+mn-cs"/>
              </a:rPr>
              <a:t>Einheit 01 &amp; 02</a:t>
            </a:r>
          </a:p>
        </p:txBody>
      </p:sp>
      <p:sp>
        <p:nvSpPr>
          <p:cNvPr id="177" name="Rechteck: abgerundete Ecken 176">
            <a:extLst>
              <a:ext uri="{FF2B5EF4-FFF2-40B4-BE49-F238E27FC236}">
                <a16:creationId xmlns:a16="http://schemas.microsoft.com/office/drawing/2014/main" id="{E7D23AF8-92E5-3AB7-0C43-E2557B48F1F1}"/>
              </a:ext>
            </a:extLst>
          </p:cNvPr>
          <p:cNvSpPr/>
          <p:nvPr/>
        </p:nvSpPr>
        <p:spPr>
          <a:xfrm>
            <a:off x="2485466" y="580149"/>
            <a:ext cx="1750313" cy="408891"/>
          </a:xfrm>
          <a:prstGeom prst="roundRect">
            <a:avLst>
              <a:gd name="adj" fmla="val 50000"/>
            </a:avLst>
          </a:prstGeom>
          <a:solidFill>
            <a:srgbClr val="156082"/>
          </a:solidFill>
          <a:ln w="38100" cap="flat" cmpd="sng" algn="ctr">
            <a:solidFill>
              <a:srgbClr val="084F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600" b="1" i="0" u="none" strike="noStrike" kern="0" cap="none" spc="0" normalizeH="0" baseline="0" noProof="0" dirty="0">
                <a:ln>
                  <a:noFill/>
                </a:ln>
                <a:solidFill>
                  <a:prstClr val="white"/>
                </a:solidFill>
                <a:effectLst/>
                <a:uLnTx/>
                <a:uFillTx/>
                <a:latin typeface="Aptos" panose="02110004020202020204"/>
                <a:ea typeface="+mn-ea"/>
                <a:cs typeface="+mn-cs"/>
              </a:rPr>
              <a:t>Einheit 03 - 06</a:t>
            </a:r>
          </a:p>
        </p:txBody>
      </p:sp>
      <p:sp>
        <p:nvSpPr>
          <p:cNvPr id="178" name="Rechteck: abgerundete Ecken 177">
            <a:extLst>
              <a:ext uri="{FF2B5EF4-FFF2-40B4-BE49-F238E27FC236}">
                <a16:creationId xmlns:a16="http://schemas.microsoft.com/office/drawing/2014/main" id="{6C061842-FAB9-1730-9F59-DD03238271C5}"/>
              </a:ext>
            </a:extLst>
          </p:cNvPr>
          <p:cNvSpPr/>
          <p:nvPr/>
        </p:nvSpPr>
        <p:spPr>
          <a:xfrm>
            <a:off x="4671496" y="580149"/>
            <a:ext cx="1750313" cy="408891"/>
          </a:xfrm>
          <a:prstGeom prst="roundRect">
            <a:avLst>
              <a:gd name="adj" fmla="val 50000"/>
            </a:avLst>
          </a:prstGeom>
          <a:solidFill>
            <a:srgbClr val="156082"/>
          </a:solidFill>
          <a:ln w="38100" cap="flat" cmpd="sng" algn="ctr">
            <a:solidFill>
              <a:srgbClr val="084F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600" b="1" i="0" u="none" strike="noStrike" kern="0" cap="none" spc="0" normalizeH="0" baseline="0" noProof="0" dirty="0">
                <a:ln>
                  <a:noFill/>
                </a:ln>
                <a:solidFill>
                  <a:prstClr val="white"/>
                </a:solidFill>
                <a:effectLst/>
                <a:uLnTx/>
                <a:uFillTx/>
                <a:latin typeface="Aptos" panose="02110004020202020204"/>
                <a:ea typeface="+mn-ea"/>
                <a:cs typeface="+mn-cs"/>
              </a:rPr>
              <a:t>Einheit 07 &amp; 08</a:t>
            </a:r>
          </a:p>
        </p:txBody>
      </p:sp>
      <p:cxnSp>
        <p:nvCxnSpPr>
          <p:cNvPr id="179" name="Gerade Verbindung mit Pfeil 178">
            <a:extLst>
              <a:ext uri="{FF2B5EF4-FFF2-40B4-BE49-F238E27FC236}">
                <a16:creationId xmlns:a16="http://schemas.microsoft.com/office/drawing/2014/main" id="{B0516BB7-31C7-5393-C0AD-60760BE11D92}"/>
              </a:ext>
            </a:extLst>
          </p:cNvPr>
          <p:cNvCxnSpPr>
            <a:cxnSpLocks/>
          </p:cNvCxnSpPr>
          <p:nvPr/>
        </p:nvCxnSpPr>
        <p:spPr>
          <a:xfrm>
            <a:off x="2135647" y="773494"/>
            <a:ext cx="265657" cy="0"/>
          </a:xfrm>
          <a:prstGeom prst="straightConnector1">
            <a:avLst/>
          </a:prstGeom>
          <a:noFill/>
          <a:ln w="38100" cap="flat" cmpd="sng" algn="ctr">
            <a:solidFill>
              <a:srgbClr val="0F9ED5">
                <a:lumMod val="50000"/>
              </a:srgbClr>
            </a:solidFill>
            <a:prstDash val="solid"/>
            <a:miter lim="800000"/>
            <a:headEnd type="none"/>
            <a:tailEnd type="triangle" w="lg" len="lg"/>
          </a:ln>
          <a:effectLst/>
        </p:spPr>
      </p:cxnSp>
      <p:cxnSp>
        <p:nvCxnSpPr>
          <p:cNvPr id="180" name="Gerade Verbindung mit Pfeil 179">
            <a:extLst>
              <a:ext uri="{FF2B5EF4-FFF2-40B4-BE49-F238E27FC236}">
                <a16:creationId xmlns:a16="http://schemas.microsoft.com/office/drawing/2014/main" id="{9FA4DA84-1B07-C2A8-D9A3-529241842874}"/>
              </a:ext>
            </a:extLst>
          </p:cNvPr>
          <p:cNvCxnSpPr>
            <a:cxnSpLocks/>
          </p:cNvCxnSpPr>
          <p:nvPr/>
        </p:nvCxnSpPr>
        <p:spPr>
          <a:xfrm>
            <a:off x="4325402" y="773494"/>
            <a:ext cx="265657" cy="0"/>
          </a:xfrm>
          <a:prstGeom prst="straightConnector1">
            <a:avLst/>
          </a:prstGeom>
          <a:noFill/>
          <a:ln w="38100" cap="flat" cmpd="sng" algn="ctr">
            <a:solidFill>
              <a:srgbClr val="0F9ED5">
                <a:lumMod val="50000"/>
              </a:srgbClr>
            </a:solidFill>
            <a:prstDash val="solid"/>
            <a:miter lim="800000"/>
            <a:headEnd type="none"/>
            <a:tailEnd type="triangle" w="lg" len="lg"/>
          </a:ln>
          <a:effectLst/>
        </p:spPr>
      </p:cxnSp>
      <p:sp>
        <p:nvSpPr>
          <p:cNvPr id="181" name="Rechteck: abgerundete Ecken 180">
            <a:extLst>
              <a:ext uri="{FF2B5EF4-FFF2-40B4-BE49-F238E27FC236}">
                <a16:creationId xmlns:a16="http://schemas.microsoft.com/office/drawing/2014/main" id="{F2E54242-5BC4-D8DD-80F3-8CD9900706D0}"/>
              </a:ext>
            </a:extLst>
          </p:cNvPr>
          <p:cNvSpPr/>
          <p:nvPr/>
        </p:nvSpPr>
        <p:spPr>
          <a:xfrm>
            <a:off x="2617859" y="2949876"/>
            <a:ext cx="1245801" cy="1184283"/>
          </a:xfrm>
          <a:prstGeom prst="roundRect">
            <a:avLst>
              <a:gd name="adj" fmla="val 15278"/>
            </a:avLst>
          </a:prstGeom>
          <a:solidFill>
            <a:srgbClr val="FFFFCC"/>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182" name="Textfeld 181">
            <a:extLst>
              <a:ext uri="{FF2B5EF4-FFF2-40B4-BE49-F238E27FC236}">
                <a16:creationId xmlns:a16="http://schemas.microsoft.com/office/drawing/2014/main" id="{3AA62D90-76A9-3D0E-B7BB-F6EA723E79F3}"/>
              </a:ext>
            </a:extLst>
          </p:cNvPr>
          <p:cNvSpPr txBox="1"/>
          <p:nvPr/>
        </p:nvSpPr>
        <p:spPr>
          <a:xfrm>
            <a:off x="2661012" y="3569260"/>
            <a:ext cx="1178370" cy="528167"/>
          </a:xfrm>
          <a:prstGeom prst="rect">
            <a:avLst/>
          </a:prstGeom>
          <a:noFill/>
        </p:spPr>
        <p:txBody>
          <a:bodyPr wrap="square" rtlCol="0">
            <a:spAutoFit/>
          </a:bodyPr>
          <a:lstStyle/>
          <a:p>
            <a:pPr algn="ctr"/>
            <a:r>
              <a:rPr lang="de-DE" sz="1500" b="1" dirty="0">
                <a:solidFill>
                  <a:prstClr val="black"/>
                </a:solidFill>
                <a:latin typeface="Aptos" panose="02110004020202020204"/>
              </a:rPr>
              <a:t>Ordner</a:t>
            </a:r>
          </a:p>
          <a:p>
            <a:pPr algn="ctr"/>
            <a:r>
              <a:rPr lang="de-DE" sz="1500" b="1" dirty="0">
                <a:solidFill>
                  <a:prstClr val="black"/>
                </a:solidFill>
                <a:latin typeface="Aptos" panose="02110004020202020204"/>
              </a:rPr>
              <a:t>Struktur</a:t>
            </a:r>
          </a:p>
        </p:txBody>
      </p:sp>
      <p:grpSp>
        <p:nvGrpSpPr>
          <p:cNvPr id="183" name="Grafik 49" descr="Hierarchie mit einfarbiger Füllung">
            <a:extLst>
              <a:ext uri="{FF2B5EF4-FFF2-40B4-BE49-F238E27FC236}">
                <a16:creationId xmlns:a16="http://schemas.microsoft.com/office/drawing/2014/main" id="{437831A3-82BF-078E-F65C-BD7CA857C4C3}"/>
              </a:ext>
            </a:extLst>
          </p:cNvPr>
          <p:cNvGrpSpPr/>
          <p:nvPr/>
        </p:nvGrpSpPr>
        <p:grpSpPr>
          <a:xfrm>
            <a:off x="2981995" y="3088765"/>
            <a:ext cx="539532" cy="466231"/>
            <a:chOff x="4597961" y="1060080"/>
            <a:chExt cx="575333" cy="489033"/>
          </a:xfrm>
          <a:solidFill>
            <a:srgbClr val="000000"/>
          </a:solidFill>
        </p:grpSpPr>
        <p:sp>
          <p:nvSpPr>
            <p:cNvPr id="184" name="Rechteck 183">
              <a:extLst>
                <a:ext uri="{FF2B5EF4-FFF2-40B4-BE49-F238E27FC236}">
                  <a16:creationId xmlns:a16="http://schemas.microsoft.com/office/drawing/2014/main" id="{78AEA4EE-49C4-3950-C6D7-E1611C0428C0}"/>
                </a:ext>
              </a:extLst>
            </p:cNvPr>
            <p:cNvSpPr/>
            <p:nvPr/>
          </p:nvSpPr>
          <p:spPr>
            <a:xfrm>
              <a:off x="4813711" y="1448430"/>
              <a:ext cx="143833" cy="100683"/>
            </a:xfrm>
            <a:prstGeom prst="rect">
              <a:avLst/>
            </a:prstGeom>
            <a:solidFill>
              <a:srgbClr val="0F9ED5">
                <a:lumMod val="50000"/>
              </a:srgbClr>
            </a:solidFill>
            <a:ln w="7144"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85" name="Rechteck 184">
              <a:extLst>
                <a:ext uri="{FF2B5EF4-FFF2-40B4-BE49-F238E27FC236}">
                  <a16:creationId xmlns:a16="http://schemas.microsoft.com/office/drawing/2014/main" id="{B2F64B85-DCD3-743E-23E9-BC20C0E46B42}"/>
                </a:ext>
              </a:extLst>
            </p:cNvPr>
            <p:cNvSpPr/>
            <p:nvPr/>
          </p:nvSpPr>
          <p:spPr>
            <a:xfrm>
              <a:off x="4813711" y="1060080"/>
              <a:ext cx="143833" cy="100683"/>
            </a:xfrm>
            <a:prstGeom prst="rect">
              <a:avLst/>
            </a:prstGeom>
            <a:solidFill>
              <a:srgbClr val="0F9ED5">
                <a:lumMod val="50000"/>
              </a:srgbClr>
            </a:solidFill>
            <a:ln w="7144"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86" name="Rechteck 185">
              <a:extLst>
                <a:ext uri="{FF2B5EF4-FFF2-40B4-BE49-F238E27FC236}">
                  <a16:creationId xmlns:a16="http://schemas.microsoft.com/office/drawing/2014/main" id="{50C56838-DE69-1003-369D-D97D40495A80}"/>
                </a:ext>
              </a:extLst>
            </p:cNvPr>
            <p:cNvSpPr/>
            <p:nvPr/>
          </p:nvSpPr>
          <p:spPr>
            <a:xfrm>
              <a:off x="4597961" y="1448430"/>
              <a:ext cx="143833" cy="100683"/>
            </a:xfrm>
            <a:prstGeom prst="rect">
              <a:avLst/>
            </a:prstGeom>
            <a:solidFill>
              <a:srgbClr val="0F9ED5">
                <a:lumMod val="50000"/>
              </a:srgbClr>
            </a:solidFill>
            <a:ln w="7144"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87" name="Rechteck 186">
              <a:extLst>
                <a:ext uri="{FF2B5EF4-FFF2-40B4-BE49-F238E27FC236}">
                  <a16:creationId xmlns:a16="http://schemas.microsoft.com/office/drawing/2014/main" id="{60966A7C-5543-AFD0-C0D0-6BAE1E51B716}"/>
                </a:ext>
              </a:extLst>
            </p:cNvPr>
            <p:cNvSpPr/>
            <p:nvPr/>
          </p:nvSpPr>
          <p:spPr>
            <a:xfrm>
              <a:off x="5029461" y="1448430"/>
              <a:ext cx="143833" cy="100683"/>
            </a:xfrm>
            <a:prstGeom prst="rect">
              <a:avLst/>
            </a:prstGeom>
            <a:solidFill>
              <a:srgbClr val="0F9ED5">
                <a:lumMod val="50000"/>
              </a:srgbClr>
            </a:solidFill>
            <a:ln w="7144"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88" name="Freihandform: Form 187">
              <a:extLst>
                <a:ext uri="{FF2B5EF4-FFF2-40B4-BE49-F238E27FC236}">
                  <a16:creationId xmlns:a16="http://schemas.microsoft.com/office/drawing/2014/main" id="{31F7BB59-D242-26B5-2D51-154BED5064D2}"/>
                </a:ext>
              </a:extLst>
            </p:cNvPr>
            <p:cNvSpPr/>
            <p:nvPr/>
          </p:nvSpPr>
          <p:spPr>
            <a:xfrm>
              <a:off x="4655494" y="1189530"/>
              <a:ext cx="460266" cy="230133"/>
            </a:xfrm>
            <a:custGeom>
              <a:avLst/>
              <a:gdLst>
                <a:gd name="csX0" fmla="*/ 244517 w 460266"/>
                <a:gd name="csY0" fmla="*/ 100683 h 230133"/>
                <a:gd name="csX1" fmla="*/ 244517 w 460266"/>
                <a:gd name="csY1" fmla="*/ 0 h 230133"/>
                <a:gd name="csX2" fmla="*/ 215750 w 460266"/>
                <a:gd name="csY2" fmla="*/ 0 h 230133"/>
                <a:gd name="csX3" fmla="*/ 215750 w 460266"/>
                <a:gd name="csY3" fmla="*/ 100683 h 230133"/>
                <a:gd name="csX4" fmla="*/ 0 w 460266"/>
                <a:gd name="csY4" fmla="*/ 100683 h 230133"/>
                <a:gd name="csX5" fmla="*/ 0 w 460266"/>
                <a:gd name="csY5" fmla="*/ 230133 h 230133"/>
                <a:gd name="csX6" fmla="*/ 28767 w 460266"/>
                <a:gd name="csY6" fmla="*/ 230133 h 230133"/>
                <a:gd name="csX7" fmla="*/ 28767 w 460266"/>
                <a:gd name="csY7" fmla="*/ 129450 h 230133"/>
                <a:gd name="csX8" fmla="*/ 215750 w 460266"/>
                <a:gd name="csY8" fmla="*/ 129450 h 230133"/>
                <a:gd name="csX9" fmla="*/ 215750 w 460266"/>
                <a:gd name="csY9" fmla="*/ 230133 h 230133"/>
                <a:gd name="csX10" fmla="*/ 244517 w 460266"/>
                <a:gd name="csY10" fmla="*/ 230133 h 230133"/>
                <a:gd name="csX11" fmla="*/ 244517 w 460266"/>
                <a:gd name="csY11" fmla="*/ 129450 h 230133"/>
                <a:gd name="csX12" fmla="*/ 431500 w 460266"/>
                <a:gd name="csY12" fmla="*/ 129450 h 230133"/>
                <a:gd name="csX13" fmla="*/ 431500 w 460266"/>
                <a:gd name="csY13" fmla="*/ 230133 h 230133"/>
                <a:gd name="csX14" fmla="*/ 460267 w 460266"/>
                <a:gd name="csY14" fmla="*/ 230133 h 230133"/>
                <a:gd name="csX15" fmla="*/ 460267 w 460266"/>
                <a:gd name="csY15" fmla="*/ 100683 h 2301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60266" h="230133">
                  <a:moveTo>
                    <a:pt x="244517" y="100683"/>
                  </a:moveTo>
                  <a:lnTo>
                    <a:pt x="244517" y="0"/>
                  </a:lnTo>
                  <a:lnTo>
                    <a:pt x="215750" y="0"/>
                  </a:lnTo>
                  <a:lnTo>
                    <a:pt x="215750" y="100683"/>
                  </a:lnTo>
                  <a:lnTo>
                    <a:pt x="0" y="100683"/>
                  </a:lnTo>
                  <a:lnTo>
                    <a:pt x="0" y="230133"/>
                  </a:lnTo>
                  <a:lnTo>
                    <a:pt x="28767" y="230133"/>
                  </a:lnTo>
                  <a:lnTo>
                    <a:pt x="28767" y="129450"/>
                  </a:lnTo>
                  <a:lnTo>
                    <a:pt x="215750" y="129450"/>
                  </a:lnTo>
                  <a:lnTo>
                    <a:pt x="215750" y="230133"/>
                  </a:lnTo>
                  <a:lnTo>
                    <a:pt x="244517" y="230133"/>
                  </a:lnTo>
                  <a:lnTo>
                    <a:pt x="244517" y="129450"/>
                  </a:lnTo>
                  <a:lnTo>
                    <a:pt x="431500" y="129450"/>
                  </a:lnTo>
                  <a:lnTo>
                    <a:pt x="431500" y="230133"/>
                  </a:lnTo>
                  <a:lnTo>
                    <a:pt x="460267" y="230133"/>
                  </a:lnTo>
                  <a:lnTo>
                    <a:pt x="460267" y="100683"/>
                  </a:lnTo>
                  <a:close/>
                </a:path>
              </a:pathLst>
            </a:custGeom>
            <a:solidFill>
              <a:srgbClr val="66BAE4"/>
            </a:solidFill>
            <a:ln w="7144"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dirty="0">
                <a:ln>
                  <a:noFill/>
                </a:ln>
                <a:solidFill>
                  <a:prstClr val="black"/>
                </a:solidFill>
                <a:effectLst/>
                <a:uLnTx/>
                <a:uFillTx/>
                <a:latin typeface="Aptos" panose="02110004020202020204"/>
              </a:endParaRPr>
            </a:p>
          </p:txBody>
        </p:sp>
      </p:grpSp>
      <p:sp>
        <p:nvSpPr>
          <p:cNvPr id="189" name="Rechteck: abgerundete Ecken 188">
            <a:extLst>
              <a:ext uri="{FF2B5EF4-FFF2-40B4-BE49-F238E27FC236}">
                <a16:creationId xmlns:a16="http://schemas.microsoft.com/office/drawing/2014/main" id="{E1EC9F56-FCC5-E0B3-76C4-345ADE0B05D2}"/>
              </a:ext>
            </a:extLst>
          </p:cNvPr>
          <p:cNvSpPr/>
          <p:nvPr/>
        </p:nvSpPr>
        <p:spPr>
          <a:xfrm>
            <a:off x="2610398" y="1154472"/>
            <a:ext cx="1245801" cy="1616447"/>
          </a:xfrm>
          <a:prstGeom prst="roundRect">
            <a:avLst>
              <a:gd name="adj" fmla="val 15278"/>
            </a:avLst>
          </a:prstGeom>
          <a:solidFill>
            <a:srgbClr val="D9F2D0"/>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Daten Typen &amp; Strukturen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Bereinigung von Datensätzen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190" name="Rechteck: abgerundete Ecken 189">
            <a:extLst>
              <a:ext uri="{FF2B5EF4-FFF2-40B4-BE49-F238E27FC236}">
                <a16:creationId xmlns:a16="http://schemas.microsoft.com/office/drawing/2014/main" id="{E3A63399-455E-8CD8-3C8D-6E6E89A5DCBC}"/>
              </a:ext>
            </a:extLst>
          </p:cNvPr>
          <p:cNvSpPr/>
          <p:nvPr/>
        </p:nvSpPr>
        <p:spPr>
          <a:xfrm>
            <a:off x="4922487" y="3821163"/>
            <a:ext cx="1245801" cy="1184283"/>
          </a:xfrm>
          <a:prstGeom prst="roundRect">
            <a:avLst>
              <a:gd name="adj" fmla="val 15278"/>
            </a:avLst>
          </a:prstGeom>
          <a:solidFill>
            <a:sysClr val="window" lastClr="FFFFFF"/>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91" name="Textfeld 190">
            <a:extLst>
              <a:ext uri="{FF2B5EF4-FFF2-40B4-BE49-F238E27FC236}">
                <a16:creationId xmlns:a16="http://schemas.microsoft.com/office/drawing/2014/main" id="{FF1BB940-A279-B06B-583C-19BA4B33981D}"/>
              </a:ext>
            </a:extLst>
          </p:cNvPr>
          <p:cNvSpPr txBox="1"/>
          <p:nvPr/>
        </p:nvSpPr>
        <p:spPr>
          <a:xfrm>
            <a:off x="4882705" y="4407001"/>
            <a:ext cx="1325365" cy="528167"/>
          </a:xfrm>
          <a:prstGeom prst="rect">
            <a:avLst/>
          </a:prstGeom>
          <a:noFill/>
        </p:spPr>
        <p:txBody>
          <a:bodyPr wrap="square" rtlCol="0">
            <a:spAutoFit/>
          </a:bodyPr>
          <a:lstStyle/>
          <a:p>
            <a:pPr algn="ctr"/>
            <a:r>
              <a:rPr lang="de-DE" sz="1500" b="1" dirty="0">
                <a:solidFill>
                  <a:prstClr val="black"/>
                </a:solidFill>
                <a:latin typeface="Aptos" panose="02110004020202020204"/>
              </a:rPr>
              <a:t>Sichere</a:t>
            </a:r>
          </a:p>
          <a:p>
            <a:pPr algn="ctr"/>
            <a:r>
              <a:rPr lang="de-DE" sz="1500" b="1" dirty="0">
                <a:solidFill>
                  <a:prstClr val="black"/>
                </a:solidFill>
                <a:latin typeface="Aptos" panose="02110004020202020204"/>
              </a:rPr>
              <a:t>Archivierung</a:t>
            </a:r>
          </a:p>
        </p:txBody>
      </p:sp>
      <p:sp>
        <p:nvSpPr>
          <p:cNvPr id="192" name="Rechteck 191">
            <a:extLst>
              <a:ext uri="{FF2B5EF4-FFF2-40B4-BE49-F238E27FC236}">
                <a16:creationId xmlns:a16="http://schemas.microsoft.com/office/drawing/2014/main" id="{871477DC-FAEA-BD90-6FBF-F5D02B8F8009}"/>
              </a:ext>
            </a:extLst>
          </p:cNvPr>
          <p:cNvSpPr/>
          <p:nvPr/>
        </p:nvSpPr>
        <p:spPr>
          <a:xfrm>
            <a:off x="5333899" y="3928181"/>
            <a:ext cx="422976" cy="420232"/>
          </a:xfrm>
          <a:prstGeom prst="rect">
            <a:avLst/>
          </a:prstGeom>
          <a:solidFill>
            <a:srgbClr val="9AD2ED"/>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93" name="Rechteck 192">
            <a:extLst>
              <a:ext uri="{FF2B5EF4-FFF2-40B4-BE49-F238E27FC236}">
                <a16:creationId xmlns:a16="http://schemas.microsoft.com/office/drawing/2014/main" id="{F84228D1-3451-4C33-CA94-320A29A85749}"/>
              </a:ext>
            </a:extLst>
          </p:cNvPr>
          <p:cNvSpPr/>
          <p:nvPr/>
        </p:nvSpPr>
        <p:spPr>
          <a:xfrm>
            <a:off x="5355026" y="4373780"/>
            <a:ext cx="54388" cy="41470"/>
          </a:xfrm>
          <a:prstGeom prst="rect">
            <a:avLst/>
          </a:prstGeom>
          <a:solidFill>
            <a:srgbClr val="0F9ED5">
              <a:lumMod val="50000"/>
            </a:srgbClr>
          </a:solidFill>
          <a:ln w="7243"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94" name="Rechteck 193">
            <a:extLst>
              <a:ext uri="{FF2B5EF4-FFF2-40B4-BE49-F238E27FC236}">
                <a16:creationId xmlns:a16="http://schemas.microsoft.com/office/drawing/2014/main" id="{8D7CE8D3-D9A9-DAAC-2ADD-300461937BD1}"/>
              </a:ext>
            </a:extLst>
          </p:cNvPr>
          <p:cNvSpPr/>
          <p:nvPr/>
        </p:nvSpPr>
        <p:spPr>
          <a:xfrm>
            <a:off x="5681360" y="4373780"/>
            <a:ext cx="54388" cy="41470"/>
          </a:xfrm>
          <a:prstGeom prst="rect">
            <a:avLst/>
          </a:prstGeom>
          <a:solidFill>
            <a:srgbClr val="0F9ED5">
              <a:lumMod val="50000"/>
            </a:srgbClr>
          </a:solidFill>
          <a:ln w="7243"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95" name="Freihandform: Form 194">
            <a:extLst>
              <a:ext uri="{FF2B5EF4-FFF2-40B4-BE49-F238E27FC236}">
                <a16:creationId xmlns:a16="http://schemas.microsoft.com/office/drawing/2014/main" id="{06C58AD4-FC56-FB77-D3E1-AFADB2982773}"/>
              </a:ext>
            </a:extLst>
          </p:cNvPr>
          <p:cNvSpPr/>
          <p:nvPr/>
        </p:nvSpPr>
        <p:spPr>
          <a:xfrm>
            <a:off x="5314235" y="3903785"/>
            <a:ext cx="462305" cy="469996"/>
          </a:xfrm>
          <a:custGeom>
            <a:avLst/>
            <a:gdLst>
              <a:gd name="csX0" fmla="*/ 463983 w 492982"/>
              <a:gd name="csY0" fmla="*/ 0 h 492982"/>
              <a:gd name="csX1" fmla="*/ 28999 w 492982"/>
              <a:gd name="csY1" fmla="*/ 0 h 492982"/>
              <a:gd name="csX2" fmla="*/ 0 w 492982"/>
              <a:gd name="csY2" fmla="*/ 28999 h 492982"/>
              <a:gd name="csX3" fmla="*/ 0 w 492982"/>
              <a:gd name="csY3" fmla="*/ 463983 h 492982"/>
              <a:gd name="csX4" fmla="*/ 28999 w 492982"/>
              <a:gd name="csY4" fmla="*/ 492982 h 492982"/>
              <a:gd name="csX5" fmla="*/ 463983 w 492982"/>
              <a:gd name="csY5" fmla="*/ 492982 h 492982"/>
              <a:gd name="csX6" fmla="*/ 492982 w 492982"/>
              <a:gd name="csY6" fmla="*/ 463983 h 492982"/>
              <a:gd name="csX7" fmla="*/ 492982 w 492982"/>
              <a:gd name="csY7" fmla="*/ 28999 h 492982"/>
              <a:gd name="csX8" fmla="*/ 463983 w 492982"/>
              <a:gd name="csY8" fmla="*/ 0 h 492982"/>
              <a:gd name="csX9" fmla="*/ 449484 w 492982"/>
              <a:gd name="csY9" fmla="*/ 449484 h 492982"/>
              <a:gd name="csX10" fmla="*/ 43498 w 492982"/>
              <a:gd name="csY10" fmla="*/ 449484 h 492982"/>
              <a:gd name="csX11" fmla="*/ 43498 w 492982"/>
              <a:gd name="csY11" fmla="*/ 43498 h 492982"/>
              <a:gd name="csX12" fmla="*/ 449484 w 492982"/>
              <a:gd name="csY12" fmla="*/ 43498 h 492982"/>
              <a:gd name="csX13" fmla="*/ 449484 w 492982"/>
              <a:gd name="csY13" fmla="*/ 449484 h 492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92982" h="492982">
                <a:moveTo>
                  <a:pt x="463983" y="0"/>
                </a:moveTo>
                <a:lnTo>
                  <a:pt x="28999" y="0"/>
                </a:lnTo>
                <a:cubicBezTo>
                  <a:pt x="13050" y="0"/>
                  <a:pt x="0" y="13050"/>
                  <a:pt x="0" y="28999"/>
                </a:cubicBezTo>
                <a:lnTo>
                  <a:pt x="0" y="463983"/>
                </a:lnTo>
                <a:cubicBezTo>
                  <a:pt x="0" y="479933"/>
                  <a:pt x="13050" y="492982"/>
                  <a:pt x="28999" y="492982"/>
                </a:cubicBezTo>
                <a:lnTo>
                  <a:pt x="463983" y="492982"/>
                </a:lnTo>
                <a:cubicBezTo>
                  <a:pt x="479933" y="492982"/>
                  <a:pt x="492982" y="479933"/>
                  <a:pt x="492982" y="463983"/>
                </a:cubicBezTo>
                <a:lnTo>
                  <a:pt x="492982" y="28999"/>
                </a:lnTo>
                <a:cubicBezTo>
                  <a:pt x="492982" y="13050"/>
                  <a:pt x="479933" y="0"/>
                  <a:pt x="463983" y="0"/>
                </a:cubicBezTo>
                <a:close/>
                <a:moveTo>
                  <a:pt x="449484" y="449484"/>
                </a:moveTo>
                <a:lnTo>
                  <a:pt x="43498" y="449484"/>
                </a:lnTo>
                <a:lnTo>
                  <a:pt x="43498" y="43498"/>
                </a:lnTo>
                <a:lnTo>
                  <a:pt x="449484" y="43498"/>
                </a:lnTo>
                <a:lnTo>
                  <a:pt x="449484" y="449484"/>
                </a:lnTo>
                <a:close/>
              </a:path>
            </a:pathLst>
          </a:custGeom>
          <a:solidFill>
            <a:srgbClr val="0F9ED5">
              <a:lumMod val="50000"/>
            </a:srgbClr>
          </a:solidFill>
          <a:ln w="7243"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96" name="Freihandform: Form 195">
            <a:extLst>
              <a:ext uri="{FF2B5EF4-FFF2-40B4-BE49-F238E27FC236}">
                <a16:creationId xmlns:a16="http://schemas.microsoft.com/office/drawing/2014/main" id="{E6168F15-17F2-FCE8-5960-4C16317DDA8E}"/>
              </a:ext>
            </a:extLst>
          </p:cNvPr>
          <p:cNvSpPr/>
          <p:nvPr/>
        </p:nvSpPr>
        <p:spPr>
          <a:xfrm>
            <a:off x="5382221" y="3972901"/>
            <a:ext cx="326333" cy="331761"/>
          </a:xfrm>
          <a:custGeom>
            <a:avLst/>
            <a:gdLst>
              <a:gd name="csX0" fmla="*/ 0 w 347987"/>
              <a:gd name="csY0" fmla="*/ 0 h 347987"/>
              <a:gd name="csX1" fmla="*/ 0 w 347987"/>
              <a:gd name="csY1" fmla="*/ 347988 h 347987"/>
              <a:gd name="csX2" fmla="*/ 347988 w 347987"/>
              <a:gd name="csY2" fmla="*/ 347988 h 347987"/>
              <a:gd name="csX3" fmla="*/ 347988 w 347987"/>
              <a:gd name="csY3" fmla="*/ 0 h 347987"/>
              <a:gd name="csX4" fmla="*/ 0 w 347987"/>
              <a:gd name="csY4" fmla="*/ 0 h 347987"/>
              <a:gd name="csX5" fmla="*/ 101496 w 347987"/>
              <a:gd name="csY5" fmla="*/ 246491 h 347987"/>
              <a:gd name="csX6" fmla="*/ 28999 w 347987"/>
              <a:gd name="csY6" fmla="*/ 173994 h 347987"/>
              <a:gd name="csX7" fmla="*/ 101496 w 347987"/>
              <a:gd name="csY7" fmla="*/ 101496 h 347987"/>
              <a:gd name="csX8" fmla="*/ 173994 w 347987"/>
              <a:gd name="csY8" fmla="*/ 173994 h 347987"/>
              <a:gd name="csX9" fmla="*/ 101496 w 347987"/>
              <a:gd name="csY9" fmla="*/ 246491 h 347987"/>
              <a:gd name="csX10" fmla="*/ 318989 w 347987"/>
              <a:gd name="csY10" fmla="*/ 231992 h 347987"/>
              <a:gd name="csX11" fmla="*/ 304489 w 347987"/>
              <a:gd name="csY11" fmla="*/ 246491 h 347987"/>
              <a:gd name="csX12" fmla="*/ 289990 w 347987"/>
              <a:gd name="csY12" fmla="*/ 231992 h 347987"/>
              <a:gd name="csX13" fmla="*/ 289990 w 347987"/>
              <a:gd name="csY13" fmla="*/ 115996 h 347987"/>
              <a:gd name="csX14" fmla="*/ 304489 w 347987"/>
              <a:gd name="csY14" fmla="*/ 101496 h 347987"/>
              <a:gd name="csX15" fmla="*/ 318989 w 347987"/>
              <a:gd name="csY15" fmla="*/ 115996 h 347987"/>
              <a:gd name="csX16" fmla="*/ 318989 w 347987"/>
              <a:gd name="csY16" fmla="*/ 231992 h 3479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47987" h="347987">
                <a:moveTo>
                  <a:pt x="0" y="0"/>
                </a:moveTo>
                <a:lnTo>
                  <a:pt x="0" y="347988"/>
                </a:lnTo>
                <a:lnTo>
                  <a:pt x="347988" y="347988"/>
                </a:lnTo>
                <a:lnTo>
                  <a:pt x="347988" y="0"/>
                </a:lnTo>
                <a:lnTo>
                  <a:pt x="0" y="0"/>
                </a:lnTo>
                <a:close/>
                <a:moveTo>
                  <a:pt x="101496" y="246491"/>
                </a:moveTo>
                <a:cubicBezTo>
                  <a:pt x="61623" y="246491"/>
                  <a:pt x="28999" y="213867"/>
                  <a:pt x="28999" y="173994"/>
                </a:cubicBezTo>
                <a:cubicBezTo>
                  <a:pt x="28999" y="134120"/>
                  <a:pt x="61623" y="101496"/>
                  <a:pt x="101496" y="101496"/>
                </a:cubicBezTo>
                <a:cubicBezTo>
                  <a:pt x="141370" y="101496"/>
                  <a:pt x="173994" y="134120"/>
                  <a:pt x="173994" y="173994"/>
                </a:cubicBezTo>
                <a:cubicBezTo>
                  <a:pt x="173994" y="213867"/>
                  <a:pt x="141370" y="246491"/>
                  <a:pt x="101496" y="246491"/>
                </a:cubicBezTo>
                <a:close/>
                <a:moveTo>
                  <a:pt x="318989" y="231992"/>
                </a:moveTo>
                <a:cubicBezTo>
                  <a:pt x="318989" y="239966"/>
                  <a:pt x="312464" y="246491"/>
                  <a:pt x="304489" y="246491"/>
                </a:cubicBezTo>
                <a:cubicBezTo>
                  <a:pt x="296514" y="246491"/>
                  <a:pt x="289990" y="239966"/>
                  <a:pt x="289990" y="231992"/>
                </a:cubicBezTo>
                <a:lnTo>
                  <a:pt x="289990" y="115996"/>
                </a:lnTo>
                <a:cubicBezTo>
                  <a:pt x="289990" y="108021"/>
                  <a:pt x="296514" y="101496"/>
                  <a:pt x="304489" y="101496"/>
                </a:cubicBezTo>
                <a:cubicBezTo>
                  <a:pt x="312464" y="101496"/>
                  <a:pt x="318989" y="108021"/>
                  <a:pt x="318989" y="115996"/>
                </a:cubicBezTo>
                <a:lnTo>
                  <a:pt x="318989" y="231992"/>
                </a:lnTo>
                <a:close/>
              </a:path>
            </a:pathLst>
          </a:custGeom>
          <a:solidFill>
            <a:srgbClr val="0F9ED5">
              <a:lumMod val="50000"/>
            </a:srgbClr>
          </a:solidFill>
          <a:ln w="7243"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197" name="Freihandform: Form 196">
            <a:extLst>
              <a:ext uri="{FF2B5EF4-FFF2-40B4-BE49-F238E27FC236}">
                <a16:creationId xmlns:a16="http://schemas.microsoft.com/office/drawing/2014/main" id="{63319F46-58E0-DB84-8B5E-006695C9F846}"/>
              </a:ext>
            </a:extLst>
          </p:cNvPr>
          <p:cNvSpPr/>
          <p:nvPr/>
        </p:nvSpPr>
        <p:spPr>
          <a:xfrm>
            <a:off x="5423013" y="4083489"/>
            <a:ext cx="108777" cy="110586"/>
          </a:xfrm>
          <a:custGeom>
            <a:avLst/>
            <a:gdLst>
              <a:gd name="csX0" fmla="*/ 115996 w 115995"/>
              <a:gd name="csY0" fmla="*/ 43498 h 115995"/>
              <a:gd name="csX1" fmla="*/ 98596 w 115995"/>
              <a:gd name="csY1" fmla="*/ 43498 h 115995"/>
              <a:gd name="csX2" fmla="*/ 72497 w 115995"/>
              <a:gd name="csY2" fmla="*/ 17399 h 115995"/>
              <a:gd name="csX3" fmla="*/ 72497 w 115995"/>
              <a:gd name="csY3" fmla="*/ 0 h 115995"/>
              <a:gd name="csX4" fmla="*/ 43498 w 115995"/>
              <a:gd name="csY4" fmla="*/ 0 h 115995"/>
              <a:gd name="csX5" fmla="*/ 43498 w 115995"/>
              <a:gd name="csY5" fmla="*/ 17399 h 115995"/>
              <a:gd name="csX6" fmla="*/ 17399 w 115995"/>
              <a:gd name="csY6" fmla="*/ 43498 h 115995"/>
              <a:gd name="csX7" fmla="*/ 0 w 115995"/>
              <a:gd name="csY7" fmla="*/ 43498 h 115995"/>
              <a:gd name="csX8" fmla="*/ 0 w 115995"/>
              <a:gd name="csY8" fmla="*/ 72497 h 115995"/>
              <a:gd name="csX9" fmla="*/ 17399 w 115995"/>
              <a:gd name="csY9" fmla="*/ 72497 h 115995"/>
              <a:gd name="csX10" fmla="*/ 43498 w 115995"/>
              <a:gd name="csY10" fmla="*/ 98596 h 115995"/>
              <a:gd name="csX11" fmla="*/ 43498 w 115995"/>
              <a:gd name="csY11" fmla="*/ 115996 h 115995"/>
              <a:gd name="csX12" fmla="*/ 72497 w 115995"/>
              <a:gd name="csY12" fmla="*/ 115996 h 115995"/>
              <a:gd name="csX13" fmla="*/ 72497 w 115995"/>
              <a:gd name="csY13" fmla="*/ 98596 h 115995"/>
              <a:gd name="csX14" fmla="*/ 98596 w 115995"/>
              <a:gd name="csY14" fmla="*/ 72497 h 115995"/>
              <a:gd name="csX15" fmla="*/ 115996 w 115995"/>
              <a:gd name="csY15" fmla="*/ 72497 h 115995"/>
              <a:gd name="csX16" fmla="*/ 115996 w 115995"/>
              <a:gd name="csY16" fmla="*/ 43498 h 115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5995" h="115995">
                <a:moveTo>
                  <a:pt x="115996" y="43498"/>
                </a:moveTo>
                <a:lnTo>
                  <a:pt x="98596" y="43498"/>
                </a:lnTo>
                <a:cubicBezTo>
                  <a:pt x="94247" y="31174"/>
                  <a:pt x="84822" y="21749"/>
                  <a:pt x="72497" y="17399"/>
                </a:cubicBezTo>
                <a:lnTo>
                  <a:pt x="72497" y="0"/>
                </a:lnTo>
                <a:lnTo>
                  <a:pt x="43498" y="0"/>
                </a:lnTo>
                <a:lnTo>
                  <a:pt x="43498" y="17399"/>
                </a:lnTo>
                <a:cubicBezTo>
                  <a:pt x="31174" y="21749"/>
                  <a:pt x="21749" y="31899"/>
                  <a:pt x="17399" y="43498"/>
                </a:cubicBezTo>
                <a:lnTo>
                  <a:pt x="0" y="43498"/>
                </a:lnTo>
                <a:lnTo>
                  <a:pt x="0" y="72497"/>
                </a:lnTo>
                <a:lnTo>
                  <a:pt x="17399" y="72497"/>
                </a:lnTo>
                <a:cubicBezTo>
                  <a:pt x="21749" y="84822"/>
                  <a:pt x="31174" y="94247"/>
                  <a:pt x="43498" y="98596"/>
                </a:cubicBezTo>
                <a:lnTo>
                  <a:pt x="43498" y="115996"/>
                </a:lnTo>
                <a:lnTo>
                  <a:pt x="72497" y="115996"/>
                </a:lnTo>
                <a:lnTo>
                  <a:pt x="72497" y="98596"/>
                </a:lnTo>
                <a:cubicBezTo>
                  <a:pt x="84822" y="94247"/>
                  <a:pt x="94247" y="84097"/>
                  <a:pt x="98596" y="72497"/>
                </a:cubicBezTo>
                <a:lnTo>
                  <a:pt x="115996" y="72497"/>
                </a:lnTo>
                <a:lnTo>
                  <a:pt x="115996" y="43498"/>
                </a:lnTo>
                <a:close/>
              </a:path>
            </a:pathLst>
          </a:custGeom>
          <a:solidFill>
            <a:srgbClr val="0F9ED5">
              <a:lumMod val="50000"/>
            </a:srgbClr>
          </a:solidFill>
          <a:ln w="7243" cap="flat">
            <a:no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cxnSp>
        <p:nvCxnSpPr>
          <p:cNvPr id="198" name="Gerader Verbinder 197">
            <a:extLst>
              <a:ext uri="{FF2B5EF4-FFF2-40B4-BE49-F238E27FC236}">
                <a16:creationId xmlns:a16="http://schemas.microsoft.com/office/drawing/2014/main" id="{9FB3CADD-4B51-4510-E4F0-DBD18E1A4CF0}"/>
              </a:ext>
            </a:extLst>
          </p:cNvPr>
          <p:cNvCxnSpPr>
            <a:cxnSpLocks/>
          </p:cNvCxnSpPr>
          <p:nvPr/>
        </p:nvCxnSpPr>
        <p:spPr>
          <a:xfrm flipV="1">
            <a:off x="1174594" y="2338755"/>
            <a:ext cx="0" cy="182839"/>
          </a:xfrm>
          <a:prstGeom prst="line">
            <a:avLst/>
          </a:prstGeom>
          <a:noFill/>
          <a:ln w="38100" cap="flat" cmpd="sng" algn="ctr">
            <a:solidFill>
              <a:srgbClr val="0F9ED5">
                <a:lumMod val="50000"/>
              </a:srgbClr>
            </a:solidFill>
            <a:prstDash val="solid"/>
            <a:miter lim="800000"/>
          </a:ln>
          <a:effectLst/>
        </p:spPr>
      </p:cxnSp>
      <p:sp>
        <p:nvSpPr>
          <p:cNvPr id="199" name="Rechteck: abgerundete Ecken 198">
            <a:extLst>
              <a:ext uri="{FF2B5EF4-FFF2-40B4-BE49-F238E27FC236}">
                <a16:creationId xmlns:a16="http://schemas.microsoft.com/office/drawing/2014/main" id="{8D0D10AE-A15C-4C8D-5643-6E8799877424}"/>
              </a:ext>
            </a:extLst>
          </p:cNvPr>
          <p:cNvSpPr/>
          <p:nvPr/>
        </p:nvSpPr>
        <p:spPr>
          <a:xfrm>
            <a:off x="4923153" y="2487816"/>
            <a:ext cx="1245801" cy="1184283"/>
          </a:xfrm>
          <a:prstGeom prst="roundRect">
            <a:avLst>
              <a:gd name="adj" fmla="val 15278"/>
            </a:avLst>
          </a:prstGeom>
          <a:solidFill>
            <a:sysClr val="window" lastClr="FFFFFF"/>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00" name="Textfeld 199">
            <a:extLst>
              <a:ext uri="{FF2B5EF4-FFF2-40B4-BE49-F238E27FC236}">
                <a16:creationId xmlns:a16="http://schemas.microsoft.com/office/drawing/2014/main" id="{DB80A992-3EE2-6CC2-DC37-1A758640C5F6}"/>
              </a:ext>
            </a:extLst>
          </p:cNvPr>
          <p:cNvSpPr txBox="1"/>
          <p:nvPr/>
        </p:nvSpPr>
        <p:spPr>
          <a:xfrm>
            <a:off x="4882705" y="3105828"/>
            <a:ext cx="1325365" cy="528167"/>
          </a:xfrm>
          <a:prstGeom prst="rect">
            <a:avLst/>
          </a:prstGeom>
          <a:noFill/>
        </p:spPr>
        <p:txBody>
          <a:bodyPr wrap="square" rtlCol="0">
            <a:spAutoFit/>
          </a:bodyPr>
          <a:lstStyle/>
          <a:p>
            <a:pPr algn="ctr"/>
            <a:r>
              <a:rPr lang="de-DE" sz="1500" b="1" dirty="0">
                <a:solidFill>
                  <a:prstClr val="black"/>
                </a:solidFill>
                <a:latin typeface="Aptos" panose="02110004020202020204"/>
              </a:rPr>
              <a:t>Metadaten</a:t>
            </a:r>
          </a:p>
          <a:p>
            <a:pPr algn="ctr"/>
            <a:r>
              <a:rPr lang="de-DE" sz="1500" b="1" dirty="0">
                <a:solidFill>
                  <a:prstClr val="black"/>
                </a:solidFill>
                <a:latin typeface="Aptos" panose="02110004020202020204"/>
              </a:rPr>
              <a:t>Management</a:t>
            </a:r>
          </a:p>
        </p:txBody>
      </p:sp>
      <p:sp>
        <p:nvSpPr>
          <p:cNvPr id="201" name="Rechteck 200">
            <a:extLst>
              <a:ext uri="{FF2B5EF4-FFF2-40B4-BE49-F238E27FC236}">
                <a16:creationId xmlns:a16="http://schemas.microsoft.com/office/drawing/2014/main" id="{E3C0276F-F032-467E-6CB6-2874CE9AF942}"/>
              </a:ext>
            </a:extLst>
          </p:cNvPr>
          <p:cNvSpPr/>
          <p:nvPr/>
        </p:nvSpPr>
        <p:spPr>
          <a:xfrm>
            <a:off x="5369665" y="2648812"/>
            <a:ext cx="346545" cy="418314"/>
          </a:xfrm>
          <a:prstGeom prst="rect">
            <a:avLst/>
          </a:prstGeom>
          <a:solidFill>
            <a:srgbClr val="9AD2ED"/>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02" name="Grafik 201" descr="Klemmbrett Marke mit einfarbiger Füllung">
            <a:extLst>
              <a:ext uri="{FF2B5EF4-FFF2-40B4-BE49-F238E27FC236}">
                <a16:creationId xmlns:a16="http://schemas.microsoft.com/office/drawing/2014/main" id="{058664AE-4CA3-0A3D-6907-B1588A3EA3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0602" y="2527938"/>
            <a:ext cx="620335" cy="630654"/>
          </a:xfrm>
          <a:prstGeom prst="rect">
            <a:avLst/>
          </a:prstGeom>
        </p:spPr>
      </p:pic>
      <p:cxnSp>
        <p:nvCxnSpPr>
          <p:cNvPr id="203" name="Gerader Verbinder 202">
            <a:extLst>
              <a:ext uri="{FF2B5EF4-FFF2-40B4-BE49-F238E27FC236}">
                <a16:creationId xmlns:a16="http://schemas.microsoft.com/office/drawing/2014/main" id="{0FBB92AE-D7CD-9973-39E4-31FE08CB93C3}"/>
              </a:ext>
            </a:extLst>
          </p:cNvPr>
          <p:cNvCxnSpPr>
            <a:cxnSpLocks/>
            <a:stCxn id="199" idx="0"/>
            <a:endCxn id="169" idx="2"/>
          </p:cNvCxnSpPr>
          <p:nvPr/>
        </p:nvCxnSpPr>
        <p:spPr>
          <a:xfrm flipH="1" flipV="1">
            <a:off x="5545387" y="2338755"/>
            <a:ext cx="666" cy="149062"/>
          </a:xfrm>
          <a:prstGeom prst="line">
            <a:avLst/>
          </a:prstGeom>
          <a:noFill/>
          <a:ln w="38100" cap="flat" cmpd="sng" algn="ctr">
            <a:solidFill>
              <a:srgbClr val="0F9ED5">
                <a:lumMod val="50000"/>
              </a:srgbClr>
            </a:solidFill>
            <a:prstDash val="solid"/>
            <a:miter lim="800000"/>
          </a:ln>
          <a:effectLst/>
        </p:spPr>
      </p:cxnSp>
      <p:cxnSp>
        <p:nvCxnSpPr>
          <p:cNvPr id="204" name="Gerader Verbinder 203">
            <a:extLst>
              <a:ext uri="{FF2B5EF4-FFF2-40B4-BE49-F238E27FC236}">
                <a16:creationId xmlns:a16="http://schemas.microsoft.com/office/drawing/2014/main" id="{C77BD8C1-B299-DA98-AE0E-6CBB5BEF17E2}"/>
              </a:ext>
            </a:extLst>
          </p:cNvPr>
          <p:cNvCxnSpPr>
            <a:cxnSpLocks/>
          </p:cNvCxnSpPr>
          <p:nvPr/>
        </p:nvCxnSpPr>
        <p:spPr>
          <a:xfrm flipH="1" flipV="1">
            <a:off x="5544722" y="3672101"/>
            <a:ext cx="666" cy="149062"/>
          </a:xfrm>
          <a:prstGeom prst="line">
            <a:avLst/>
          </a:prstGeom>
          <a:noFill/>
          <a:ln w="38100" cap="flat" cmpd="sng" algn="ctr">
            <a:solidFill>
              <a:srgbClr val="0F9ED5">
                <a:lumMod val="50000"/>
              </a:srgbClr>
            </a:solidFill>
            <a:prstDash val="solid"/>
            <a:miter lim="800000"/>
          </a:ln>
          <a:effectLst/>
        </p:spPr>
      </p:cxnSp>
      <p:sp>
        <p:nvSpPr>
          <p:cNvPr id="241" name="Rechteck: abgerundete Ecken 240">
            <a:extLst>
              <a:ext uri="{FF2B5EF4-FFF2-40B4-BE49-F238E27FC236}">
                <a16:creationId xmlns:a16="http://schemas.microsoft.com/office/drawing/2014/main" id="{1C5ED33E-9E8D-7A81-7010-9316F5E61302}"/>
              </a:ext>
            </a:extLst>
          </p:cNvPr>
          <p:cNvSpPr/>
          <p:nvPr/>
        </p:nvSpPr>
        <p:spPr>
          <a:xfrm>
            <a:off x="7011057" y="580149"/>
            <a:ext cx="1750313" cy="408891"/>
          </a:xfrm>
          <a:prstGeom prst="roundRect">
            <a:avLst>
              <a:gd name="adj" fmla="val 50000"/>
            </a:avLst>
          </a:prstGeom>
          <a:solidFill>
            <a:srgbClr val="156082"/>
          </a:solidFill>
          <a:ln w="38100" cap="flat" cmpd="sng" algn="ctr">
            <a:solidFill>
              <a:srgbClr val="084F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600" b="1" i="0" u="none" strike="noStrike" kern="0" cap="none" spc="0" normalizeH="0" baseline="0" noProof="0" dirty="0">
                <a:ln>
                  <a:noFill/>
                </a:ln>
                <a:solidFill>
                  <a:prstClr val="white"/>
                </a:solidFill>
                <a:effectLst/>
                <a:uLnTx/>
                <a:uFillTx/>
                <a:latin typeface="Aptos" panose="02110004020202020204"/>
                <a:ea typeface="+mn-ea"/>
                <a:cs typeface="+mn-cs"/>
              </a:rPr>
              <a:t>Einheit 09 &amp; 10</a:t>
            </a:r>
          </a:p>
        </p:txBody>
      </p:sp>
      <p:sp>
        <p:nvSpPr>
          <p:cNvPr id="242" name="Rechteck: abgerundete Ecken 241">
            <a:extLst>
              <a:ext uri="{FF2B5EF4-FFF2-40B4-BE49-F238E27FC236}">
                <a16:creationId xmlns:a16="http://schemas.microsoft.com/office/drawing/2014/main" id="{DDA240A2-2046-91E5-81B4-73CC36DA2051}"/>
              </a:ext>
            </a:extLst>
          </p:cNvPr>
          <p:cNvSpPr/>
          <p:nvPr/>
        </p:nvSpPr>
        <p:spPr>
          <a:xfrm>
            <a:off x="9197087" y="580149"/>
            <a:ext cx="1750313" cy="408891"/>
          </a:xfrm>
          <a:prstGeom prst="roundRect">
            <a:avLst>
              <a:gd name="adj" fmla="val 50000"/>
            </a:avLst>
          </a:prstGeom>
          <a:solidFill>
            <a:srgbClr val="156082"/>
          </a:solidFill>
          <a:ln w="38100" cap="flat" cmpd="sng" algn="ctr">
            <a:solidFill>
              <a:srgbClr val="084F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600" b="1" i="0" u="none" strike="noStrike" kern="0" cap="none" spc="0" normalizeH="0" baseline="0" noProof="0" dirty="0">
                <a:ln>
                  <a:noFill/>
                </a:ln>
                <a:solidFill>
                  <a:prstClr val="white"/>
                </a:solidFill>
                <a:effectLst/>
                <a:uLnTx/>
                <a:uFillTx/>
                <a:latin typeface="Aptos" panose="02110004020202020204"/>
                <a:ea typeface="+mn-ea"/>
                <a:cs typeface="+mn-cs"/>
              </a:rPr>
              <a:t>Einheit 11 - 14</a:t>
            </a:r>
          </a:p>
        </p:txBody>
      </p:sp>
      <p:cxnSp>
        <p:nvCxnSpPr>
          <p:cNvPr id="243" name="Gerade Verbindung mit Pfeil 242">
            <a:extLst>
              <a:ext uri="{FF2B5EF4-FFF2-40B4-BE49-F238E27FC236}">
                <a16:creationId xmlns:a16="http://schemas.microsoft.com/office/drawing/2014/main" id="{6597E31F-93BA-2258-1433-1497E7570369}"/>
              </a:ext>
            </a:extLst>
          </p:cNvPr>
          <p:cNvCxnSpPr>
            <a:cxnSpLocks/>
          </p:cNvCxnSpPr>
          <p:nvPr/>
        </p:nvCxnSpPr>
        <p:spPr>
          <a:xfrm>
            <a:off x="8821200" y="773494"/>
            <a:ext cx="265657" cy="0"/>
          </a:xfrm>
          <a:prstGeom prst="straightConnector1">
            <a:avLst/>
          </a:prstGeom>
          <a:noFill/>
          <a:ln w="38100" cap="flat" cmpd="sng" algn="ctr">
            <a:solidFill>
              <a:srgbClr val="0F9ED5">
                <a:lumMod val="50000"/>
              </a:srgbClr>
            </a:solidFill>
            <a:prstDash val="solid"/>
            <a:miter lim="800000"/>
            <a:headEnd type="none"/>
            <a:tailEnd type="triangle" w="lg" len="lg"/>
          </a:ln>
          <a:effectLst/>
        </p:spPr>
      </p:cxnSp>
      <p:sp>
        <p:nvSpPr>
          <p:cNvPr id="244" name="Rechteck: abgerundete Ecken 243">
            <a:extLst>
              <a:ext uri="{FF2B5EF4-FFF2-40B4-BE49-F238E27FC236}">
                <a16:creationId xmlns:a16="http://schemas.microsoft.com/office/drawing/2014/main" id="{C133BB08-BD48-C86F-1495-FCB1A2A8BEB3}"/>
              </a:ext>
            </a:extLst>
          </p:cNvPr>
          <p:cNvSpPr/>
          <p:nvPr/>
        </p:nvSpPr>
        <p:spPr>
          <a:xfrm>
            <a:off x="7230946" y="1156776"/>
            <a:ext cx="1245801" cy="1881164"/>
          </a:xfrm>
          <a:prstGeom prst="roundRect">
            <a:avLst>
              <a:gd name="adj" fmla="val 15278"/>
            </a:avLst>
          </a:prstGeom>
          <a:solidFill>
            <a:srgbClr val="FFCCCC"/>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Eigenschaften von Geodaten &amp;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Projektionen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245" name="Rechteck: abgerundete Ecken 244">
            <a:extLst>
              <a:ext uri="{FF2B5EF4-FFF2-40B4-BE49-F238E27FC236}">
                <a16:creationId xmlns:a16="http://schemas.microsoft.com/office/drawing/2014/main" id="{689E4A9F-D8F2-FD2A-055C-7D65074AF30F}"/>
              </a:ext>
            </a:extLst>
          </p:cNvPr>
          <p:cNvSpPr/>
          <p:nvPr/>
        </p:nvSpPr>
        <p:spPr>
          <a:xfrm>
            <a:off x="7231506" y="1154471"/>
            <a:ext cx="1245801" cy="1035811"/>
          </a:xfrm>
          <a:prstGeom prst="roundRect">
            <a:avLst>
              <a:gd name="adj" fmla="val 15278"/>
            </a:avLst>
          </a:prstGeom>
          <a:solidFill>
            <a:srgbClr val="FF7C80"/>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6" name="Textfeld 245">
            <a:extLst>
              <a:ext uri="{FF2B5EF4-FFF2-40B4-BE49-F238E27FC236}">
                <a16:creationId xmlns:a16="http://schemas.microsoft.com/office/drawing/2014/main" id="{154C7B94-629D-C45A-D093-5ABA3BCF499B}"/>
              </a:ext>
            </a:extLst>
          </p:cNvPr>
          <p:cNvSpPr txBox="1"/>
          <p:nvPr/>
        </p:nvSpPr>
        <p:spPr>
          <a:xfrm>
            <a:off x="7192418" y="1773853"/>
            <a:ext cx="1325365" cy="308097"/>
          </a:xfrm>
          <a:prstGeom prst="rect">
            <a:avLst/>
          </a:prstGeom>
          <a:noFill/>
        </p:spPr>
        <p:txBody>
          <a:bodyPr wrap="square" rtlCol="0">
            <a:spAutoFit/>
          </a:bodyPr>
          <a:lstStyle/>
          <a:p>
            <a:pPr algn="ctr"/>
            <a:r>
              <a:rPr lang="de-DE" sz="1500" b="1" dirty="0">
                <a:solidFill>
                  <a:prstClr val="black"/>
                </a:solidFill>
                <a:latin typeface="Aptos" panose="02110004020202020204"/>
              </a:rPr>
              <a:t>Raumdaten</a:t>
            </a:r>
          </a:p>
        </p:txBody>
      </p:sp>
      <p:sp>
        <p:nvSpPr>
          <p:cNvPr id="247" name="Ellipse 246">
            <a:extLst>
              <a:ext uri="{FF2B5EF4-FFF2-40B4-BE49-F238E27FC236}">
                <a16:creationId xmlns:a16="http://schemas.microsoft.com/office/drawing/2014/main" id="{72A7D550-29E8-BC5E-FDBD-0FA75F567279}"/>
              </a:ext>
            </a:extLst>
          </p:cNvPr>
          <p:cNvSpPr/>
          <p:nvPr/>
        </p:nvSpPr>
        <p:spPr>
          <a:xfrm>
            <a:off x="7613235" y="1281541"/>
            <a:ext cx="482343" cy="490367"/>
          </a:xfrm>
          <a:prstGeom prst="ellipse">
            <a:avLst/>
          </a:prstGeom>
          <a:solidFill>
            <a:srgbClr val="9AD2ED"/>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48" name="Grafik 247" descr="Welt mit einfarbiger Füllung">
            <a:extLst>
              <a:ext uri="{FF2B5EF4-FFF2-40B4-BE49-F238E27FC236}">
                <a16:creationId xmlns:a16="http://schemas.microsoft.com/office/drawing/2014/main" id="{C20E4F8D-C868-8388-D523-9787F827A8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30995" y="1195964"/>
            <a:ext cx="652666" cy="663524"/>
          </a:xfrm>
          <a:prstGeom prst="rect">
            <a:avLst/>
          </a:prstGeom>
        </p:spPr>
      </p:pic>
      <p:sp>
        <p:nvSpPr>
          <p:cNvPr id="249" name="Rechteck: abgerundete Ecken 248">
            <a:extLst>
              <a:ext uri="{FF2B5EF4-FFF2-40B4-BE49-F238E27FC236}">
                <a16:creationId xmlns:a16="http://schemas.microsoft.com/office/drawing/2014/main" id="{2569CE23-297B-8393-E604-AF85A5D08E92}"/>
              </a:ext>
            </a:extLst>
          </p:cNvPr>
          <p:cNvSpPr/>
          <p:nvPr/>
        </p:nvSpPr>
        <p:spPr>
          <a:xfrm>
            <a:off x="9388383" y="1154471"/>
            <a:ext cx="1325365" cy="2059136"/>
          </a:xfrm>
          <a:prstGeom prst="roundRect">
            <a:avLst>
              <a:gd name="adj" fmla="val 15278"/>
            </a:avLst>
          </a:prstGeom>
          <a:solidFill>
            <a:srgbClr val="D9F2D0"/>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Punktdaten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Rasterdaten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Vektordaten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Symbolisierung &amp; Layout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250" name="Rechteck: abgerundete Ecken 249">
            <a:extLst>
              <a:ext uri="{FF2B5EF4-FFF2-40B4-BE49-F238E27FC236}">
                <a16:creationId xmlns:a16="http://schemas.microsoft.com/office/drawing/2014/main" id="{C5244E1E-D4BC-E4B6-1B95-2F2B7B393683}"/>
              </a:ext>
            </a:extLst>
          </p:cNvPr>
          <p:cNvSpPr/>
          <p:nvPr/>
        </p:nvSpPr>
        <p:spPr>
          <a:xfrm>
            <a:off x="7232200" y="3221789"/>
            <a:ext cx="1245801" cy="1601755"/>
          </a:xfrm>
          <a:prstGeom prst="roundRect">
            <a:avLst>
              <a:gd name="adj" fmla="val 15278"/>
            </a:avLst>
          </a:prstGeom>
          <a:solidFill>
            <a:srgbClr val="D9F2D0"/>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dirty="0">
                <a:ln>
                  <a:noFill/>
                </a:ln>
                <a:solidFill>
                  <a:prstClr val="black"/>
                </a:solidFill>
                <a:effectLst/>
                <a:uLnTx/>
                <a:uFillTx/>
                <a:latin typeface="Aptos" panose="02110004020202020204"/>
                <a:ea typeface="+mn-ea"/>
                <a:cs typeface="+mn-cs"/>
              </a:rPr>
              <a:t>Einführung</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251" name="Rechteck: abgerundete Ecken 250">
            <a:extLst>
              <a:ext uri="{FF2B5EF4-FFF2-40B4-BE49-F238E27FC236}">
                <a16:creationId xmlns:a16="http://schemas.microsoft.com/office/drawing/2014/main" id="{89B76ADC-24EF-4352-5A27-B542467B86F7}"/>
              </a:ext>
            </a:extLst>
          </p:cNvPr>
          <p:cNvSpPr/>
          <p:nvPr/>
        </p:nvSpPr>
        <p:spPr>
          <a:xfrm>
            <a:off x="7232760" y="3219483"/>
            <a:ext cx="1245801" cy="1035811"/>
          </a:xfrm>
          <a:prstGeom prst="roundRect">
            <a:avLst>
              <a:gd name="adj" fmla="val 15278"/>
            </a:avLst>
          </a:prstGeom>
          <a:solidFill>
            <a:srgbClr val="8DD872"/>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2" name="Textfeld 251">
            <a:extLst>
              <a:ext uri="{FF2B5EF4-FFF2-40B4-BE49-F238E27FC236}">
                <a16:creationId xmlns:a16="http://schemas.microsoft.com/office/drawing/2014/main" id="{77115D99-A687-F031-FB20-6E0D4D523247}"/>
              </a:ext>
            </a:extLst>
          </p:cNvPr>
          <p:cNvSpPr txBox="1"/>
          <p:nvPr/>
        </p:nvSpPr>
        <p:spPr>
          <a:xfrm>
            <a:off x="7193672" y="3889718"/>
            <a:ext cx="1325365" cy="308097"/>
          </a:xfrm>
          <a:prstGeom prst="rect">
            <a:avLst/>
          </a:prstGeom>
          <a:noFill/>
        </p:spPr>
        <p:txBody>
          <a:bodyPr wrap="square" rtlCol="0">
            <a:spAutoFit/>
          </a:bodyPr>
          <a:lstStyle/>
          <a:p>
            <a:pPr algn="ctr"/>
            <a:r>
              <a:rPr lang="de-DE" sz="1500" b="1" dirty="0">
                <a:solidFill>
                  <a:prstClr val="black"/>
                </a:solidFill>
                <a:latin typeface="Aptos" panose="02110004020202020204"/>
              </a:rPr>
              <a:t>QGIS</a:t>
            </a:r>
          </a:p>
        </p:txBody>
      </p:sp>
      <p:grpSp>
        <p:nvGrpSpPr>
          <p:cNvPr id="253" name="Gruppieren 252">
            <a:extLst>
              <a:ext uri="{FF2B5EF4-FFF2-40B4-BE49-F238E27FC236}">
                <a16:creationId xmlns:a16="http://schemas.microsoft.com/office/drawing/2014/main" id="{96065BAC-38BF-B650-E7CF-ACACC5CF392A}"/>
              </a:ext>
            </a:extLst>
          </p:cNvPr>
          <p:cNvGrpSpPr/>
          <p:nvPr/>
        </p:nvGrpSpPr>
        <p:grpSpPr>
          <a:xfrm>
            <a:off x="7537401" y="3339180"/>
            <a:ext cx="653899" cy="567790"/>
            <a:chOff x="9203668" y="2772328"/>
            <a:chExt cx="749091" cy="639803"/>
          </a:xfrm>
        </p:grpSpPr>
        <p:sp>
          <p:nvSpPr>
            <p:cNvPr id="254" name="Freihandform: Form 253">
              <a:extLst>
                <a:ext uri="{FF2B5EF4-FFF2-40B4-BE49-F238E27FC236}">
                  <a16:creationId xmlns:a16="http://schemas.microsoft.com/office/drawing/2014/main" id="{F612E52B-C7A4-BBDD-BFC6-7355182C80EA}"/>
                </a:ext>
              </a:extLst>
            </p:cNvPr>
            <p:cNvSpPr/>
            <p:nvPr/>
          </p:nvSpPr>
          <p:spPr>
            <a:xfrm>
              <a:off x="9203668" y="3186292"/>
              <a:ext cx="746041" cy="225839"/>
            </a:xfrm>
            <a:custGeom>
              <a:avLst/>
              <a:gdLst>
                <a:gd name="csX0" fmla="*/ 373021 w 746041"/>
                <a:gd name="csY0" fmla="*/ 90670 h 225839"/>
                <a:gd name="csX1" fmla="*/ 159298 w 746041"/>
                <a:gd name="csY1" fmla="*/ 0 h 225839"/>
                <a:gd name="csX2" fmla="*/ 0 w 746041"/>
                <a:gd name="csY2" fmla="*/ 67581 h 225839"/>
                <a:gd name="csX3" fmla="*/ 373021 w 746041"/>
                <a:gd name="csY3" fmla="*/ 225840 h 225839"/>
                <a:gd name="csX4" fmla="*/ 746042 w 746041"/>
                <a:gd name="csY4" fmla="*/ 67581 h 225839"/>
                <a:gd name="csX5" fmla="*/ 586744 w 746041"/>
                <a:gd name="csY5" fmla="*/ 0 h 225839"/>
                <a:gd name="csX6" fmla="*/ 373021 w 746041"/>
                <a:gd name="csY6" fmla="*/ 90670 h 225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46041" h="225839">
                  <a:moveTo>
                    <a:pt x="373021" y="90670"/>
                  </a:moveTo>
                  <a:lnTo>
                    <a:pt x="159298" y="0"/>
                  </a:lnTo>
                  <a:lnTo>
                    <a:pt x="0" y="67581"/>
                  </a:lnTo>
                  <a:lnTo>
                    <a:pt x="373021" y="225840"/>
                  </a:lnTo>
                  <a:lnTo>
                    <a:pt x="746042" y="67581"/>
                  </a:lnTo>
                  <a:lnTo>
                    <a:pt x="586744" y="0"/>
                  </a:lnTo>
                  <a:lnTo>
                    <a:pt x="373021" y="90670"/>
                  </a:lnTo>
                  <a:close/>
                </a:path>
              </a:pathLst>
            </a:custGeom>
            <a:solidFill>
              <a:srgbClr val="9AD2ED"/>
            </a:solidFill>
            <a:ln w="28575" cap="flat">
              <a:solidFill>
                <a:srgbClr val="156082"/>
              </a:solid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grpSp>
          <p:nvGrpSpPr>
            <p:cNvPr id="255" name="Gruppieren 254">
              <a:extLst>
                <a:ext uri="{FF2B5EF4-FFF2-40B4-BE49-F238E27FC236}">
                  <a16:creationId xmlns:a16="http://schemas.microsoft.com/office/drawing/2014/main" id="{3C757CB1-61FE-38A8-CE45-3DD714A7515C}"/>
                </a:ext>
              </a:extLst>
            </p:cNvPr>
            <p:cNvGrpSpPr/>
            <p:nvPr/>
          </p:nvGrpSpPr>
          <p:grpSpPr>
            <a:xfrm>
              <a:off x="9294813" y="3125468"/>
              <a:ext cx="561965" cy="256659"/>
              <a:chOff x="9299575" y="3127850"/>
              <a:chExt cx="557203" cy="249196"/>
            </a:xfrm>
          </p:grpSpPr>
          <p:cxnSp>
            <p:nvCxnSpPr>
              <p:cNvPr id="267" name="Gerader Verbinder 266">
                <a:extLst>
                  <a:ext uri="{FF2B5EF4-FFF2-40B4-BE49-F238E27FC236}">
                    <a16:creationId xmlns:a16="http://schemas.microsoft.com/office/drawing/2014/main" id="{9FF99497-E3C3-4089-521D-D76B24E61F88}"/>
                  </a:ext>
                </a:extLst>
              </p:cNvPr>
              <p:cNvCxnSpPr>
                <a:cxnSpLocks/>
              </p:cNvCxnSpPr>
              <p:nvPr/>
            </p:nvCxnSpPr>
            <p:spPr>
              <a:xfrm flipV="1">
                <a:off x="9299575" y="3127942"/>
                <a:ext cx="334711" cy="153534"/>
              </a:xfrm>
              <a:prstGeom prst="line">
                <a:avLst/>
              </a:prstGeom>
              <a:noFill/>
              <a:ln w="19050" cap="flat" cmpd="sng" algn="ctr">
                <a:solidFill>
                  <a:srgbClr val="156082"/>
                </a:solidFill>
                <a:prstDash val="solid"/>
                <a:miter lim="800000"/>
              </a:ln>
              <a:effectLst/>
            </p:spPr>
          </p:cxnSp>
          <p:cxnSp>
            <p:nvCxnSpPr>
              <p:cNvPr id="268" name="Gerader Verbinder 267">
                <a:extLst>
                  <a:ext uri="{FF2B5EF4-FFF2-40B4-BE49-F238E27FC236}">
                    <a16:creationId xmlns:a16="http://schemas.microsoft.com/office/drawing/2014/main" id="{399FA8C6-01C6-D541-81B0-5F3EAFD70167}"/>
                  </a:ext>
                </a:extLst>
              </p:cNvPr>
              <p:cNvCxnSpPr>
                <a:cxnSpLocks/>
              </p:cNvCxnSpPr>
              <p:nvPr/>
            </p:nvCxnSpPr>
            <p:spPr>
              <a:xfrm flipV="1">
                <a:off x="9396892" y="3170089"/>
                <a:ext cx="334711" cy="153534"/>
              </a:xfrm>
              <a:prstGeom prst="line">
                <a:avLst/>
              </a:prstGeom>
              <a:noFill/>
              <a:ln w="19050" cap="flat" cmpd="sng" algn="ctr">
                <a:solidFill>
                  <a:srgbClr val="156082"/>
                </a:solidFill>
                <a:prstDash val="solid"/>
                <a:miter lim="800000"/>
              </a:ln>
              <a:effectLst/>
            </p:spPr>
          </p:cxnSp>
          <p:cxnSp>
            <p:nvCxnSpPr>
              <p:cNvPr id="269" name="Gerader Verbinder 268">
                <a:extLst>
                  <a:ext uri="{FF2B5EF4-FFF2-40B4-BE49-F238E27FC236}">
                    <a16:creationId xmlns:a16="http://schemas.microsoft.com/office/drawing/2014/main" id="{6CA31D73-3FCD-DBF4-C9C1-6AB55641D717}"/>
                  </a:ext>
                </a:extLst>
              </p:cNvPr>
              <p:cNvCxnSpPr>
                <a:cxnSpLocks/>
              </p:cNvCxnSpPr>
              <p:nvPr/>
            </p:nvCxnSpPr>
            <p:spPr>
              <a:xfrm flipV="1">
                <a:off x="9488491" y="3210620"/>
                <a:ext cx="334711" cy="153534"/>
              </a:xfrm>
              <a:prstGeom prst="line">
                <a:avLst/>
              </a:prstGeom>
              <a:noFill/>
              <a:ln w="19050" cap="flat" cmpd="sng" algn="ctr">
                <a:solidFill>
                  <a:srgbClr val="156082"/>
                </a:solidFill>
                <a:prstDash val="solid"/>
                <a:miter lim="800000"/>
              </a:ln>
              <a:effectLst/>
            </p:spPr>
          </p:cxnSp>
          <p:cxnSp>
            <p:nvCxnSpPr>
              <p:cNvPr id="270" name="Gerader Verbinder 269">
                <a:extLst>
                  <a:ext uri="{FF2B5EF4-FFF2-40B4-BE49-F238E27FC236}">
                    <a16:creationId xmlns:a16="http://schemas.microsoft.com/office/drawing/2014/main" id="{13A2BB8A-4061-3384-CFBE-C49B42CE880F}"/>
                  </a:ext>
                </a:extLst>
              </p:cNvPr>
              <p:cNvCxnSpPr>
                <a:cxnSpLocks/>
              </p:cNvCxnSpPr>
              <p:nvPr/>
            </p:nvCxnSpPr>
            <p:spPr>
              <a:xfrm>
                <a:off x="9488650" y="3127850"/>
                <a:ext cx="368128" cy="159976"/>
              </a:xfrm>
              <a:prstGeom prst="line">
                <a:avLst/>
              </a:prstGeom>
              <a:noFill/>
              <a:ln w="19050" cap="flat" cmpd="sng" algn="ctr">
                <a:solidFill>
                  <a:srgbClr val="156082"/>
                </a:solidFill>
                <a:prstDash val="solid"/>
                <a:miter lim="800000"/>
              </a:ln>
              <a:effectLst/>
            </p:spPr>
          </p:cxnSp>
          <p:cxnSp>
            <p:nvCxnSpPr>
              <p:cNvPr id="271" name="Gerader Verbinder 270">
                <a:extLst>
                  <a:ext uri="{FF2B5EF4-FFF2-40B4-BE49-F238E27FC236}">
                    <a16:creationId xmlns:a16="http://schemas.microsoft.com/office/drawing/2014/main" id="{CBD5FE8B-C51E-1B39-347D-267681935630}"/>
                  </a:ext>
                </a:extLst>
              </p:cNvPr>
              <p:cNvCxnSpPr>
                <a:cxnSpLocks/>
              </p:cNvCxnSpPr>
              <p:nvPr/>
            </p:nvCxnSpPr>
            <p:spPr>
              <a:xfrm>
                <a:off x="9407593" y="3168072"/>
                <a:ext cx="368128" cy="159976"/>
              </a:xfrm>
              <a:prstGeom prst="line">
                <a:avLst/>
              </a:prstGeom>
              <a:noFill/>
              <a:ln w="19050" cap="flat" cmpd="sng" algn="ctr">
                <a:solidFill>
                  <a:srgbClr val="156082"/>
                </a:solidFill>
                <a:prstDash val="solid"/>
                <a:miter lim="800000"/>
              </a:ln>
              <a:effectLst/>
            </p:spPr>
          </p:cxnSp>
          <p:cxnSp>
            <p:nvCxnSpPr>
              <p:cNvPr id="272" name="Gerader Verbinder 271">
                <a:extLst>
                  <a:ext uri="{FF2B5EF4-FFF2-40B4-BE49-F238E27FC236}">
                    <a16:creationId xmlns:a16="http://schemas.microsoft.com/office/drawing/2014/main" id="{082C6BB7-42CC-FDDA-0A80-5AA4C338B0B8}"/>
                  </a:ext>
                </a:extLst>
              </p:cNvPr>
              <p:cNvCxnSpPr>
                <a:cxnSpLocks/>
              </p:cNvCxnSpPr>
              <p:nvPr/>
            </p:nvCxnSpPr>
            <p:spPr>
              <a:xfrm>
                <a:off x="9304427" y="3217070"/>
                <a:ext cx="368128" cy="159976"/>
              </a:xfrm>
              <a:prstGeom prst="line">
                <a:avLst/>
              </a:prstGeom>
              <a:noFill/>
              <a:ln w="19050" cap="flat" cmpd="sng" algn="ctr">
                <a:solidFill>
                  <a:srgbClr val="156082"/>
                </a:solidFill>
                <a:prstDash val="solid"/>
                <a:miter lim="800000"/>
              </a:ln>
              <a:effectLst/>
            </p:spPr>
          </p:cxnSp>
        </p:grpSp>
        <p:sp>
          <p:nvSpPr>
            <p:cNvPr id="256" name="Freihandform: Form 255">
              <a:extLst>
                <a:ext uri="{FF2B5EF4-FFF2-40B4-BE49-F238E27FC236}">
                  <a16:creationId xmlns:a16="http://schemas.microsoft.com/office/drawing/2014/main" id="{0CCAACB3-4C6F-5F3E-FB54-863698101E4E}"/>
                </a:ext>
              </a:extLst>
            </p:cNvPr>
            <p:cNvSpPr/>
            <p:nvPr/>
          </p:nvSpPr>
          <p:spPr>
            <a:xfrm>
              <a:off x="9206718" y="3023915"/>
              <a:ext cx="746041" cy="225839"/>
            </a:xfrm>
            <a:custGeom>
              <a:avLst/>
              <a:gdLst>
                <a:gd name="csX0" fmla="*/ 373021 w 746041"/>
                <a:gd name="csY0" fmla="*/ 90670 h 225839"/>
                <a:gd name="csX1" fmla="*/ 159298 w 746041"/>
                <a:gd name="csY1" fmla="*/ 0 h 225839"/>
                <a:gd name="csX2" fmla="*/ 0 w 746041"/>
                <a:gd name="csY2" fmla="*/ 67581 h 225839"/>
                <a:gd name="csX3" fmla="*/ 373021 w 746041"/>
                <a:gd name="csY3" fmla="*/ 225840 h 225839"/>
                <a:gd name="csX4" fmla="*/ 746042 w 746041"/>
                <a:gd name="csY4" fmla="*/ 67581 h 225839"/>
                <a:gd name="csX5" fmla="*/ 586744 w 746041"/>
                <a:gd name="csY5" fmla="*/ 0 h 225839"/>
                <a:gd name="csX6" fmla="*/ 373021 w 746041"/>
                <a:gd name="csY6" fmla="*/ 90670 h 225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46041" h="225839">
                  <a:moveTo>
                    <a:pt x="373021" y="90670"/>
                  </a:moveTo>
                  <a:lnTo>
                    <a:pt x="159298" y="0"/>
                  </a:lnTo>
                  <a:lnTo>
                    <a:pt x="0" y="67581"/>
                  </a:lnTo>
                  <a:lnTo>
                    <a:pt x="373021" y="225840"/>
                  </a:lnTo>
                  <a:lnTo>
                    <a:pt x="746042" y="67581"/>
                  </a:lnTo>
                  <a:lnTo>
                    <a:pt x="586744" y="0"/>
                  </a:lnTo>
                  <a:lnTo>
                    <a:pt x="373021" y="90670"/>
                  </a:lnTo>
                  <a:close/>
                </a:path>
              </a:pathLst>
            </a:custGeom>
            <a:solidFill>
              <a:srgbClr val="66BAE4"/>
            </a:solidFill>
            <a:ln w="28575" cap="flat">
              <a:solidFill>
                <a:srgbClr val="156082"/>
              </a:solid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257" name="Freihandform: Form 256">
              <a:extLst>
                <a:ext uri="{FF2B5EF4-FFF2-40B4-BE49-F238E27FC236}">
                  <a16:creationId xmlns:a16="http://schemas.microsoft.com/office/drawing/2014/main" id="{3929E38D-5BFA-51FE-CFE1-AD7B3C131106}"/>
                </a:ext>
              </a:extLst>
            </p:cNvPr>
            <p:cNvSpPr/>
            <p:nvPr/>
          </p:nvSpPr>
          <p:spPr>
            <a:xfrm rot="19677873">
              <a:off x="9531324" y="3103998"/>
              <a:ext cx="364825" cy="111773"/>
            </a:xfrm>
            <a:custGeom>
              <a:avLst/>
              <a:gdLst>
                <a:gd name="csX0" fmla="*/ 0 w 624723"/>
                <a:gd name="csY0" fmla="*/ 88784 h 145648"/>
                <a:gd name="csX1" fmla="*/ 161925 w 624723"/>
                <a:gd name="csY1" fmla="*/ 678 h 145648"/>
                <a:gd name="csX2" fmla="*/ 300038 w 624723"/>
                <a:gd name="csY2" fmla="*/ 45921 h 145648"/>
                <a:gd name="csX3" fmla="*/ 452438 w 624723"/>
                <a:gd name="csY3" fmla="*/ 5440 h 145648"/>
                <a:gd name="csX4" fmla="*/ 609600 w 624723"/>
                <a:gd name="csY4" fmla="*/ 134028 h 145648"/>
                <a:gd name="csX5" fmla="*/ 609600 w 624723"/>
                <a:gd name="csY5" fmla="*/ 131646 h 145648"/>
              </a:gdLst>
              <a:ahLst/>
              <a:cxnLst>
                <a:cxn ang="0">
                  <a:pos x="csX0" y="csY0"/>
                </a:cxn>
                <a:cxn ang="0">
                  <a:pos x="csX1" y="csY1"/>
                </a:cxn>
                <a:cxn ang="0">
                  <a:pos x="csX2" y="csY2"/>
                </a:cxn>
                <a:cxn ang="0">
                  <a:pos x="csX3" y="csY3"/>
                </a:cxn>
                <a:cxn ang="0">
                  <a:pos x="csX4" y="csY4"/>
                </a:cxn>
                <a:cxn ang="0">
                  <a:pos x="csX5" y="csY5"/>
                </a:cxn>
              </a:cxnLst>
              <a:rect l="l" t="t" r="r" b="b"/>
              <a:pathLst>
                <a:path w="624723" h="145648">
                  <a:moveTo>
                    <a:pt x="0" y="88784"/>
                  </a:moveTo>
                  <a:cubicBezTo>
                    <a:pt x="55959" y="48303"/>
                    <a:pt x="111919" y="7822"/>
                    <a:pt x="161925" y="678"/>
                  </a:cubicBezTo>
                  <a:cubicBezTo>
                    <a:pt x="211931" y="-6466"/>
                    <a:pt x="251619" y="45127"/>
                    <a:pt x="300038" y="45921"/>
                  </a:cubicBezTo>
                  <a:cubicBezTo>
                    <a:pt x="348457" y="46715"/>
                    <a:pt x="400844" y="-9245"/>
                    <a:pt x="452438" y="5440"/>
                  </a:cubicBezTo>
                  <a:cubicBezTo>
                    <a:pt x="504032" y="20125"/>
                    <a:pt x="609600" y="134028"/>
                    <a:pt x="609600" y="134028"/>
                  </a:cubicBezTo>
                  <a:cubicBezTo>
                    <a:pt x="635794" y="155062"/>
                    <a:pt x="622697" y="143354"/>
                    <a:pt x="609600" y="131646"/>
                  </a:cubicBezTo>
                </a:path>
              </a:pathLst>
            </a:cu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8" name="Bogen 257">
              <a:extLst>
                <a:ext uri="{FF2B5EF4-FFF2-40B4-BE49-F238E27FC236}">
                  <a16:creationId xmlns:a16="http://schemas.microsoft.com/office/drawing/2014/main" id="{D9DFC47F-83BE-22D0-9F3A-EEC73EFCDF8A}"/>
                </a:ext>
              </a:extLst>
            </p:cNvPr>
            <p:cNvSpPr/>
            <p:nvPr/>
          </p:nvSpPr>
          <p:spPr>
            <a:xfrm rot="2345828">
              <a:off x="9239224" y="2954296"/>
              <a:ext cx="163380" cy="330391"/>
            </a:xfrm>
            <a:prstGeom prst="arc">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259" name="Bogen 258">
              <a:extLst>
                <a:ext uri="{FF2B5EF4-FFF2-40B4-BE49-F238E27FC236}">
                  <a16:creationId xmlns:a16="http://schemas.microsoft.com/office/drawing/2014/main" id="{EACA83B0-8C75-3C03-6B16-493D599506B0}"/>
                </a:ext>
              </a:extLst>
            </p:cNvPr>
            <p:cNvSpPr/>
            <p:nvPr/>
          </p:nvSpPr>
          <p:spPr>
            <a:xfrm rot="14305534">
              <a:off x="9557757" y="2966196"/>
              <a:ext cx="163380" cy="330391"/>
            </a:xfrm>
            <a:prstGeom prst="arc">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260" name="Freihandform: Form 259">
              <a:extLst>
                <a:ext uri="{FF2B5EF4-FFF2-40B4-BE49-F238E27FC236}">
                  <a16:creationId xmlns:a16="http://schemas.microsoft.com/office/drawing/2014/main" id="{CE12D090-93B6-3DA0-911A-AC49461FEE3B}"/>
                </a:ext>
              </a:extLst>
            </p:cNvPr>
            <p:cNvSpPr/>
            <p:nvPr/>
          </p:nvSpPr>
          <p:spPr>
            <a:xfrm rot="6409350">
              <a:off x="9279426" y="3041360"/>
              <a:ext cx="85654" cy="94224"/>
            </a:xfrm>
            <a:custGeom>
              <a:avLst/>
              <a:gdLst>
                <a:gd name="csX0" fmla="*/ 35481 w 124090"/>
                <a:gd name="csY0" fmla="*/ 101265 h 101265"/>
                <a:gd name="csX1" fmla="*/ 5486 w 124090"/>
                <a:gd name="csY1" fmla="*/ 22663 h 101265"/>
                <a:gd name="csX2" fmla="*/ 109803 w 124090"/>
                <a:gd name="csY2" fmla="*/ 32113 h 101265"/>
                <a:gd name="csX3" fmla="*/ 124090 w 124090"/>
                <a:gd name="csY3" fmla="*/ 86881 h 101265"/>
              </a:gdLst>
              <a:ahLst/>
              <a:cxnLst>
                <a:cxn ang="0">
                  <a:pos x="csX0" y="csY0"/>
                </a:cxn>
                <a:cxn ang="0">
                  <a:pos x="csX1" y="csY1"/>
                </a:cxn>
                <a:cxn ang="0">
                  <a:pos x="csX2" y="csY2"/>
                </a:cxn>
                <a:cxn ang="0">
                  <a:pos x="csX3" y="csY3"/>
                </a:cxn>
              </a:cxnLst>
              <a:rect l="l" t="t" r="r" b="b"/>
              <a:pathLst>
                <a:path w="124090" h="101265">
                  <a:moveTo>
                    <a:pt x="35481" y="101265"/>
                  </a:moveTo>
                  <a:cubicBezTo>
                    <a:pt x="32008" y="90351"/>
                    <a:pt x="-15925" y="50106"/>
                    <a:pt x="5486" y="22663"/>
                  </a:cubicBezTo>
                  <a:cubicBezTo>
                    <a:pt x="33669" y="-13459"/>
                    <a:pt x="102357" y="-3502"/>
                    <a:pt x="109803" y="32113"/>
                  </a:cubicBezTo>
                  <a:cubicBezTo>
                    <a:pt x="114403" y="54116"/>
                    <a:pt x="122502" y="76959"/>
                    <a:pt x="124090" y="86881"/>
                  </a:cubicBezTo>
                </a:path>
              </a:pathLst>
            </a:cu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61" name="Freihandform: Form 260">
              <a:extLst>
                <a:ext uri="{FF2B5EF4-FFF2-40B4-BE49-F238E27FC236}">
                  <a16:creationId xmlns:a16="http://schemas.microsoft.com/office/drawing/2014/main" id="{45A4B7A2-C5C3-DE55-C5A0-E491C4367C8E}"/>
                </a:ext>
              </a:extLst>
            </p:cNvPr>
            <p:cNvSpPr/>
            <p:nvPr/>
          </p:nvSpPr>
          <p:spPr>
            <a:xfrm>
              <a:off x="9206718" y="2772328"/>
              <a:ext cx="746041" cy="316518"/>
            </a:xfrm>
            <a:custGeom>
              <a:avLst/>
              <a:gdLst>
                <a:gd name="csX0" fmla="*/ 373021 w 746041"/>
                <a:gd name="csY0" fmla="*/ 0 h 316518"/>
                <a:gd name="csX1" fmla="*/ 0 w 746041"/>
                <a:gd name="csY1" fmla="*/ 158259 h 316518"/>
                <a:gd name="csX2" fmla="*/ 373021 w 746041"/>
                <a:gd name="csY2" fmla="*/ 316518 h 316518"/>
                <a:gd name="csX3" fmla="*/ 746042 w 746041"/>
                <a:gd name="csY3" fmla="*/ 158259 h 316518"/>
                <a:gd name="csX4" fmla="*/ 373021 w 746041"/>
                <a:gd name="csY4" fmla="*/ 0 h 316518"/>
              </a:gdLst>
              <a:ahLst/>
              <a:cxnLst>
                <a:cxn ang="0">
                  <a:pos x="csX0" y="csY0"/>
                </a:cxn>
                <a:cxn ang="0">
                  <a:pos x="csX1" y="csY1"/>
                </a:cxn>
                <a:cxn ang="0">
                  <a:pos x="csX2" y="csY2"/>
                </a:cxn>
                <a:cxn ang="0">
                  <a:pos x="csX3" y="csY3"/>
                </a:cxn>
                <a:cxn ang="0">
                  <a:pos x="csX4" y="csY4"/>
                </a:cxn>
              </a:cxnLst>
              <a:rect l="l" t="t" r="r" b="b"/>
              <a:pathLst>
                <a:path w="746041" h="316518">
                  <a:moveTo>
                    <a:pt x="373021" y="0"/>
                  </a:moveTo>
                  <a:lnTo>
                    <a:pt x="0" y="158259"/>
                  </a:lnTo>
                  <a:lnTo>
                    <a:pt x="373021" y="316518"/>
                  </a:lnTo>
                  <a:lnTo>
                    <a:pt x="746042" y="158259"/>
                  </a:lnTo>
                  <a:lnTo>
                    <a:pt x="373021" y="0"/>
                  </a:lnTo>
                  <a:close/>
                </a:path>
              </a:pathLst>
            </a:custGeom>
            <a:solidFill>
              <a:srgbClr val="9AD2ED"/>
            </a:solidFill>
            <a:ln w="28575" cap="flat">
              <a:solidFill>
                <a:srgbClr val="156082"/>
              </a:solidFill>
              <a:prstDash val="solid"/>
              <a:miter/>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ndParaRPr>
            </a:p>
          </p:txBody>
        </p:sp>
        <p:sp>
          <p:nvSpPr>
            <p:cNvPr id="262" name="Ellipse 261">
              <a:extLst>
                <a:ext uri="{FF2B5EF4-FFF2-40B4-BE49-F238E27FC236}">
                  <a16:creationId xmlns:a16="http://schemas.microsoft.com/office/drawing/2014/main" id="{CF9415E0-FD98-4B7D-0847-829781A32FD8}"/>
                </a:ext>
              </a:extLst>
            </p:cNvPr>
            <p:cNvSpPr/>
            <p:nvPr/>
          </p:nvSpPr>
          <p:spPr>
            <a:xfrm>
              <a:off x="9354360" y="2900230"/>
              <a:ext cx="45719" cy="45719"/>
            </a:xfrm>
            <a:prstGeom prst="ellipse">
              <a:avLst/>
            </a:prstGeom>
            <a:solidFill>
              <a:srgbClr val="15608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63" name="Ellipse 262">
              <a:extLst>
                <a:ext uri="{FF2B5EF4-FFF2-40B4-BE49-F238E27FC236}">
                  <a16:creationId xmlns:a16="http://schemas.microsoft.com/office/drawing/2014/main" id="{62A749A4-79CB-E1FB-7182-8F7A5F3425EC}"/>
                </a:ext>
              </a:extLst>
            </p:cNvPr>
            <p:cNvSpPr/>
            <p:nvPr/>
          </p:nvSpPr>
          <p:spPr>
            <a:xfrm>
              <a:off x="9518055" y="2859684"/>
              <a:ext cx="45719" cy="45719"/>
            </a:xfrm>
            <a:prstGeom prst="ellipse">
              <a:avLst/>
            </a:prstGeom>
            <a:solidFill>
              <a:srgbClr val="15608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64" name="Ellipse 263">
              <a:extLst>
                <a:ext uri="{FF2B5EF4-FFF2-40B4-BE49-F238E27FC236}">
                  <a16:creationId xmlns:a16="http://schemas.microsoft.com/office/drawing/2014/main" id="{24ECDFEF-CAE0-FCD5-7C4A-38C373DF700C}"/>
                </a:ext>
              </a:extLst>
            </p:cNvPr>
            <p:cNvSpPr/>
            <p:nvPr/>
          </p:nvSpPr>
          <p:spPr>
            <a:xfrm>
              <a:off x="9563774" y="2974510"/>
              <a:ext cx="45719" cy="45719"/>
            </a:xfrm>
            <a:prstGeom prst="ellipse">
              <a:avLst/>
            </a:prstGeom>
            <a:solidFill>
              <a:srgbClr val="15608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65" name="Ellipse 264">
              <a:extLst>
                <a:ext uri="{FF2B5EF4-FFF2-40B4-BE49-F238E27FC236}">
                  <a16:creationId xmlns:a16="http://schemas.microsoft.com/office/drawing/2014/main" id="{4EA75A91-7CBE-73A5-B519-9BF674B1785C}"/>
                </a:ext>
              </a:extLst>
            </p:cNvPr>
            <p:cNvSpPr/>
            <p:nvPr/>
          </p:nvSpPr>
          <p:spPr>
            <a:xfrm>
              <a:off x="9628958" y="2895911"/>
              <a:ext cx="45719" cy="45719"/>
            </a:xfrm>
            <a:prstGeom prst="ellipse">
              <a:avLst/>
            </a:prstGeom>
            <a:solidFill>
              <a:srgbClr val="15608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66" name="Ellipse 265">
              <a:extLst>
                <a:ext uri="{FF2B5EF4-FFF2-40B4-BE49-F238E27FC236}">
                  <a16:creationId xmlns:a16="http://schemas.microsoft.com/office/drawing/2014/main" id="{D6807F26-D240-4827-4D68-7F82A3420EEA}"/>
                </a:ext>
              </a:extLst>
            </p:cNvPr>
            <p:cNvSpPr/>
            <p:nvPr/>
          </p:nvSpPr>
          <p:spPr>
            <a:xfrm>
              <a:off x="9809165" y="2913700"/>
              <a:ext cx="45719" cy="45719"/>
            </a:xfrm>
            <a:prstGeom prst="ellipse">
              <a:avLst/>
            </a:prstGeom>
            <a:solidFill>
              <a:srgbClr val="15608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sp>
        <p:nvSpPr>
          <p:cNvPr id="273" name="Rechteck: abgerundete Ecken 272">
            <a:extLst>
              <a:ext uri="{FF2B5EF4-FFF2-40B4-BE49-F238E27FC236}">
                <a16:creationId xmlns:a16="http://schemas.microsoft.com/office/drawing/2014/main" id="{A2FAC301-4E78-6DCE-6BD0-DD6E9813FD80}"/>
              </a:ext>
            </a:extLst>
          </p:cNvPr>
          <p:cNvSpPr/>
          <p:nvPr/>
        </p:nvSpPr>
        <p:spPr>
          <a:xfrm>
            <a:off x="9428165" y="3379039"/>
            <a:ext cx="1245801" cy="1184283"/>
          </a:xfrm>
          <a:prstGeom prst="roundRect">
            <a:avLst>
              <a:gd name="adj" fmla="val 15278"/>
            </a:avLst>
          </a:prstGeom>
          <a:solidFill>
            <a:srgbClr val="FFFFCC"/>
          </a:solidFill>
          <a:ln w="38100" cap="flat" cmpd="sng" algn="ctr">
            <a:solidFill>
              <a:srgbClr val="0F9ED5">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74" name="Textfeld 273">
            <a:extLst>
              <a:ext uri="{FF2B5EF4-FFF2-40B4-BE49-F238E27FC236}">
                <a16:creationId xmlns:a16="http://schemas.microsoft.com/office/drawing/2014/main" id="{3C696FF2-BAE1-DB0E-67C4-841CEE88BD9F}"/>
              </a:ext>
            </a:extLst>
          </p:cNvPr>
          <p:cNvSpPr txBox="1"/>
          <p:nvPr/>
        </p:nvSpPr>
        <p:spPr>
          <a:xfrm>
            <a:off x="9461879" y="3849441"/>
            <a:ext cx="1178370" cy="528167"/>
          </a:xfrm>
          <a:prstGeom prst="rect">
            <a:avLst/>
          </a:prstGeom>
          <a:noFill/>
        </p:spPr>
        <p:txBody>
          <a:bodyPr wrap="square" rtlCol="0">
            <a:spAutoFit/>
          </a:bodyPr>
          <a:lstStyle/>
          <a:p>
            <a:pPr algn="ctr"/>
            <a:r>
              <a:rPr lang="de-DE" sz="1500" b="1" dirty="0">
                <a:solidFill>
                  <a:prstClr val="black"/>
                </a:solidFill>
                <a:latin typeface="Aptos" panose="02110004020202020204"/>
              </a:rPr>
              <a:t>Zusammen-fassung</a:t>
            </a:r>
          </a:p>
        </p:txBody>
      </p:sp>
      <p:sp>
        <p:nvSpPr>
          <p:cNvPr id="275" name="Rechteck: abgerundete Ecken 274">
            <a:extLst>
              <a:ext uri="{FF2B5EF4-FFF2-40B4-BE49-F238E27FC236}">
                <a16:creationId xmlns:a16="http://schemas.microsoft.com/office/drawing/2014/main" id="{0C1E4313-A035-8014-3A7F-569C055585B8}"/>
              </a:ext>
            </a:extLst>
          </p:cNvPr>
          <p:cNvSpPr/>
          <p:nvPr/>
        </p:nvSpPr>
        <p:spPr>
          <a:xfrm>
            <a:off x="9428164" y="3379040"/>
            <a:ext cx="1245802" cy="338014"/>
          </a:xfrm>
          <a:prstGeom prst="roundRect">
            <a:avLst>
              <a:gd name="adj" fmla="val 50000"/>
            </a:avLst>
          </a:prstGeom>
          <a:solidFill>
            <a:srgbClr val="156082"/>
          </a:solidFill>
          <a:ln w="38100" cap="flat" cmpd="sng" algn="ctr">
            <a:solidFill>
              <a:srgbClr val="084F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600" b="1" i="0" u="none" strike="noStrike" kern="0" cap="none" spc="0" normalizeH="0" baseline="0" noProof="0" dirty="0">
                <a:ln>
                  <a:noFill/>
                </a:ln>
                <a:solidFill>
                  <a:prstClr val="white"/>
                </a:solidFill>
                <a:effectLst/>
                <a:uLnTx/>
                <a:uFillTx/>
                <a:latin typeface="Aptos" panose="02110004020202020204"/>
                <a:ea typeface="+mn-ea"/>
                <a:cs typeface="+mn-cs"/>
              </a:rPr>
              <a:t>Einheit 15</a:t>
            </a:r>
          </a:p>
        </p:txBody>
      </p:sp>
      <p:cxnSp>
        <p:nvCxnSpPr>
          <p:cNvPr id="276" name="Gerader Verbinder 275">
            <a:extLst>
              <a:ext uri="{FF2B5EF4-FFF2-40B4-BE49-F238E27FC236}">
                <a16:creationId xmlns:a16="http://schemas.microsoft.com/office/drawing/2014/main" id="{D6E261DB-CD76-F90D-DA1D-295BC6B38460}"/>
              </a:ext>
            </a:extLst>
          </p:cNvPr>
          <p:cNvCxnSpPr>
            <a:cxnSpLocks/>
            <a:stCxn id="251" idx="0"/>
          </p:cNvCxnSpPr>
          <p:nvPr/>
        </p:nvCxnSpPr>
        <p:spPr>
          <a:xfrm flipH="1" flipV="1">
            <a:off x="7854102" y="3048465"/>
            <a:ext cx="1559" cy="171018"/>
          </a:xfrm>
          <a:prstGeom prst="line">
            <a:avLst/>
          </a:prstGeom>
          <a:noFill/>
          <a:ln w="38100" cap="flat" cmpd="sng" algn="ctr">
            <a:solidFill>
              <a:srgbClr val="0F9ED5">
                <a:lumMod val="50000"/>
              </a:srgbClr>
            </a:solidFill>
            <a:prstDash val="solid"/>
            <a:miter lim="800000"/>
          </a:ln>
          <a:effectLst/>
        </p:spPr>
      </p:cxnSp>
      <p:sp>
        <p:nvSpPr>
          <p:cNvPr id="292" name="Rechteck: abgerundete Ecken 291">
            <a:extLst>
              <a:ext uri="{FF2B5EF4-FFF2-40B4-BE49-F238E27FC236}">
                <a16:creationId xmlns:a16="http://schemas.microsoft.com/office/drawing/2014/main" id="{1140F5AA-DD90-A7E7-2639-904B7D73363A}"/>
              </a:ext>
            </a:extLst>
          </p:cNvPr>
          <p:cNvSpPr/>
          <p:nvPr/>
        </p:nvSpPr>
        <p:spPr>
          <a:xfrm>
            <a:off x="603965" y="5324504"/>
            <a:ext cx="1132325" cy="826010"/>
          </a:xfrm>
          <a:prstGeom prst="roundRect">
            <a:avLst>
              <a:gd name="adj" fmla="val 15278"/>
            </a:avLst>
          </a:prstGeom>
          <a:solidFill>
            <a:srgbClr val="0F9ED5">
              <a:lumMod val="50000"/>
            </a:srgbClr>
          </a:solidFill>
          <a:ln w="38100" cap="flat" cmpd="sng" algn="ctr">
            <a:solidFill>
              <a:srgbClr val="9AD2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93" name="Textfeld 292">
            <a:extLst>
              <a:ext uri="{FF2B5EF4-FFF2-40B4-BE49-F238E27FC236}">
                <a16:creationId xmlns:a16="http://schemas.microsoft.com/office/drawing/2014/main" id="{69F2D77D-53A3-EFA6-341B-5265423E6519}"/>
              </a:ext>
            </a:extLst>
          </p:cNvPr>
          <p:cNvSpPr txBox="1"/>
          <p:nvPr/>
        </p:nvSpPr>
        <p:spPr>
          <a:xfrm>
            <a:off x="599078" y="5425830"/>
            <a:ext cx="1112085" cy="323165"/>
          </a:xfrm>
          <a:prstGeom prst="rect">
            <a:avLst/>
          </a:prstGeom>
          <a:noFill/>
        </p:spPr>
        <p:txBody>
          <a:bodyPr wrap="square" rtlCol="0">
            <a:spAutoFit/>
          </a:bodyPr>
          <a:lstStyle/>
          <a:p>
            <a:pPr algn="ctr"/>
            <a:r>
              <a:rPr lang="de-DE" sz="1500" b="1" dirty="0">
                <a:solidFill>
                  <a:prstClr val="white"/>
                </a:solidFill>
                <a:latin typeface="Aptos" panose="02110004020202020204"/>
              </a:rPr>
              <a:t>Roh Daten</a:t>
            </a:r>
          </a:p>
        </p:txBody>
      </p:sp>
      <p:sp>
        <p:nvSpPr>
          <p:cNvPr id="294" name="Rechteck: abgerundete Ecken 293">
            <a:extLst>
              <a:ext uri="{FF2B5EF4-FFF2-40B4-BE49-F238E27FC236}">
                <a16:creationId xmlns:a16="http://schemas.microsoft.com/office/drawing/2014/main" id="{B49B9041-FB41-6D55-C711-A14218D8CCD5}"/>
              </a:ext>
            </a:extLst>
          </p:cNvPr>
          <p:cNvSpPr/>
          <p:nvPr/>
        </p:nvSpPr>
        <p:spPr>
          <a:xfrm>
            <a:off x="4454007" y="5294206"/>
            <a:ext cx="1028907" cy="826010"/>
          </a:xfrm>
          <a:prstGeom prst="roundRect">
            <a:avLst>
              <a:gd name="adj" fmla="val 15278"/>
            </a:avLst>
          </a:prstGeom>
          <a:solidFill>
            <a:srgbClr val="0F9ED5">
              <a:lumMod val="50000"/>
            </a:srgbClr>
          </a:solidFill>
          <a:ln w="38100" cap="flat" cmpd="sng" algn="ctr">
            <a:solidFill>
              <a:srgbClr val="9AD2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95" name="Textfeld 294">
            <a:extLst>
              <a:ext uri="{FF2B5EF4-FFF2-40B4-BE49-F238E27FC236}">
                <a16:creationId xmlns:a16="http://schemas.microsoft.com/office/drawing/2014/main" id="{4C03B541-423F-7DC1-DC19-9855319C2510}"/>
              </a:ext>
            </a:extLst>
          </p:cNvPr>
          <p:cNvSpPr txBox="1"/>
          <p:nvPr/>
        </p:nvSpPr>
        <p:spPr>
          <a:xfrm>
            <a:off x="4462396" y="5421448"/>
            <a:ext cx="1020518" cy="553998"/>
          </a:xfrm>
          <a:prstGeom prst="rect">
            <a:avLst/>
          </a:prstGeom>
          <a:noFill/>
        </p:spPr>
        <p:txBody>
          <a:bodyPr wrap="square" rtlCol="0">
            <a:spAutoFit/>
          </a:bodyPr>
          <a:lstStyle/>
          <a:p>
            <a:pPr algn="ctr"/>
            <a:r>
              <a:rPr lang="de-DE" sz="1500" b="1" dirty="0">
                <a:solidFill>
                  <a:prstClr val="white"/>
                </a:solidFill>
                <a:latin typeface="Aptos" panose="02110004020202020204"/>
              </a:rPr>
              <a:t>Daten-</a:t>
            </a:r>
          </a:p>
          <a:p>
            <a:pPr algn="ctr"/>
            <a:r>
              <a:rPr lang="de-DE" sz="1500" b="1" dirty="0" err="1">
                <a:solidFill>
                  <a:prstClr val="white"/>
                </a:solidFill>
                <a:latin typeface="Aptos" panose="02110004020202020204"/>
              </a:rPr>
              <a:t>analyse</a:t>
            </a:r>
            <a:endParaRPr lang="de-DE" sz="1500" b="1" dirty="0">
              <a:solidFill>
                <a:prstClr val="white"/>
              </a:solidFill>
              <a:latin typeface="Aptos" panose="02110004020202020204"/>
            </a:endParaRPr>
          </a:p>
        </p:txBody>
      </p:sp>
      <p:grpSp>
        <p:nvGrpSpPr>
          <p:cNvPr id="383" name="Gruppieren 382">
            <a:extLst>
              <a:ext uri="{FF2B5EF4-FFF2-40B4-BE49-F238E27FC236}">
                <a16:creationId xmlns:a16="http://schemas.microsoft.com/office/drawing/2014/main" id="{16713397-3B81-30D2-A274-79BA9A488C2F}"/>
              </a:ext>
            </a:extLst>
          </p:cNvPr>
          <p:cNvGrpSpPr/>
          <p:nvPr/>
        </p:nvGrpSpPr>
        <p:grpSpPr>
          <a:xfrm>
            <a:off x="2518998" y="5320151"/>
            <a:ext cx="1449386" cy="1308967"/>
            <a:chOff x="2438694" y="5292015"/>
            <a:chExt cx="1449386" cy="1308967"/>
          </a:xfrm>
        </p:grpSpPr>
        <p:sp>
          <p:nvSpPr>
            <p:cNvPr id="296" name="Rechteck: abgerundete Ecken 295">
              <a:extLst>
                <a:ext uri="{FF2B5EF4-FFF2-40B4-BE49-F238E27FC236}">
                  <a16:creationId xmlns:a16="http://schemas.microsoft.com/office/drawing/2014/main" id="{42106C2E-4D94-0AF6-30D0-8028503CBB7E}"/>
                </a:ext>
              </a:extLst>
            </p:cNvPr>
            <p:cNvSpPr/>
            <p:nvPr/>
          </p:nvSpPr>
          <p:spPr>
            <a:xfrm>
              <a:off x="2438695" y="5292015"/>
              <a:ext cx="1443036" cy="826010"/>
            </a:xfrm>
            <a:prstGeom prst="roundRect">
              <a:avLst>
                <a:gd name="adj" fmla="val 15278"/>
              </a:avLst>
            </a:prstGeom>
            <a:solidFill>
              <a:srgbClr val="0F9ED5">
                <a:lumMod val="50000"/>
              </a:srgbClr>
            </a:solidFill>
            <a:ln w="38100" cap="flat" cmpd="sng" algn="ctr">
              <a:solidFill>
                <a:srgbClr val="9AD2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97" name="Textfeld 296">
              <a:extLst>
                <a:ext uri="{FF2B5EF4-FFF2-40B4-BE49-F238E27FC236}">
                  <a16:creationId xmlns:a16="http://schemas.microsoft.com/office/drawing/2014/main" id="{76039693-73DC-0B42-19F7-EE41F5E75564}"/>
                </a:ext>
              </a:extLst>
            </p:cNvPr>
            <p:cNvSpPr txBox="1"/>
            <p:nvPr/>
          </p:nvSpPr>
          <p:spPr>
            <a:xfrm>
              <a:off x="2473052" y="5425830"/>
              <a:ext cx="1408677" cy="553998"/>
            </a:xfrm>
            <a:prstGeom prst="rect">
              <a:avLst/>
            </a:prstGeom>
            <a:noFill/>
          </p:spPr>
          <p:txBody>
            <a:bodyPr wrap="square" rtlCol="0">
              <a:spAutoFit/>
            </a:bodyPr>
            <a:lstStyle/>
            <a:p>
              <a:pPr algn="ctr"/>
              <a:r>
                <a:rPr lang="de-DE" sz="1500" b="1" dirty="0">
                  <a:solidFill>
                    <a:prstClr val="white"/>
                  </a:solidFill>
                  <a:latin typeface="Aptos" panose="02110004020202020204"/>
                </a:rPr>
                <a:t>Daten-aufbereitung</a:t>
              </a:r>
            </a:p>
          </p:txBody>
        </p:sp>
        <p:sp>
          <p:nvSpPr>
            <p:cNvPr id="298" name="Rechteck: abgerundete Ecken 297">
              <a:extLst>
                <a:ext uri="{FF2B5EF4-FFF2-40B4-BE49-F238E27FC236}">
                  <a16:creationId xmlns:a16="http://schemas.microsoft.com/office/drawing/2014/main" id="{7EF709AF-A786-3E6B-80F3-523550F7701B}"/>
                </a:ext>
              </a:extLst>
            </p:cNvPr>
            <p:cNvSpPr/>
            <p:nvPr/>
          </p:nvSpPr>
          <p:spPr>
            <a:xfrm>
              <a:off x="2438694" y="6227809"/>
              <a:ext cx="1443036" cy="359039"/>
            </a:xfrm>
            <a:prstGeom prst="roundRect">
              <a:avLst>
                <a:gd name="adj" fmla="val 28605"/>
              </a:avLst>
            </a:prstGeom>
            <a:solidFill>
              <a:srgbClr val="0F9ED5">
                <a:lumMod val="50000"/>
              </a:srgbClr>
            </a:solidFill>
            <a:ln w="38100" cap="flat" cmpd="sng" algn="ctr">
              <a:solidFill>
                <a:srgbClr val="9AD2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99" name="Textfeld 298">
              <a:extLst>
                <a:ext uri="{FF2B5EF4-FFF2-40B4-BE49-F238E27FC236}">
                  <a16:creationId xmlns:a16="http://schemas.microsoft.com/office/drawing/2014/main" id="{D5B7F424-832D-5689-BC63-07031BCFE4DF}"/>
                </a:ext>
              </a:extLst>
            </p:cNvPr>
            <p:cNvSpPr txBox="1"/>
            <p:nvPr/>
          </p:nvSpPr>
          <p:spPr>
            <a:xfrm>
              <a:off x="2460352" y="6277817"/>
              <a:ext cx="1427728" cy="323165"/>
            </a:xfrm>
            <a:prstGeom prst="rect">
              <a:avLst/>
            </a:prstGeom>
            <a:noFill/>
          </p:spPr>
          <p:txBody>
            <a:bodyPr wrap="square" rtlCol="0">
              <a:spAutoFit/>
            </a:bodyPr>
            <a:lstStyle/>
            <a:p>
              <a:r>
                <a:rPr lang="de-DE" sz="1500" b="1" dirty="0">
                  <a:solidFill>
                    <a:prstClr val="white"/>
                  </a:solidFill>
                  <a:latin typeface="Aptos" panose="02110004020202020204"/>
                </a:rPr>
                <a:t>Versionierung</a:t>
              </a:r>
            </a:p>
          </p:txBody>
        </p:sp>
        <p:sp>
          <p:nvSpPr>
            <p:cNvPr id="300" name="Ellipse 299">
              <a:extLst>
                <a:ext uri="{FF2B5EF4-FFF2-40B4-BE49-F238E27FC236}">
                  <a16:creationId xmlns:a16="http://schemas.microsoft.com/office/drawing/2014/main" id="{86187F62-B27C-70B2-3D0A-FB7A2F0D96A5}"/>
                </a:ext>
              </a:extLst>
            </p:cNvPr>
            <p:cNvSpPr/>
            <p:nvPr/>
          </p:nvSpPr>
          <p:spPr>
            <a:xfrm>
              <a:off x="2969798" y="5952970"/>
              <a:ext cx="359484" cy="359484"/>
            </a:xfrm>
            <a:prstGeom prst="ellipse">
              <a:avLst/>
            </a:prstGeom>
            <a:solidFill>
              <a:srgbClr val="0F9ED5">
                <a:lumMod val="50000"/>
              </a:srgbClr>
            </a:solidFill>
            <a:ln w="38100" cap="flat" cmpd="sng" algn="ctr">
              <a:solidFill>
                <a:srgbClr val="9AD2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301" name="Grafik 300" descr="Pfeil Kreis mit einfarbiger Füllung">
              <a:extLst>
                <a:ext uri="{FF2B5EF4-FFF2-40B4-BE49-F238E27FC236}">
                  <a16:creationId xmlns:a16="http://schemas.microsoft.com/office/drawing/2014/main" id="{CC574873-2F80-E337-1EA8-6597C3D7E9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54175" y="5946268"/>
              <a:ext cx="374669" cy="374669"/>
            </a:xfrm>
            <a:prstGeom prst="rect">
              <a:avLst/>
            </a:prstGeom>
          </p:spPr>
        </p:pic>
      </p:grpSp>
      <p:sp>
        <p:nvSpPr>
          <p:cNvPr id="302" name="Rechteck: abgerundete Ecken 301">
            <a:extLst>
              <a:ext uri="{FF2B5EF4-FFF2-40B4-BE49-F238E27FC236}">
                <a16:creationId xmlns:a16="http://schemas.microsoft.com/office/drawing/2014/main" id="{66D14430-D20B-7F9C-F6BD-FC09FDA85483}"/>
              </a:ext>
            </a:extLst>
          </p:cNvPr>
          <p:cNvSpPr/>
          <p:nvPr/>
        </p:nvSpPr>
        <p:spPr>
          <a:xfrm>
            <a:off x="6011472" y="5292876"/>
            <a:ext cx="1443036" cy="820344"/>
          </a:xfrm>
          <a:prstGeom prst="roundRect">
            <a:avLst>
              <a:gd name="adj" fmla="val 15278"/>
            </a:avLst>
          </a:prstGeom>
          <a:solidFill>
            <a:srgbClr val="0F9ED5">
              <a:lumMod val="50000"/>
            </a:srgbClr>
          </a:solidFill>
          <a:ln w="38100" cap="flat" cmpd="sng" algn="ctr">
            <a:solidFill>
              <a:srgbClr val="9AD2E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303" name="Textfeld 302">
            <a:extLst>
              <a:ext uri="{FF2B5EF4-FFF2-40B4-BE49-F238E27FC236}">
                <a16:creationId xmlns:a16="http://schemas.microsoft.com/office/drawing/2014/main" id="{88606F27-0AAD-130D-C617-1D1931EE3F5A}"/>
              </a:ext>
            </a:extLst>
          </p:cNvPr>
          <p:cNvSpPr txBox="1"/>
          <p:nvPr/>
        </p:nvSpPr>
        <p:spPr>
          <a:xfrm>
            <a:off x="6102286" y="5324504"/>
            <a:ext cx="1295783" cy="784830"/>
          </a:xfrm>
          <a:prstGeom prst="rect">
            <a:avLst/>
          </a:prstGeom>
          <a:noFill/>
        </p:spPr>
        <p:txBody>
          <a:bodyPr wrap="square" rtlCol="0">
            <a:spAutoFit/>
          </a:bodyPr>
          <a:lstStyle/>
          <a:p>
            <a:pPr algn="ctr"/>
            <a:r>
              <a:rPr lang="de-DE" sz="1500" b="1" dirty="0">
                <a:solidFill>
                  <a:prstClr val="white"/>
                </a:solidFill>
                <a:latin typeface="Aptos" panose="02110004020202020204"/>
              </a:rPr>
              <a:t>Archievieren &amp; Publizieren</a:t>
            </a:r>
          </a:p>
        </p:txBody>
      </p:sp>
      <p:cxnSp>
        <p:nvCxnSpPr>
          <p:cNvPr id="311" name="Gerader Verbinder 310">
            <a:extLst>
              <a:ext uri="{FF2B5EF4-FFF2-40B4-BE49-F238E27FC236}">
                <a16:creationId xmlns:a16="http://schemas.microsoft.com/office/drawing/2014/main" id="{650499DC-C0B3-4264-F2C0-C3EB534F077E}"/>
              </a:ext>
            </a:extLst>
          </p:cNvPr>
          <p:cNvCxnSpPr>
            <a:cxnSpLocks/>
          </p:cNvCxnSpPr>
          <p:nvPr/>
        </p:nvCxnSpPr>
        <p:spPr>
          <a:xfrm>
            <a:off x="6743140" y="597829"/>
            <a:ext cx="0" cy="3657465"/>
          </a:xfrm>
          <a:prstGeom prst="line">
            <a:avLst/>
          </a:prstGeom>
          <a:ln w="1905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nvGrpSpPr>
          <p:cNvPr id="349" name="Gruppieren 348">
            <a:extLst>
              <a:ext uri="{FF2B5EF4-FFF2-40B4-BE49-F238E27FC236}">
                <a16:creationId xmlns:a16="http://schemas.microsoft.com/office/drawing/2014/main" id="{CFC0CBD3-7649-7610-6C0F-FDB20AC37813}"/>
              </a:ext>
            </a:extLst>
          </p:cNvPr>
          <p:cNvGrpSpPr/>
          <p:nvPr/>
        </p:nvGrpSpPr>
        <p:grpSpPr>
          <a:xfrm>
            <a:off x="311525" y="6043378"/>
            <a:ext cx="1323201" cy="750191"/>
            <a:chOff x="1763041" y="130961"/>
            <a:chExt cx="1927492" cy="1119989"/>
          </a:xfrm>
        </p:grpSpPr>
        <p:sp>
          <p:nvSpPr>
            <p:cNvPr id="350" name="Ellipse 5">
              <a:extLst>
                <a:ext uri="{FF2B5EF4-FFF2-40B4-BE49-F238E27FC236}">
                  <a16:creationId xmlns:a16="http://schemas.microsoft.com/office/drawing/2014/main" id="{5BD6C64A-7600-42AB-9277-A8F8D398C33D}"/>
                </a:ext>
              </a:extLst>
            </p:cNvPr>
            <p:cNvSpPr/>
            <p:nvPr/>
          </p:nvSpPr>
          <p:spPr>
            <a:xfrm>
              <a:off x="1822639" y="552395"/>
              <a:ext cx="1867894" cy="698555"/>
            </a:xfrm>
            <a:custGeom>
              <a:avLst/>
              <a:gdLst>
                <a:gd name="csX0" fmla="*/ 794 w 630507"/>
                <a:gd name="csY0" fmla="*/ 89966 h 305938"/>
                <a:gd name="csX1" fmla="*/ 306969 w 630507"/>
                <a:gd name="csY1" fmla="*/ 71 h 305938"/>
                <a:gd name="csX2" fmla="*/ 622669 w 630507"/>
                <a:gd name="csY2" fmla="*/ 77607 h 305938"/>
                <a:gd name="csX3" fmla="*/ 485585 w 630507"/>
                <a:gd name="csY3" fmla="*/ 173089 h 305938"/>
                <a:gd name="csX4" fmla="*/ 338522 w 630507"/>
                <a:gd name="csY4" fmla="*/ 301853 h 305938"/>
                <a:gd name="csX5" fmla="*/ 183961 w 630507"/>
                <a:gd name="csY5" fmla="*/ 201926 h 305938"/>
                <a:gd name="csX6" fmla="*/ 794 w 630507"/>
                <a:gd name="csY6" fmla="*/ 89966 h 3059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30507" h="305938">
                  <a:moveTo>
                    <a:pt x="794" y="89966"/>
                  </a:moveTo>
                  <a:cubicBezTo>
                    <a:pt x="14945" y="27488"/>
                    <a:pt x="203323" y="2131"/>
                    <a:pt x="306969" y="71"/>
                  </a:cubicBezTo>
                  <a:cubicBezTo>
                    <a:pt x="410615" y="-1989"/>
                    <a:pt x="578083" y="41218"/>
                    <a:pt x="622669" y="77607"/>
                  </a:cubicBezTo>
                  <a:cubicBezTo>
                    <a:pt x="667255" y="113996"/>
                    <a:pt x="508072" y="112370"/>
                    <a:pt x="485585" y="173089"/>
                  </a:cubicBezTo>
                  <a:cubicBezTo>
                    <a:pt x="615498" y="258524"/>
                    <a:pt x="388793" y="297047"/>
                    <a:pt x="338522" y="301853"/>
                  </a:cubicBezTo>
                  <a:cubicBezTo>
                    <a:pt x="288251" y="306659"/>
                    <a:pt x="74620" y="326496"/>
                    <a:pt x="183961" y="201926"/>
                  </a:cubicBezTo>
                  <a:cubicBezTo>
                    <a:pt x="166302" y="147387"/>
                    <a:pt x="-13357" y="152444"/>
                    <a:pt x="794" y="89966"/>
                  </a:cubicBezTo>
                  <a:close/>
                </a:path>
              </a:pathLst>
            </a:custGeom>
            <a:solidFill>
              <a:srgbClr val="5E755D"/>
            </a:solidFill>
            <a:ln w="28575">
              <a:solidFill>
                <a:srgbClr val="4758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1" name="Freihandform: Form 350">
              <a:extLst>
                <a:ext uri="{FF2B5EF4-FFF2-40B4-BE49-F238E27FC236}">
                  <a16:creationId xmlns:a16="http://schemas.microsoft.com/office/drawing/2014/main" id="{5145E472-EB35-F1CB-1876-B359435DE963}"/>
                </a:ext>
              </a:extLst>
            </p:cNvPr>
            <p:cNvSpPr/>
            <p:nvPr/>
          </p:nvSpPr>
          <p:spPr>
            <a:xfrm flipH="1">
              <a:off x="1763041" y="246826"/>
              <a:ext cx="881949" cy="530856"/>
            </a:xfrm>
            <a:custGeom>
              <a:avLst/>
              <a:gdLst>
                <a:gd name="csX0" fmla="*/ 290515 w 729938"/>
                <a:gd name="csY0" fmla="*/ 346843 h 439359"/>
                <a:gd name="csX1" fmla="*/ 414205 w 729938"/>
                <a:gd name="csY1" fmla="*/ 223017 h 439359"/>
                <a:gd name="csX2" fmla="*/ 493997 w 729938"/>
                <a:gd name="csY2" fmla="*/ 252117 h 439359"/>
                <a:gd name="csX3" fmla="*/ 492359 w 729938"/>
                <a:gd name="csY3" fmla="*/ 270881 h 439359"/>
                <a:gd name="csX4" fmla="*/ 494131 w 729938"/>
                <a:gd name="csY4" fmla="*/ 312115 h 439359"/>
                <a:gd name="csX5" fmla="*/ 535088 w 729938"/>
                <a:gd name="csY5" fmla="*/ 360311 h 439359"/>
                <a:gd name="csX6" fmla="*/ 556824 w 729938"/>
                <a:gd name="csY6" fmla="*/ 380981 h 439359"/>
                <a:gd name="csX7" fmla="*/ 586752 w 729938"/>
                <a:gd name="csY7" fmla="*/ 436502 h 439359"/>
                <a:gd name="csX8" fmla="*/ 591124 w 729938"/>
                <a:gd name="csY8" fmla="*/ 439359 h 439359"/>
                <a:gd name="csX9" fmla="*/ 592314 w 729938"/>
                <a:gd name="csY9" fmla="*/ 439207 h 439359"/>
                <a:gd name="csX10" fmla="*/ 595867 w 729938"/>
                <a:gd name="csY10" fmla="*/ 434121 h 439359"/>
                <a:gd name="csX11" fmla="*/ 602535 w 729938"/>
                <a:gd name="csY11" fmla="*/ 379219 h 439359"/>
                <a:gd name="csX12" fmla="*/ 595524 w 729938"/>
                <a:gd name="csY12" fmla="*/ 294084 h 439359"/>
                <a:gd name="csX13" fmla="*/ 523687 w 729938"/>
                <a:gd name="csY13" fmla="*/ 227647 h 439359"/>
                <a:gd name="csX14" fmla="*/ 298687 w 729938"/>
                <a:gd name="csY14" fmla="*/ 233696 h 439359"/>
                <a:gd name="csX15" fmla="*/ 439133 w 729938"/>
                <a:gd name="csY15" fmla="*/ 50654 h 439359"/>
                <a:gd name="csX16" fmla="*/ 439733 w 729938"/>
                <a:gd name="csY16" fmla="*/ 50482 h 439359"/>
                <a:gd name="csX17" fmla="*/ 436228 w 729938"/>
                <a:gd name="csY17" fmla="*/ 67627 h 439359"/>
                <a:gd name="csX18" fmla="*/ 432837 w 729938"/>
                <a:gd name="csY18" fmla="*/ 93821 h 439359"/>
                <a:gd name="csX19" fmla="*/ 458736 w 729938"/>
                <a:gd name="csY19" fmla="*/ 123863 h 439359"/>
                <a:gd name="csX20" fmla="*/ 471985 w 729938"/>
                <a:gd name="csY20" fmla="*/ 135626 h 439359"/>
                <a:gd name="csX21" fmla="*/ 487635 w 729938"/>
                <a:gd name="csY21" fmla="*/ 168164 h 439359"/>
                <a:gd name="csX22" fmla="*/ 492140 w 729938"/>
                <a:gd name="csY22" fmla="*/ 171383 h 439359"/>
                <a:gd name="csX23" fmla="*/ 492759 w 729938"/>
                <a:gd name="csY23" fmla="*/ 171383 h 439359"/>
                <a:gd name="csX24" fmla="*/ 496893 w 729938"/>
                <a:gd name="csY24" fmla="*/ 166992 h 439359"/>
                <a:gd name="csX25" fmla="*/ 507828 w 729938"/>
                <a:gd name="csY25" fmla="*/ 135074 h 439359"/>
                <a:gd name="csX26" fmla="*/ 512400 w 729938"/>
                <a:gd name="csY26" fmla="*/ 82191 h 439359"/>
                <a:gd name="csX27" fmla="*/ 470328 w 729938"/>
                <a:gd name="csY27" fmla="*/ 42748 h 439359"/>
                <a:gd name="csX28" fmla="*/ 651598 w 729938"/>
                <a:gd name="csY28" fmla="*/ 120577 h 439359"/>
                <a:gd name="csX29" fmla="*/ 642140 w 729938"/>
                <a:gd name="csY29" fmla="*/ 140313 h 439359"/>
                <a:gd name="csX30" fmla="*/ 628652 w 729938"/>
                <a:gd name="csY30" fmla="*/ 179365 h 439359"/>
                <a:gd name="csX31" fmla="*/ 649083 w 729938"/>
                <a:gd name="csY31" fmla="*/ 239239 h 439359"/>
                <a:gd name="csX32" fmla="*/ 661723 w 729938"/>
                <a:gd name="csY32" fmla="*/ 266443 h 439359"/>
                <a:gd name="csX33" fmla="*/ 669181 w 729938"/>
                <a:gd name="csY33" fmla="*/ 329069 h 439359"/>
                <a:gd name="csX34" fmla="*/ 673353 w 729938"/>
                <a:gd name="csY34" fmla="*/ 333651 h 439359"/>
                <a:gd name="csX35" fmla="*/ 673944 w 729938"/>
                <a:gd name="csY35" fmla="*/ 333651 h 439359"/>
                <a:gd name="csX36" fmla="*/ 678525 w 729938"/>
                <a:gd name="csY36" fmla="*/ 330193 h 439359"/>
                <a:gd name="csX37" fmla="*/ 704852 w 729938"/>
                <a:gd name="csY37" fmla="*/ 281559 h 439359"/>
                <a:gd name="csX38" fmla="*/ 729570 w 729938"/>
                <a:gd name="csY38" fmla="*/ 199787 h 439359"/>
                <a:gd name="csX39" fmla="*/ 689203 w 729938"/>
                <a:gd name="csY39" fmla="*/ 111204 h 439359"/>
                <a:gd name="csX40" fmla="*/ 427656 w 729938"/>
                <a:gd name="csY40" fmla="*/ 14382 h 439359"/>
                <a:gd name="csX41" fmla="*/ 289543 w 729938"/>
                <a:gd name="csY41" fmla="*/ 137950 h 439359"/>
                <a:gd name="csX42" fmla="*/ 138096 w 729938"/>
                <a:gd name="csY42" fmla="*/ 42081 h 439359"/>
                <a:gd name="csX43" fmla="*/ 107682 w 729938"/>
                <a:gd name="csY43" fmla="*/ 45043 h 439359"/>
                <a:gd name="csX44" fmla="*/ 19671 w 729938"/>
                <a:gd name="csY44" fmla="*/ 102251 h 439359"/>
                <a:gd name="csX45" fmla="*/ 1460 w 729938"/>
                <a:gd name="csY45" fmla="*/ 185718 h 439359"/>
                <a:gd name="csX46" fmla="*/ 793 w 729938"/>
                <a:gd name="csY46" fmla="*/ 241011 h 439359"/>
                <a:gd name="csX47" fmla="*/ 4354 w 729938"/>
                <a:gd name="csY47" fmla="*/ 246728 h 439359"/>
                <a:gd name="csX48" fmla="*/ 9518 w 729938"/>
                <a:gd name="csY48" fmla="*/ 244535 h 439359"/>
                <a:gd name="csX49" fmla="*/ 46513 w 729938"/>
                <a:gd name="csY49" fmla="*/ 193472 h 439359"/>
                <a:gd name="csX50" fmla="*/ 70802 w 729938"/>
                <a:gd name="csY50" fmla="*/ 175860 h 439359"/>
                <a:gd name="csX51" fmla="*/ 117788 w 729938"/>
                <a:gd name="csY51" fmla="*/ 133502 h 439359"/>
                <a:gd name="csX52" fmla="*/ 124999 w 729938"/>
                <a:gd name="csY52" fmla="*/ 92868 h 439359"/>
                <a:gd name="csX53" fmla="*/ 125265 w 729938"/>
                <a:gd name="csY53" fmla="*/ 80915 h 439359"/>
                <a:gd name="csX54" fmla="*/ 138096 w 729938"/>
                <a:gd name="csY54" fmla="*/ 80181 h 439359"/>
                <a:gd name="csX55" fmla="*/ 266683 w 729938"/>
                <a:gd name="csY55" fmla="*/ 203625 h 439359"/>
                <a:gd name="csX56" fmla="*/ 252205 w 729938"/>
                <a:gd name="csY56" fmla="*/ 370084 h 439359"/>
                <a:gd name="csX57" fmla="*/ 252310 w 729938"/>
                <a:gd name="csY57" fmla="*/ 375590 h 439359"/>
                <a:gd name="csX58" fmla="*/ 290400 w 729938"/>
                <a:gd name="csY58" fmla="*/ 375590 h 439359"/>
                <a:gd name="csX59" fmla="*/ 290515 w 729938"/>
                <a:gd name="csY59" fmla="*/ 346843 h 4393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Lst>
              <a:rect l="l" t="t" r="r" b="b"/>
              <a:pathLst>
                <a:path w="729938" h="439359">
                  <a:moveTo>
                    <a:pt x="290515" y="346843"/>
                  </a:moveTo>
                  <a:cubicBezTo>
                    <a:pt x="290478" y="278494"/>
                    <a:pt x="345855" y="223054"/>
                    <a:pt x="414205" y="223017"/>
                  </a:cubicBezTo>
                  <a:cubicBezTo>
                    <a:pt x="443402" y="223001"/>
                    <a:pt x="471665" y="233308"/>
                    <a:pt x="493997" y="252117"/>
                  </a:cubicBezTo>
                  <a:cubicBezTo>
                    <a:pt x="493830" y="258399"/>
                    <a:pt x="493283" y="264665"/>
                    <a:pt x="492359" y="270881"/>
                  </a:cubicBezTo>
                  <a:cubicBezTo>
                    <a:pt x="489413" y="284552"/>
                    <a:pt x="490023" y="298749"/>
                    <a:pt x="494131" y="312115"/>
                  </a:cubicBezTo>
                  <a:cubicBezTo>
                    <a:pt x="503199" y="331572"/>
                    <a:pt x="517349" y="348222"/>
                    <a:pt x="535088" y="360311"/>
                  </a:cubicBezTo>
                  <a:cubicBezTo>
                    <a:pt x="543240" y="366181"/>
                    <a:pt x="550552" y="373135"/>
                    <a:pt x="556824" y="380981"/>
                  </a:cubicBezTo>
                  <a:cubicBezTo>
                    <a:pt x="568304" y="398637"/>
                    <a:pt x="578314" y="417206"/>
                    <a:pt x="586752" y="436502"/>
                  </a:cubicBezTo>
                  <a:cubicBezTo>
                    <a:pt x="587510" y="438240"/>
                    <a:pt x="589227" y="439362"/>
                    <a:pt x="591124" y="439359"/>
                  </a:cubicBezTo>
                  <a:cubicBezTo>
                    <a:pt x="591526" y="439359"/>
                    <a:pt x="591926" y="439309"/>
                    <a:pt x="592314" y="439207"/>
                  </a:cubicBezTo>
                  <a:cubicBezTo>
                    <a:pt x="594592" y="438621"/>
                    <a:pt x="596102" y="436461"/>
                    <a:pt x="595867" y="434121"/>
                  </a:cubicBezTo>
                  <a:cubicBezTo>
                    <a:pt x="594875" y="415572"/>
                    <a:pt x="597131" y="396991"/>
                    <a:pt x="602535" y="379219"/>
                  </a:cubicBezTo>
                  <a:cubicBezTo>
                    <a:pt x="610990" y="350968"/>
                    <a:pt x="608487" y="320570"/>
                    <a:pt x="595524" y="294084"/>
                  </a:cubicBezTo>
                  <a:cubicBezTo>
                    <a:pt x="581415" y="263231"/>
                    <a:pt x="555546" y="239307"/>
                    <a:pt x="523687" y="227647"/>
                  </a:cubicBezTo>
                  <a:cubicBezTo>
                    <a:pt x="459438" y="168364"/>
                    <a:pt x="359659" y="171046"/>
                    <a:pt x="298687" y="233696"/>
                  </a:cubicBezTo>
                  <a:cubicBezTo>
                    <a:pt x="312794" y="158239"/>
                    <a:pt x="348846" y="79162"/>
                    <a:pt x="439133" y="50654"/>
                  </a:cubicBezTo>
                  <a:cubicBezTo>
                    <a:pt x="439333" y="50587"/>
                    <a:pt x="439524" y="50539"/>
                    <a:pt x="439733" y="50482"/>
                  </a:cubicBezTo>
                  <a:cubicBezTo>
                    <a:pt x="439793" y="56381"/>
                    <a:pt x="438599" y="62226"/>
                    <a:pt x="436228" y="67627"/>
                  </a:cubicBezTo>
                  <a:cubicBezTo>
                    <a:pt x="432338" y="75775"/>
                    <a:pt x="431150" y="84951"/>
                    <a:pt x="432837" y="93821"/>
                  </a:cubicBezTo>
                  <a:cubicBezTo>
                    <a:pt x="437886" y="106439"/>
                    <a:pt x="447000" y="117011"/>
                    <a:pt x="458736" y="123863"/>
                  </a:cubicBezTo>
                  <a:cubicBezTo>
                    <a:pt x="463734" y="127075"/>
                    <a:pt x="468205" y="131043"/>
                    <a:pt x="471985" y="135626"/>
                  </a:cubicBezTo>
                  <a:cubicBezTo>
                    <a:pt x="478356" y="145877"/>
                    <a:pt x="483604" y="156786"/>
                    <a:pt x="487635" y="168164"/>
                  </a:cubicBezTo>
                  <a:cubicBezTo>
                    <a:pt x="488294" y="170090"/>
                    <a:pt x="490104" y="171383"/>
                    <a:pt x="492140" y="171383"/>
                  </a:cubicBezTo>
                  <a:cubicBezTo>
                    <a:pt x="492346" y="171396"/>
                    <a:pt x="492553" y="171396"/>
                    <a:pt x="492759" y="171383"/>
                  </a:cubicBezTo>
                  <a:cubicBezTo>
                    <a:pt x="495006" y="171090"/>
                    <a:pt x="496735" y="169253"/>
                    <a:pt x="496893" y="166992"/>
                  </a:cubicBezTo>
                  <a:cubicBezTo>
                    <a:pt x="498387" y="155733"/>
                    <a:pt x="502104" y="144884"/>
                    <a:pt x="507828" y="135074"/>
                  </a:cubicBezTo>
                  <a:cubicBezTo>
                    <a:pt x="517419" y="119093"/>
                    <a:pt x="519106" y="99581"/>
                    <a:pt x="512400" y="82191"/>
                  </a:cubicBezTo>
                  <a:cubicBezTo>
                    <a:pt x="504817" y="63525"/>
                    <a:pt x="489444" y="49113"/>
                    <a:pt x="470328" y="42748"/>
                  </a:cubicBezTo>
                  <a:cubicBezTo>
                    <a:pt x="592248" y="18631"/>
                    <a:pt x="641073" y="99422"/>
                    <a:pt x="651598" y="120577"/>
                  </a:cubicBezTo>
                  <a:cubicBezTo>
                    <a:pt x="649006" y="127410"/>
                    <a:pt x="645842" y="134012"/>
                    <a:pt x="642140" y="140313"/>
                  </a:cubicBezTo>
                  <a:cubicBezTo>
                    <a:pt x="634376" y="151962"/>
                    <a:pt x="629732" y="165408"/>
                    <a:pt x="628652" y="179365"/>
                  </a:cubicBezTo>
                  <a:cubicBezTo>
                    <a:pt x="629951" y="200798"/>
                    <a:pt x="637010" y="221483"/>
                    <a:pt x="649083" y="239239"/>
                  </a:cubicBezTo>
                  <a:cubicBezTo>
                    <a:pt x="654513" y="247691"/>
                    <a:pt x="658765" y="256842"/>
                    <a:pt x="661723" y="266443"/>
                  </a:cubicBezTo>
                  <a:cubicBezTo>
                    <a:pt x="665923" y="287078"/>
                    <a:pt x="668417" y="308025"/>
                    <a:pt x="669181" y="329069"/>
                  </a:cubicBezTo>
                  <a:cubicBezTo>
                    <a:pt x="669253" y="331416"/>
                    <a:pt x="671023" y="333361"/>
                    <a:pt x="673353" y="333651"/>
                  </a:cubicBezTo>
                  <a:cubicBezTo>
                    <a:pt x="673549" y="333665"/>
                    <a:pt x="673747" y="333665"/>
                    <a:pt x="673944" y="333651"/>
                  </a:cubicBezTo>
                  <a:cubicBezTo>
                    <a:pt x="676071" y="333652"/>
                    <a:pt x="677942" y="332240"/>
                    <a:pt x="678525" y="330193"/>
                  </a:cubicBezTo>
                  <a:cubicBezTo>
                    <a:pt x="684418" y="312580"/>
                    <a:pt x="693327" y="296123"/>
                    <a:pt x="704852" y="281559"/>
                  </a:cubicBezTo>
                  <a:cubicBezTo>
                    <a:pt x="723079" y="258379"/>
                    <a:pt x="731904" y="229183"/>
                    <a:pt x="729570" y="199787"/>
                  </a:cubicBezTo>
                  <a:cubicBezTo>
                    <a:pt x="727500" y="166291"/>
                    <a:pt x="713124" y="134742"/>
                    <a:pt x="689203" y="111204"/>
                  </a:cubicBezTo>
                  <a:cubicBezTo>
                    <a:pt x="688564" y="109613"/>
                    <a:pt x="623213" y="-47368"/>
                    <a:pt x="427656" y="14382"/>
                  </a:cubicBezTo>
                  <a:cubicBezTo>
                    <a:pt x="365884" y="33607"/>
                    <a:pt x="315494" y="78690"/>
                    <a:pt x="289543" y="137950"/>
                  </a:cubicBezTo>
                  <a:cubicBezTo>
                    <a:pt x="261514" y="79692"/>
                    <a:pt x="202745" y="42490"/>
                    <a:pt x="138096" y="42081"/>
                  </a:cubicBezTo>
                  <a:cubicBezTo>
                    <a:pt x="127887" y="42109"/>
                    <a:pt x="117705" y="43100"/>
                    <a:pt x="107682" y="45043"/>
                  </a:cubicBezTo>
                  <a:cubicBezTo>
                    <a:pt x="71977" y="51830"/>
                    <a:pt x="40369" y="72375"/>
                    <a:pt x="19671" y="102251"/>
                  </a:cubicBezTo>
                  <a:cubicBezTo>
                    <a:pt x="3325" y="126795"/>
                    <a:pt x="-3177" y="156595"/>
                    <a:pt x="1460" y="185718"/>
                  </a:cubicBezTo>
                  <a:cubicBezTo>
                    <a:pt x="4432" y="204049"/>
                    <a:pt x="4207" y="222757"/>
                    <a:pt x="793" y="241011"/>
                  </a:cubicBezTo>
                  <a:cubicBezTo>
                    <a:pt x="197" y="243573"/>
                    <a:pt x="1792" y="246132"/>
                    <a:pt x="4354" y="246728"/>
                  </a:cubicBezTo>
                  <a:cubicBezTo>
                    <a:pt x="6369" y="247195"/>
                    <a:pt x="8455" y="246310"/>
                    <a:pt x="9518" y="244535"/>
                  </a:cubicBezTo>
                  <a:cubicBezTo>
                    <a:pt x="20430" y="226529"/>
                    <a:pt x="32802" y="209451"/>
                    <a:pt x="46513" y="193472"/>
                  </a:cubicBezTo>
                  <a:cubicBezTo>
                    <a:pt x="53774" y="186527"/>
                    <a:pt x="61944" y="180602"/>
                    <a:pt x="70802" y="175860"/>
                  </a:cubicBezTo>
                  <a:cubicBezTo>
                    <a:pt x="89990" y="166225"/>
                    <a:pt x="106223" y="151592"/>
                    <a:pt x="117788" y="133502"/>
                  </a:cubicBezTo>
                  <a:cubicBezTo>
                    <a:pt x="123628" y="120798"/>
                    <a:pt x="126110" y="106806"/>
                    <a:pt x="124999" y="92868"/>
                  </a:cubicBezTo>
                  <a:cubicBezTo>
                    <a:pt x="124999" y="88801"/>
                    <a:pt x="125065" y="84801"/>
                    <a:pt x="125265" y="80915"/>
                  </a:cubicBezTo>
                  <a:cubicBezTo>
                    <a:pt x="129527" y="80450"/>
                    <a:pt x="133809" y="80205"/>
                    <a:pt x="138096" y="80181"/>
                  </a:cubicBezTo>
                  <a:cubicBezTo>
                    <a:pt x="207628" y="80181"/>
                    <a:pt x="266436" y="136674"/>
                    <a:pt x="266683" y="203625"/>
                  </a:cubicBezTo>
                  <a:cubicBezTo>
                    <a:pt x="254655" y="258248"/>
                    <a:pt x="249788" y="314205"/>
                    <a:pt x="252205" y="370084"/>
                  </a:cubicBezTo>
                  <a:cubicBezTo>
                    <a:pt x="252205" y="372056"/>
                    <a:pt x="252272" y="373799"/>
                    <a:pt x="252310" y="375590"/>
                  </a:cubicBezTo>
                  <a:lnTo>
                    <a:pt x="290400" y="375590"/>
                  </a:lnTo>
                  <a:cubicBezTo>
                    <a:pt x="290438" y="366008"/>
                    <a:pt x="290477" y="356425"/>
                    <a:pt x="290515" y="346843"/>
                  </a:cubicBezTo>
                  <a:close/>
                </a:path>
              </a:pathLst>
            </a:custGeom>
            <a:solidFill>
              <a:srgbClr val="6F6D68"/>
            </a:solidFill>
            <a:ln w="28575" cap="flat">
              <a:solidFill>
                <a:srgbClr val="4F4E4B"/>
              </a:solidFill>
              <a:prstDash val="solid"/>
              <a:miter/>
            </a:ln>
          </p:spPr>
          <p:txBody>
            <a:bodyPr/>
            <a:lstStyle/>
            <a:p>
              <a:endParaRPr lang="de-DE"/>
            </a:p>
          </p:txBody>
        </p:sp>
        <p:sp>
          <p:nvSpPr>
            <p:cNvPr id="352" name="Gleichschenkliges Dreieck 20">
              <a:extLst>
                <a:ext uri="{FF2B5EF4-FFF2-40B4-BE49-F238E27FC236}">
                  <a16:creationId xmlns:a16="http://schemas.microsoft.com/office/drawing/2014/main" id="{E747E03C-64A0-9640-6A08-C682C27D7439}"/>
                </a:ext>
              </a:extLst>
            </p:cNvPr>
            <p:cNvSpPr/>
            <p:nvPr/>
          </p:nvSpPr>
          <p:spPr>
            <a:xfrm flipH="1">
              <a:off x="2952579" y="130961"/>
              <a:ext cx="412806" cy="724570"/>
            </a:xfrm>
            <a:custGeom>
              <a:avLst/>
              <a:gdLst>
                <a:gd name="csX0" fmla="*/ 86589 w 278682"/>
                <a:gd name="csY0" fmla="*/ 316115 h 316115"/>
                <a:gd name="csX1" fmla="*/ 0 w 278682"/>
                <a:gd name="csY1" fmla="*/ 126210 h 316115"/>
                <a:gd name="csX2" fmla="*/ 135035 w 278682"/>
                <a:gd name="csY2" fmla="*/ 189929 h 316115"/>
                <a:gd name="csX3" fmla="*/ 278682 w 278682"/>
                <a:gd name="csY3" fmla="*/ 0 h 316115"/>
                <a:gd name="csX4" fmla="*/ 165884 w 278682"/>
                <a:gd name="csY4" fmla="*/ 313344 h 316115"/>
                <a:gd name="csX5" fmla="*/ 86589 w 278682"/>
                <a:gd name="csY5" fmla="*/ 316115 h 316115"/>
              </a:gdLst>
              <a:ahLst/>
              <a:cxnLst>
                <a:cxn ang="0">
                  <a:pos x="csX0" y="csY0"/>
                </a:cxn>
                <a:cxn ang="0">
                  <a:pos x="csX1" y="csY1"/>
                </a:cxn>
                <a:cxn ang="0">
                  <a:pos x="csX2" y="csY2"/>
                </a:cxn>
                <a:cxn ang="0">
                  <a:pos x="csX3" y="csY3"/>
                </a:cxn>
                <a:cxn ang="0">
                  <a:pos x="csX4" y="csY4"/>
                </a:cxn>
                <a:cxn ang="0">
                  <a:pos x="csX5" y="csY5"/>
                </a:cxn>
              </a:cxnLst>
              <a:rect l="l" t="t" r="r" b="b"/>
              <a:pathLst>
                <a:path w="278682" h="316115">
                  <a:moveTo>
                    <a:pt x="86589" y="316115"/>
                  </a:moveTo>
                  <a:cubicBezTo>
                    <a:pt x="111097" y="181267"/>
                    <a:pt x="101953" y="153706"/>
                    <a:pt x="0" y="126210"/>
                  </a:cubicBezTo>
                  <a:cubicBezTo>
                    <a:pt x="58803" y="129190"/>
                    <a:pt x="99662" y="141243"/>
                    <a:pt x="135035" y="189929"/>
                  </a:cubicBezTo>
                  <a:cubicBezTo>
                    <a:pt x="149189" y="132856"/>
                    <a:pt x="213882" y="14061"/>
                    <a:pt x="278682" y="0"/>
                  </a:cubicBezTo>
                  <a:cubicBezTo>
                    <a:pt x="152740" y="121708"/>
                    <a:pt x="164115" y="239261"/>
                    <a:pt x="165884" y="313344"/>
                  </a:cubicBezTo>
                  <a:lnTo>
                    <a:pt x="86589" y="316115"/>
                  </a:lnTo>
                  <a:close/>
                </a:path>
              </a:pathLst>
            </a:custGeom>
            <a:solidFill>
              <a:srgbClr val="6F6D68"/>
            </a:solidFill>
            <a:ln w="28575">
              <a:solidFill>
                <a:srgbClr val="4F4E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3" name="Gleichschenkliges Dreieck 20">
              <a:extLst>
                <a:ext uri="{FF2B5EF4-FFF2-40B4-BE49-F238E27FC236}">
                  <a16:creationId xmlns:a16="http://schemas.microsoft.com/office/drawing/2014/main" id="{81C8D886-1DFC-4816-E79F-C59CF0AE3E55}"/>
                </a:ext>
              </a:extLst>
            </p:cNvPr>
            <p:cNvSpPr/>
            <p:nvPr/>
          </p:nvSpPr>
          <p:spPr>
            <a:xfrm>
              <a:off x="2644990" y="632553"/>
              <a:ext cx="249119" cy="445956"/>
            </a:xfrm>
            <a:custGeom>
              <a:avLst/>
              <a:gdLst>
                <a:gd name="csX0" fmla="*/ 52579 w 258795"/>
                <a:gd name="csY0" fmla="*/ 282924 h 284822"/>
                <a:gd name="csX1" fmla="*/ 0 w 258795"/>
                <a:gd name="csY1" fmla="*/ 148592 h 284822"/>
                <a:gd name="csX2" fmla="*/ 124833 w 258795"/>
                <a:gd name="csY2" fmla="*/ 209618 h 284822"/>
                <a:gd name="csX3" fmla="*/ 258795 w 258795"/>
                <a:gd name="csY3" fmla="*/ 0 h 284822"/>
                <a:gd name="csX4" fmla="*/ 207836 w 258795"/>
                <a:gd name="csY4" fmla="*/ 284822 h 284822"/>
                <a:gd name="csX5" fmla="*/ 52579 w 258795"/>
                <a:gd name="csY5" fmla="*/ 282924 h 284822"/>
              </a:gdLst>
              <a:ahLst/>
              <a:cxnLst>
                <a:cxn ang="0">
                  <a:pos x="csX0" y="csY0"/>
                </a:cxn>
                <a:cxn ang="0">
                  <a:pos x="csX1" y="csY1"/>
                </a:cxn>
                <a:cxn ang="0">
                  <a:pos x="csX2" y="csY2"/>
                </a:cxn>
                <a:cxn ang="0">
                  <a:pos x="csX3" y="csY3"/>
                </a:cxn>
                <a:cxn ang="0">
                  <a:pos x="csX4" y="csY4"/>
                </a:cxn>
                <a:cxn ang="0">
                  <a:pos x="csX5" y="csY5"/>
                </a:cxn>
              </a:cxnLst>
              <a:rect l="l" t="t" r="r" b="b"/>
              <a:pathLst>
                <a:path w="258795" h="284822">
                  <a:moveTo>
                    <a:pt x="52579" y="282924"/>
                  </a:moveTo>
                  <a:cubicBezTo>
                    <a:pt x="83461" y="207581"/>
                    <a:pt x="94943" y="178884"/>
                    <a:pt x="0" y="148592"/>
                  </a:cubicBezTo>
                  <a:cubicBezTo>
                    <a:pt x="125286" y="156110"/>
                    <a:pt x="117559" y="188516"/>
                    <a:pt x="124833" y="209618"/>
                  </a:cubicBezTo>
                  <a:cubicBezTo>
                    <a:pt x="134819" y="117916"/>
                    <a:pt x="161969" y="42200"/>
                    <a:pt x="258795" y="0"/>
                  </a:cubicBezTo>
                  <a:cubicBezTo>
                    <a:pt x="155181" y="92619"/>
                    <a:pt x="178203" y="210739"/>
                    <a:pt x="207836" y="284822"/>
                  </a:cubicBezTo>
                  <a:lnTo>
                    <a:pt x="52579" y="282924"/>
                  </a:lnTo>
                  <a:close/>
                </a:path>
              </a:pathLst>
            </a:custGeom>
            <a:solidFill>
              <a:srgbClr val="6F6D68"/>
            </a:solidFill>
            <a:ln w="28575">
              <a:solidFill>
                <a:srgbClr val="4F4E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4" name="Ellipse 353">
              <a:extLst>
                <a:ext uri="{FF2B5EF4-FFF2-40B4-BE49-F238E27FC236}">
                  <a16:creationId xmlns:a16="http://schemas.microsoft.com/office/drawing/2014/main" id="{0B6CAED4-3D9A-3AA4-81B9-4BFE8FB3DDD8}"/>
                </a:ext>
              </a:extLst>
            </p:cNvPr>
            <p:cNvSpPr/>
            <p:nvPr/>
          </p:nvSpPr>
          <p:spPr>
            <a:xfrm>
              <a:off x="3486150" y="927100"/>
              <a:ext cx="204383" cy="101600"/>
            </a:xfrm>
            <a:prstGeom prst="ellipse">
              <a:avLst/>
            </a:prstGeom>
            <a:solidFill>
              <a:srgbClr val="5E755D"/>
            </a:solidFill>
            <a:ln w="28575">
              <a:solidFill>
                <a:srgbClr val="4758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5" name="Ellipse 28">
              <a:extLst>
                <a:ext uri="{FF2B5EF4-FFF2-40B4-BE49-F238E27FC236}">
                  <a16:creationId xmlns:a16="http://schemas.microsoft.com/office/drawing/2014/main" id="{FE849279-7B53-EF9E-2499-D70F2C9B1B64}"/>
                </a:ext>
              </a:extLst>
            </p:cNvPr>
            <p:cNvSpPr/>
            <p:nvPr/>
          </p:nvSpPr>
          <p:spPr>
            <a:xfrm>
              <a:off x="1928932" y="964952"/>
              <a:ext cx="249120" cy="120924"/>
            </a:xfrm>
            <a:custGeom>
              <a:avLst/>
              <a:gdLst>
                <a:gd name="csX0" fmla="*/ 0 w 249120"/>
                <a:gd name="csY0" fmla="*/ 79499 h 120924"/>
                <a:gd name="csX1" fmla="*/ 124560 w 249120"/>
                <a:gd name="csY1" fmla="*/ 0 h 120924"/>
                <a:gd name="csX2" fmla="*/ 249120 w 249120"/>
                <a:gd name="csY2" fmla="*/ 79499 h 120924"/>
                <a:gd name="csX3" fmla="*/ 124560 w 249120"/>
                <a:gd name="csY3" fmla="*/ 120898 h 120924"/>
                <a:gd name="csX4" fmla="*/ 0 w 249120"/>
                <a:gd name="csY4" fmla="*/ 79499 h 120924"/>
              </a:gdLst>
              <a:ahLst/>
              <a:cxnLst>
                <a:cxn ang="0">
                  <a:pos x="csX0" y="csY0"/>
                </a:cxn>
                <a:cxn ang="0">
                  <a:pos x="csX1" y="csY1"/>
                </a:cxn>
                <a:cxn ang="0">
                  <a:pos x="csX2" y="csY2"/>
                </a:cxn>
                <a:cxn ang="0">
                  <a:pos x="csX3" y="csY3"/>
                </a:cxn>
                <a:cxn ang="0">
                  <a:pos x="csX4" y="csY4"/>
                </a:cxn>
              </a:cxnLst>
              <a:rect l="l" t="t" r="r" b="b"/>
              <a:pathLst>
                <a:path w="249120" h="120924">
                  <a:moveTo>
                    <a:pt x="0" y="79499"/>
                  </a:moveTo>
                  <a:cubicBezTo>
                    <a:pt x="0" y="59349"/>
                    <a:pt x="55767" y="0"/>
                    <a:pt x="124560" y="0"/>
                  </a:cubicBezTo>
                  <a:cubicBezTo>
                    <a:pt x="193353" y="0"/>
                    <a:pt x="249120" y="35593"/>
                    <a:pt x="249120" y="79499"/>
                  </a:cubicBezTo>
                  <a:cubicBezTo>
                    <a:pt x="249120" y="123405"/>
                    <a:pt x="193353" y="120898"/>
                    <a:pt x="124560" y="120898"/>
                  </a:cubicBezTo>
                  <a:cubicBezTo>
                    <a:pt x="55767" y="120898"/>
                    <a:pt x="0" y="99649"/>
                    <a:pt x="0" y="79499"/>
                  </a:cubicBezTo>
                  <a:close/>
                </a:path>
              </a:pathLst>
            </a:custGeom>
            <a:solidFill>
              <a:srgbClr val="5E755D"/>
            </a:solidFill>
            <a:ln w="28575">
              <a:solidFill>
                <a:srgbClr val="4758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356" name="Gruppieren 355">
            <a:extLst>
              <a:ext uri="{FF2B5EF4-FFF2-40B4-BE49-F238E27FC236}">
                <a16:creationId xmlns:a16="http://schemas.microsoft.com/office/drawing/2014/main" id="{7F65B65B-ACF0-CA31-C2D7-01D260D2DD73}"/>
              </a:ext>
            </a:extLst>
          </p:cNvPr>
          <p:cNvGrpSpPr/>
          <p:nvPr/>
        </p:nvGrpSpPr>
        <p:grpSpPr>
          <a:xfrm>
            <a:off x="9641330" y="5730609"/>
            <a:ext cx="1284206" cy="1007405"/>
            <a:chOff x="9945302" y="-976635"/>
            <a:chExt cx="1555196" cy="932793"/>
          </a:xfrm>
        </p:grpSpPr>
        <p:sp>
          <p:nvSpPr>
            <p:cNvPr id="357" name="Ellipse 5">
              <a:extLst>
                <a:ext uri="{FF2B5EF4-FFF2-40B4-BE49-F238E27FC236}">
                  <a16:creationId xmlns:a16="http://schemas.microsoft.com/office/drawing/2014/main" id="{0FB5E229-0445-D57C-AB86-10AA20D03D0D}"/>
                </a:ext>
              </a:extLst>
            </p:cNvPr>
            <p:cNvSpPr/>
            <p:nvPr/>
          </p:nvSpPr>
          <p:spPr>
            <a:xfrm>
              <a:off x="9945302" y="-589618"/>
              <a:ext cx="1555196" cy="545776"/>
            </a:xfrm>
            <a:custGeom>
              <a:avLst/>
              <a:gdLst>
                <a:gd name="csX0" fmla="*/ 794 w 630507"/>
                <a:gd name="csY0" fmla="*/ 89966 h 305938"/>
                <a:gd name="csX1" fmla="*/ 306969 w 630507"/>
                <a:gd name="csY1" fmla="*/ 71 h 305938"/>
                <a:gd name="csX2" fmla="*/ 622669 w 630507"/>
                <a:gd name="csY2" fmla="*/ 77607 h 305938"/>
                <a:gd name="csX3" fmla="*/ 485585 w 630507"/>
                <a:gd name="csY3" fmla="*/ 173089 h 305938"/>
                <a:gd name="csX4" fmla="*/ 338522 w 630507"/>
                <a:gd name="csY4" fmla="*/ 301853 h 305938"/>
                <a:gd name="csX5" fmla="*/ 183961 w 630507"/>
                <a:gd name="csY5" fmla="*/ 201926 h 305938"/>
                <a:gd name="csX6" fmla="*/ 794 w 630507"/>
                <a:gd name="csY6" fmla="*/ 89966 h 3059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30507" h="305938">
                  <a:moveTo>
                    <a:pt x="794" y="89966"/>
                  </a:moveTo>
                  <a:cubicBezTo>
                    <a:pt x="14945" y="27488"/>
                    <a:pt x="203323" y="2131"/>
                    <a:pt x="306969" y="71"/>
                  </a:cubicBezTo>
                  <a:cubicBezTo>
                    <a:pt x="410615" y="-1989"/>
                    <a:pt x="578083" y="41218"/>
                    <a:pt x="622669" y="77607"/>
                  </a:cubicBezTo>
                  <a:cubicBezTo>
                    <a:pt x="667255" y="113996"/>
                    <a:pt x="508072" y="112370"/>
                    <a:pt x="485585" y="173089"/>
                  </a:cubicBezTo>
                  <a:cubicBezTo>
                    <a:pt x="615498" y="258524"/>
                    <a:pt x="388793" y="297047"/>
                    <a:pt x="338522" y="301853"/>
                  </a:cubicBezTo>
                  <a:cubicBezTo>
                    <a:pt x="288251" y="306659"/>
                    <a:pt x="74620" y="326496"/>
                    <a:pt x="183961" y="201926"/>
                  </a:cubicBezTo>
                  <a:cubicBezTo>
                    <a:pt x="166302" y="147387"/>
                    <a:pt x="-13357" y="152444"/>
                    <a:pt x="794" y="89966"/>
                  </a:cubicBezTo>
                  <a:close/>
                </a:path>
              </a:pathLst>
            </a:custGeom>
            <a:solidFill>
              <a:srgbClr val="66BAE4"/>
            </a:solidFill>
            <a:ln w="28575">
              <a:solidFill>
                <a:srgbClr val="084F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8" name="Gleichschenkliges Dreieck 20">
              <a:extLst>
                <a:ext uri="{FF2B5EF4-FFF2-40B4-BE49-F238E27FC236}">
                  <a16:creationId xmlns:a16="http://schemas.microsoft.com/office/drawing/2014/main" id="{A0D5043F-3C34-3C52-BE30-532F485F9CA3}"/>
                </a:ext>
              </a:extLst>
            </p:cNvPr>
            <p:cNvSpPr/>
            <p:nvPr/>
          </p:nvSpPr>
          <p:spPr>
            <a:xfrm flipH="1">
              <a:off x="10880341" y="-976635"/>
              <a:ext cx="343699" cy="566101"/>
            </a:xfrm>
            <a:custGeom>
              <a:avLst/>
              <a:gdLst>
                <a:gd name="csX0" fmla="*/ 86589 w 278682"/>
                <a:gd name="csY0" fmla="*/ 316115 h 316115"/>
                <a:gd name="csX1" fmla="*/ 0 w 278682"/>
                <a:gd name="csY1" fmla="*/ 126210 h 316115"/>
                <a:gd name="csX2" fmla="*/ 135035 w 278682"/>
                <a:gd name="csY2" fmla="*/ 189929 h 316115"/>
                <a:gd name="csX3" fmla="*/ 278682 w 278682"/>
                <a:gd name="csY3" fmla="*/ 0 h 316115"/>
                <a:gd name="csX4" fmla="*/ 165884 w 278682"/>
                <a:gd name="csY4" fmla="*/ 313344 h 316115"/>
                <a:gd name="csX5" fmla="*/ 86589 w 278682"/>
                <a:gd name="csY5" fmla="*/ 316115 h 316115"/>
              </a:gdLst>
              <a:ahLst/>
              <a:cxnLst>
                <a:cxn ang="0">
                  <a:pos x="csX0" y="csY0"/>
                </a:cxn>
                <a:cxn ang="0">
                  <a:pos x="csX1" y="csY1"/>
                </a:cxn>
                <a:cxn ang="0">
                  <a:pos x="csX2" y="csY2"/>
                </a:cxn>
                <a:cxn ang="0">
                  <a:pos x="csX3" y="csY3"/>
                </a:cxn>
                <a:cxn ang="0">
                  <a:pos x="csX4" y="csY4"/>
                </a:cxn>
                <a:cxn ang="0">
                  <a:pos x="csX5" y="csY5"/>
                </a:cxn>
              </a:cxnLst>
              <a:rect l="l" t="t" r="r" b="b"/>
              <a:pathLst>
                <a:path w="278682" h="316115">
                  <a:moveTo>
                    <a:pt x="86589" y="316115"/>
                  </a:moveTo>
                  <a:cubicBezTo>
                    <a:pt x="111097" y="181267"/>
                    <a:pt x="101953" y="153706"/>
                    <a:pt x="0" y="126210"/>
                  </a:cubicBezTo>
                  <a:cubicBezTo>
                    <a:pt x="58803" y="129190"/>
                    <a:pt x="99662" y="141243"/>
                    <a:pt x="135035" y="189929"/>
                  </a:cubicBezTo>
                  <a:cubicBezTo>
                    <a:pt x="149189" y="132856"/>
                    <a:pt x="213882" y="14061"/>
                    <a:pt x="278682" y="0"/>
                  </a:cubicBezTo>
                  <a:cubicBezTo>
                    <a:pt x="152740" y="121708"/>
                    <a:pt x="164115" y="239261"/>
                    <a:pt x="165884" y="313344"/>
                  </a:cubicBezTo>
                  <a:lnTo>
                    <a:pt x="86589" y="316115"/>
                  </a:lnTo>
                  <a:close/>
                </a:path>
              </a:pathLst>
            </a:custGeom>
            <a:solidFill>
              <a:srgbClr val="92D050"/>
            </a:solidFill>
            <a:ln w="2857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9" name="Gleichschenkliges Dreieck 20">
              <a:extLst>
                <a:ext uri="{FF2B5EF4-FFF2-40B4-BE49-F238E27FC236}">
                  <a16:creationId xmlns:a16="http://schemas.microsoft.com/office/drawing/2014/main" id="{53FA1A82-6151-2D2C-66B8-927FAC9E574E}"/>
                </a:ext>
              </a:extLst>
            </p:cNvPr>
            <p:cNvSpPr/>
            <p:nvPr/>
          </p:nvSpPr>
          <p:spPr>
            <a:xfrm>
              <a:off x="10161579" y="-777804"/>
              <a:ext cx="207414" cy="348422"/>
            </a:xfrm>
            <a:custGeom>
              <a:avLst/>
              <a:gdLst>
                <a:gd name="csX0" fmla="*/ 52579 w 258795"/>
                <a:gd name="csY0" fmla="*/ 282924 h 284822"/>
                <a:gd name="csX1" fmla="*/ 0 w 258795"/>
                <a:gd name="csY1" fmla="*/ 148592 h 284822"/>
                <a:gd name="csX2" fmla="*/ 124833 w 258795"/>
                <a:gd name="csY2" fmla="*/ 209618 h 284822"/>
                <a:gd name="csX3" fmla="*/ 258795 w 258795"/>
                <a:gd name="csY3" fmla="*/ 0 h 284822"/>
                <a:gd name="csX4" fmla="*/ 207836 w 258795"/>
                <a:gd name="csY4" fmla="*/ 284822 h 284822"/>
                <a:gd name="csX5" fmla="*/ 52579 w 258795"/>
                <a:gd name="csY5" fmla="*/ 282924 h 284822"/>
              </a:gdLst>
              <a:ahLst/>
              <a:cxnLst>
                <a:cxn ang="0">
                  <a:pos x="csX0" y="csY0"/>
                </a:cxn>
                <a:cxn ang="0">
                  <a:pos x="csX1" y="csY1"/>
                </a:cxn>
                <a:cxn ang="0">
                  <a:pos x="csX2" y="csY2"/>
                </a:cxn>
                <a:cxn ang="0">
                  <a:pos x="csX3" y="csY3"/>
                </a:cxn>
                <a:cxn ang="0">
                  <a:pos x="csX4" y="csY4"/>
                </a:cxn>
                <a:cxn ang="0">
                  <a:pos x="csX5" y="csY5"/>
                </a:cxn>
              </a:cxnLst>
              <a:rect l="l" t="t" r="r" b="b"/>
              <a:pathLst>
                <a:path w="258795" h="284822">
                  <a:moveTo>
                    <a:pt x="52579" y="282924"/>
                  </a:moveTo>
                  <a:cubicBezTo>
                    <a:pt x="83461" y="207581"/>
                    <a:pt x="94943" y="178884"/>
                    <a:pt x="0" y="148592"/>
                  </a:cubicBezTo>
                  <a:cubicBezTo>
                    <a:pt x="125286" y="156110"/>
                    <a:pt x="117559" y="188516"/>
                    <a:pt x="124833" y="209618"/>
                  </a:cubicBezTo>
                  <a:cubicBezTo>
                    <a:pt x="134819" y="117916"/>
                    <a:pt x="161969" y="42200"/>
                    <a:pt x="258795" y="0"/>
                  </a:cubicBezTo>
                  <a:cubicBezTo>
                    <a:pt x="155181" y="92619"/>
                    <a:pt x="178203" y="210739"/>
                    <a:pt x="207836" y="284822"/>
                  </a:cubicBezTo>
                  <a:lnTo>
                    <a:pt x="52579" y="282924"/>
                  </a:lnTo>
                  <a:close/>
                </a:path>
              </a:pathLst>
            </a:custGeom>
            <a:solidFill>
              <a:srgbClr val="92D050"/>
            </a:solidFill>
            <a:ln w="2857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0" name="Gleichschenkliges Dreieck 20">
              <a:extLst>
                <a:ext uri="{FF2B5EF4-FFF2-40B4-BE49-F238E27FC236}">
                  <a16:creationId xmlns:a16="http://schemas.microsoft.com/office/drawing/2014/main" id="{E5A0CBEA-5D81-2CDF-DE9D-7C6389638A83}"/>
                </a:ext>
              </a:extLst>
            </p:cNvPr>
            <p:cNvSpPr/>
            <p:nvPr/>
          </p:nvSpPr>
          <p:spPr>
            <a:xfrm flipH="1">
              <a:off x="10865976" y="-774555"/>
              <a:ext cx="186214" cy="364021"/>
            </a:xfrm>
            <a:custGeom>
              <a:avLst/>
              <a:gdLst>
                <a:gd name="csX0" fmla="*/ 100141 w 151100"/>
                <a:gd name="csY0" fmla="*/ 284822 h 284822"/>
                <a:gd name="csX1" fmla="*/ 0 w 151100"/>
                <a:gd name="csY1" fmla="*/ 278581 h 284822"/>
                <a:gd name="csX2" fmla="*/ 151100 w 151100"/>
                <a:gd name="csY2" fmla="*/ 0 h 284822"/>
                <a:gd name="csX3" fmla="*/ 100141 w 151100"/>
                <a:gd name="csY3" fmla="*/ 284822 h 284822"/>
              </a:gdLst>
              <a:ahLst/>
              <a:cxnLst>
                <a:cxn ang="0">
                  <a:pos x="csX0" y="csY0"/>
                </a:cxn>
                <a:cxn ang="0">
                  <a:pos x="csX1" y="csY1"/>
                </a:cxn>
                <a:cxn ang="0">
                  <a:pos x="csX2" y="csY2"/>
                </a:cxn>
                <a:cxn ang="0">
                  <a:pos x="csX3" y="csY3"/>
                </a:cxn>
              </a:cxnLst>
              <a:rect l="l" t="t" r="r" b="b"/>
              <a:pathLst>
                <a:path w="151100" h="284822">
                  <a:moveTo>
                    <a:pt x="100141" y="284822"/>
                  </a:moveTo>
                  <a:lnTo>
                    <a:pt x="0" y="278581"/>
                  </a:lnTo>
                  <a:cubicBezTo>
                    <a:pt x="9986" y="186879"/>
                    <a:pt x="54274" y="42200"/>
                    <a:pt x="151100" y="0"/>
                  </a:cubicBezTo>
                  <a:cubicBezTo>
                    <a:pt x="47486" y="92619"/>
                    <a:pt x="70508" y="210739"/>
                    <a:pt x="100141" y="284822"/>
                  </a:cubicBezTo>
                  <a:close/>
                </a:path>
              </a:pathLst>
            </a:custGeom>
            <a:solidFill>
              <a:srgbClr val="92D050"/>
            </a:solidFill>
            <a:ln w="2857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1" name="Freihandform: Form 360">
              <a:extLst>
                <a:ext uri="{FF2B5EF4-FFF2-40B4-BE49-F238E27FC236}">
                  <a16:creationId xmlns:a16="http://schemas.microsoft.com/office/drawing/2014/main" id="{90A33890-C051-FED8-2495-8702668D096E}"/>
                </a:ext>
              </a:extLst>
            </p:cNvPr>
            <p:cNvSpPr/>
            <p:nvPr/>
          </p:nvSpPr>
          <p:spPr>
            <a:xfrm flipV="1">
              <a:off x="10766751" y="-259629"/>
              <a:ext cx="217851" cy="44814"/>
            </a:xfrm>
            <a:custGeom>
              <a:avLst/>
              <a:gdLst>
                <a:gd name="csX0" fmla="*/ 0 w 3750552"/>
                <a:gd name="csY0" fmla="*/ 54122 h 264419"/>
                <a:gd name="csX1" fmla="*/ 1290156 w 3750552"/>
                <a:gd name="csY1" fmla="*/ 198402 h 264419"/>
                <a:gd name="csX2" fmla="*/ 2119715 w 3750552"/>
                <a:gd name="csY2" fmla="*/ 439 h 264419"/>
                <a:gd name="csX3" fmla="*/ 3015261 w 3750552"/>
                <a:gd name="csY3" fmla="*/ 264390 h 264419"/>
                <a:gd name="csX4" fmla="*/ 3750552 w 3750552"/>
                <a:gd name="csY4" fmla="*/ 19293 h 264419"/>
                <a:gd name="csX5" fmla="*/ 3750552 w 3750552"/>
                <a:gd name="csY5" fmla="*/ 19293 h 264419"/>
                <a:gd name="csX6" fmla="*/ 3750552 w 3750552"/>
                <a:gd name="csY6" fmla="*/ 19293 h 2644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750552" h="264419">
                  <a:moveTo>
                    <a:pt x="0" y="54122"/>
                  </a:moveTo>
                  <a:cubicBezTo>
                    <a:pt x="376493" y="198457"/>
                    <a:pt x="936870" y="207349"/>
                    <a:pt x="1290156" y="198402"/>
                  </a:cubicBezTo>
                  <a:cubicBezTo>
                    <a:pt x="1643442" y="189455"/>
                    <a:pt x="1832198" y="-10559"/>
                    <a:pt x="2119715" y="439"/>
                  </a:cubicBezTo>
                  <a:cubicBezTo>
                    <a:pt x="2407232" y="11437"/>
                    <a:pt x="2743455" y="261248"/>
                    <a:pt x="3015261" y="264390"/>
                  </a:cubicBezTo>
                  <a:cubicBezTo>
                    <a:pt x="3287067" y="267532"/>
                    <a:pt x="3750552" y="19293"/>
                    <a:pt x="3750552" y="19293"/>
                  </a:cubicBezTo>
                  <a:lnTo>
                    <a:pt x="3750552" y="19293"/>
                  </a:lnTo>
                  <a:lnTo>
                    <a:pt x="3750552" y="19293"/>
                  </a:lnTo>
                </a:path>
              </a:pathLst>
            </a:custGeom>
            <a:noFill/>
            <a:ln w="127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2" name="Freihandform: Form 361">
              <a:extLst>
                <a:ext uri="{FF2B5EF4-FFF2-40B4-BE49-F238E27FC236}">
                  <a16:creationId xmlns:a16="http://schemas.microsoft.com/office/drawing/2014/main" id="{A6ECD064-5DB1-8135-922E-73CD68447CDE}"/>
                </a:ext>
              </a:extLst>
            </p:cNvPr>
            <p:cNvSpPr/>
            <p:nvPr/>
          </p:nvSpPr>
          <p:spPr>
            <a:xfrm flipV="1">
              <a:off x="10766751" y="-203059"/>
              <a:ext cx="217851" cy="44814"/>
            </a:xfrm>
            <a:custGeom>
              <a:avLst/>
              <a:gdLst>
                <a:gd name="csX0" fmla="*/ 0 w 3750552"/>
                <a:gd name="csY0" fmla="*/ 54122 h 264419"/>
                <a:gd name="csX1" fmla="*/ 1290156 w 3750552"/>
                <a:gd name="csY1" fmla="*/ 198402 h 264419"/>
                <a:gd name="csX2" fmla="*/ 2119715 w 3750552"/>
                <a:gd name="csY2" fmla="*/ 439 h 264419"/>
                <a:gd name="csX3" fmla="*/ 3015261 w 3750552"/>
                <a:gd name="csY3" fmla="*/ 264390 h 264419"/>
                <a:gd name="csX4" fmla="*/ 3750552 w 3750552"/>
                <a:gd name="csY4" fmla="*/ 19293 h 264419"/>
                <a:gd name="csX5" fmla="*/ 3750552 w 3750552"/>
                <a:gd name="csY5" fmla="*/ 19293 h 264419"/>
                <a:gd name="csX6" fmla="*/ 3750552 w 3750552"/>
                <a:gd name="csY6" fmla="*/ 19293 h 2644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750552" h="264419">
                  <a:moveTo>
                    <a:pt x="0" y="54122"/>
                  </a:moveTo>
                  <a:cubicBezTo>
                    <a:pt x="376493" y="198457"/>
                    <a:pt x="936870" y="207349"/>
                    <a:pt x="1290156" y="198402"/>
                  </a:cubicBezTo>
                  <a:cubicBezTo>
                    <a:pt x="1643442" y="189455"/>
                    <a:pt x="1832198" y="-10559"/>
                    <a:pt x="2119715" y="439"/>
                  </a:cubicBezTo>
                  <a:cubicBezTo>
                    <a:pt x="2407232" y="11437"/>
                    <a:pt x="2743455" y="261248"/>
                    <a:pt x="3015261" y="264390"/>
                  </a:cubicBezTo>
                  <a:cubicBezTo>
                    <a:pt x="3287067" y="267532"/>
                    <a:pt x="3750552" y="19293"/>
                    <a:pt x="3750552" y="19293"/>
                  </a:cubicBezTo>
                  <a:lnTo>
                    <a:pt x="3750552" y="19293"/>
                  </a:lnTo>
                  <a:lnTo>
                    <a:pt x="3750552" y="19293"/>
                  </a:lnTo>
                </a:path>
              </a:pathLst>
            </a:custGeom>
            <a:noFill/>
            <a:ln w="127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3" name="Freihandform: Form 362">
              <a:extLst>
                <a:ext uri="{FF2B5EF4-FFF2-40B4-BE49-F238E27FC236}">
                  <a16:creationId xmlns:a16="http://schemas.microsoft.com/office/drawing/2014/main" id="{B60E6286-588E-E097-58E0-6713FC370F03}"/>
                </a:ext>
              </a:extLst>
            </p:cNvPr>
            <p:cNvSpPr/>
            <p:nvPr/>
          </p:nvSpPr>
          <p:spPr>
            <a:xfrm flipV="1">
              <a:off x="10476277" y="-452785"/>
              <a:ext cx="217851" cy="44814"/>
            </a:xfrm>
            <a:custGeom>
              <a:avLst/>
              <a:gdLst>
                <a:gd name="csX0" fmla="*/ 0 w 3750552"/>
                <a:gd name="csY0" fmla="*/ 54122 h 264419"/>
                <a:gd name="csX1" fmla="*/ 1290156 w 3750552"/>
                <a:gd name="csY1" fmla="*/ 198402 h 264419"/>
                <a:gd name="csX2" fmla="*/ 2119715 w 3750552"/>
                <a:gd name="csY2" fmla="*/ 439 h 264419"/>
                <a:gd name="csX3" fmla="*/ 3015261 w 3750552"/>
                <a:gd name="csY3" fmla="*/ 264390 h 264419"/>
                <a:gd name="csX4" fmla="*/ 3750552 w 3750552"/>
                <a:gd name="csY4" fmla="*/ 19293 h 264419"/>
                <a:gd name="csX5" fmla="*/ 3750552 w 3750552"/>
                <a:gd name="csY5" fmla="*/ 19293 h 264419"/>
                <a:gd name="csX6" fmla="*/ 3750552 w 3750552"/>
                <a:gd name="csY6" fmla="*/ 19293 h 2644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750552" h="264419">
                  <a:moveTo>
                    <a:pt x="0" y="54122"/>
                  </a:moveTo>
                  <a:cubicBezTo>
                    <a:pt x="376493" y="198457"/>
                    <a:pt x="936870" y="207349"/>
                    <a:pt x="1290156" y="198402"/>
                  </a:cubicBezTo>
                  <a:cubicBezTo>
                    <a:pt x="1643442" y="189455"/>
                    <a:pt x="1832198" y="-10559"/>
                    <a:pt x="2119715" y="439"/>
                  </a:cubicBezTo>
                  <a:cubicBezTo>
                    <a:pt x="2407232" y="11437"/>
                    <a:pt x="2743455" y="261248"/>
                    <a:pt x="3015261" y="264390"/>
                  </a:cubicBezTo>
                  <a:cubicBezTo>
                    <a:pt x="3287067" y="267532"/>
                    <a:pt x="3750552" y="19293"/>
                    <a:pt x="3750552" y="19293"/>
                  </a:cubicBezTo>
                  <a:lnTo>
                    <a:pt x="3750552" y="19293"/>
                  </a:lnTo>
                  <a:lnTo>
                    <a:pt x="3750552" y="19293"/>
                  </a:lnTo>
                </a:path>
              </a:pathLst>
            </a:custGeom>
            <a:noFill/>
            <a:ln w="127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4" name="Freihandform: Form 363">
              <a:extLst>
                <a:ext uri="{FF2B5EF4-FFF2-40B4-BE49-F238E27FC236}">
                  <a16:creationId xmlns:a16="http://schemas.microsoft.com/office/drawing/2014/main" id="{66A9F7AB-FB50-302F-3F74-15D6F7CA5406}"/>
                </a:ext>
              </a:extLst>
            </p:cNvPr>
            <p:cNvSpPr/>
            <p:nvPr/>
          </p:nvSpPr>
          <p:spPr>
            <a:xfrm flipV="1">
              <a:off x="10476277" y="-396215"/>
              <a:ext cx="217851" cy="44814"/>
            </a:xfrm>
            <a:custGeom>
              <a:avLst/>
              <a:gdLst>
                <a:gd name="csX0" fmla="*/ 0 w 3750552"/>
                <a:gd name="csY0" fmla="*/ 54122 h 264419"/>
                <a:gd name="csX1" fmla="*/ 1290156 w 3750552"/>
                <a:gd name="csY1" fmla="*/ 198402 h 264419"/>
                <a:gd name="csX2" fmla="*/ 2119715 w 3750552"/>
                <a:gd name="csY2" fmla="*/ 439 h 264419"/>
                <a:gd name="csX3" fmla="*/ 3015261 w 3750552"/>
                <a:gd name="csY3" fmla="*/ 264390 h 264419"/>
                <a:gd name="csX4" fmla="*/ 3750552 w 3750552"/>
                <a:gd name="csY4" fmla="*/ 19293 h 264419"/>
                <a:gd name="csX5" fmla="*/ 3750552 w 3750552"/>
                <a:gd name="csY5" fmla="*/ 19293 h 264419"/>
                <a:gd name="csX6" fmla="*/ 3750552 w 3750552"/>
                <a:gd name="csY6" fmla="*/ 19293 h 2644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750552" h="264419">
                  <a:moveTo>
                    <a:pt x="0" y="54122"/>
                  </a:moveTo>
                  <a:cubicBezTo>
                    <a:pt x="376493" y="198457"/>
                    <a:pt x="936870" y="207349"/>
                    <a:pt x="1290156" y="198402"/>
                  </a:cubicBezTo>
                  <a:cubicBezTo>
                    <a:pt x="1643442" y="189455"/>
                    <a:pt x="1832198" y="-10559"/>
                    <a:pt x="2119715" y="439"/>
                  </a:cubicBezTo>
                  <a:cubicBezTo>
                    <a:pt x="2407232" y="11437"/>
                    <a:pt x="2743455" y="261248"/>
                    <a:pt x="3015261" y="264390"/>
                  </a:cubicBezTo>
                  <a:cubicBezTo>
                    <a:pt x="3287067" y="267532"/>
                    <a:pt x="3750552" y="19293"/>
                    <a:pt x="3750552" y="19293"/>
                  </a:cubicBezTo>
                  <a:lnTo>
                    <a:pt x="3750552" y="19293"/>
                  </a:lnTo>
                  <a:lnTo>
                    <a:pt x="3750552" y="19293"/>
                  </a:lnTo>
                </a:path>
              </a:pathLst>
            </a:custGeom>
            <a:noFill/>
            <a:ln w="127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370" name="Textfeld 369">
            <a:extLst>
              <a:ext uri="{FF2B5EF4-FFF2-40B4-BE49-F238E27FC236}">
                <a16:creationId xmlns:a16="http://schemas.microsoft.com/office/drawing/2014/main" id="{F2687593-EBFD-F6C3-D290-FC420B253120}"/>
              </a:ext>
            </a:extLst>
          </p:cNvPr>
          <p:cNvSpPr txBox="1"/>
          <p:nvPr/>
        </p:nvSpPr>
        <p:spPr>
          <a:xfrm>
            <a:off x="4137519" y="6343679"/>
            <a:ext cx="4812442" cy="369332"/>
          </a:xfrm>
          <a:prstGeom prst="rect">
            <a:avLst/>
          </a:prstGeom>
          <a:noFill/>
        </p:spPr>
        <p:txBody>
          <a:bodyPr wrap="square" rtlCol="0">
            <a:spAutoFit/>
          </a:bodyPr>
          <a:lstStyle/>
          <a:p>
            <a:r>
              <a:rPr lang="de-DE" b="1" dirty="0">
                <a:solidFill>
                  <a:srgbClr val="0F9ED5">
                    <a:lumMod val="50000"/>
                  </a:srgbClr>
                </a:solidFill>
                <a:latin typeface="Aptos" panose="02110004020202020204"/>
              </a:rPr>
              <a:t>DATENVERARBEITUNGSPIPELINE</a:t>
            </a:r>
          </a:p>
        </p:txBody>
      </p:sp>
      <p:sp>
        <p:nvSpPr>
          <p:cNvPr id="371" name="Textfeld 370">
            <a:extLst>
              <a:ext uri="{FF2B5EF4-FFF2-40B4-BE49-F238E27FC236}">
                <a16:creationId xmlns:a16="http://schemas.microsoft.com/office/drawing/2014/main" id="{7FCD9E58-B06A-E5C4-194E-F3C34C9C4740}"/>
              </a:ext>
            </a:extLst>
          </p:cNvPr>
          <p:cNvSpPr txBox="1"/>
          <p:nvPr/>
        </p:nvSpPr>
        <p:spPr>
          <a:xfrm>
            <a:off x="8770087" y="5236782"/>
            <a:ext cx="2581095" cy="369332"/>
          </a:xfrm>
          <a:prstGeom prst="rect">
            <a:avLst/>
          </a:prstGeom>
          <a:noFill/>
        </p:spPr>
        <p:txBody>
          <a:bodyPr wrap="square" rtlCol="0">
            <a:spAutoFit/>
          </a:bodyPr>
          <a:lstStyle/>
          <a:p>
            <a:r>
              <a:rPr lang="de-DE" b="1" dirty="0">
                <a:solidFill>
                  <a:srgbClr val="0F9ED5">
                    <a:lumMod val="50000"/>
                  </a:srgbClr>
                </a:solidFill>
                <a:latin typeface="Aptos" panose="02110004020202020204"/>
              </a:rPr>
              <a:t>RAUMBEZUG</a:t>
            </a:r>
          </a:p>
        </p:txBody>
      </p:sp>
      <p:grpSp>
        <p:nvGrpSpPr>
          <p:cNvPr id="372" name="Gruppieren 371">
            <a:extLst>
              <a:ext uri="{FF2B5EF4-FFF2-40B4-BE49-F238E27FC236}">
                <a16:creationId xmlns:a16="http://schemas.microsoft.com/office/drawing/2014/main" id="{0193DEA1-75D2-28A0-2DCE-6D795191A1AA}"/>
              </a:ext>
            </a:extLst>
          </p:cNvPr>
          <p:cNvGrpSpPr/>
          <p:nvPr/>
        </p:nvGrpSpPr>
        <p:grpSpPr>
          <a:xfrm>
            <a:off x="8422641" y="5694721"/>
            <a:ext cx="1048412" cy="782399"/>
            <a:chOff x="1663974" y="3728735"/>
            <a:chExt cx="430944" cy="350193"/>
          </a:xfrm>
          <a:solidFill>
            <a:srgbClr val="66BAE4"/>
          </a:solidFill>
        </p:grpSpPr>
        <p:sp>
          <p:nvSpPr>
            <p:cNvPr id="373" name="Freihandform: Form 372">
              <a:extLst>
                <a:ext uri="{FF2B5EF4-FFF2-40B4-BE49-F238E27FC236}">
                  <a16:creationId xmlns:a16="http://schemas.microsoft.com/office/drawing/2014/main" id="{6976DA79-5BB8-B78A-B3EE-240C610668A0}"/>
                </a:ext>
              </a:extLst>
            </p:cNvPr>
            <p:cNvSpPr/>
            <p:nvPr/>
          </p:nvSpPr>
          <p:spPr>
            <a:xfrm>
              <a:off x="1930589" y="3728735"/>
              <a:ext cx="113154" cy="172429"/>
            </a:xfrm>
            <a:custGeom>
              <a:avLst/>
              <a:gdLst>
                <a:gd name="csX0" fmla="*/ 56593 w 113154"/>
                <a:gd name="csY0" fmla="*/ 79238 h 172429"/>
                <a:gd name="csX1" fmla="*/ 33430 w 113154"/>
                <a:gd name="csY1" fmla="*/ 54997 h 172429"/>
                <a:gd name="csX2" fmla="*/ 57132 w 113154"/>
                <a:gd name="csY2" fmla="*/ 31295 h 172429"/>
                <a:gd name="csX3" fmla="*/ 80834 w 113154"/>
                <a:gd name="csY3" fmla="*/ 54997 h 172429"/>
                <a:gd name="csX4" fmla="*/ 73831 w 113154"/>
                <a:gd name="csY4" fmla="*/ 71696 h 172429"/>
                <a:gd name="csX5" fmla="*/ 56593 w 113154"/>
                <a:gd name="csY5" fmla="*/ 79238 h 172429"/>
                <a:gd name="csX6" fmla="*/ 33430 w 113154"/>
                <a:gd name="csY6" fmla="*/ 4361 h 172429"/>
                <a:gd name="csX7" fmla="*/ 6496 w 113154"/>
                <a:gd name="csY7" fmla="*/ 28602 h 172429"/>
                <a:gd name="csX8" fmla="*/ 3802 w 113154"/>
                <a:gd name="csY8" fmla="*/ 74928 h 172429"/>
                <a:gd name="csX9" fmla="*/ 29659 w 113154"/>
                <a:gd name="csY9" fmla="*/ 130951 h 172429"/>
                <a:gd name="csX10" fmla="*/ 46897 w 113154"/>
                <a:gd name="csY10" fmla="*/ 166504 h 172429"/>
                <a:gd name="csX11" fmla="*/ 56593 w 113154"/>
                <a:gd name="csY11" fmla="*/ 172429 h 172429"/>
                <a:gd name="csX12" fmla="*/ 66289 w 113154"/>
                <a:gd name="csY12" fmla="*/ 166504 h 172429"/>
                <a:gd name="csX13" fmla="*/ 83527 w 113154"/>
                <a:gd name="csY13" fmla="*/ 130951 h 172429"/>
                <a:gd name="csX14" fmla="*/ 109384 w 113154"/>
                <a:gd name="csY14" fmla="*/ 75467 h 172429"/>
                <a:gd name="csX15" fmla="*/ 113154 w 113154"/>
                <a:gd name="csY15" fmla="*/ 54997 h 172429"/>
                <a:gd name="csX16" fmla="*/ 33430 w 113154"/>
                <a:gd name="csY16" fmla="*/ 4361 h 1724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3154" h="172429">
                  <a:moveTo>
                    <a:pt x="56593" y="79238"/>
                  </a:moveTo>
                  <a:cubicBezTo>
                    <a:pt x="43665" y="79238"/>
                    <a:pt x="32891" y="68464"/>
                    <a:pt x="33430" y="54997"/>
                  </a:cubicBezTo>
                  <a:cubicBezTo>
                    <a:pt x="33430" y="42069"/>
                    <a:pt x="44203" y="31295"/>
                    <a:pt x="57132" y="31295"/>
                  </a:cubicBezTo>
                  <a:cubicBezTo>
                    <a:pt x="70060" y="31295"/>
                    <a:pt x="80834" y="42069"/>
                    <a:pt x="80834" y="54997"/>
                  </a:cubicBezTo>
                  <a:cubicBezTo>
                    <a:pt x="80834" y="61461"/>
                    <a:pt x="78140" y="67387"/>
                    <a:pt x="73831" y="71696"/>
                  </a:cubicBezTo>
                  <a:cubicBezTo>
                    <a:pt x="68983" y="76544"/>
                    <a:pt x="63057" y="79238"/>
                    <a:pt x="56593" y="79238"/>
                  </a:cubicBezTo>
                  <a:close/>
                  <a:moveTo>
                    <a:pt x="33430" y="4361"/>
                  </a:moveTo>
                  <a:cubicBezTo>
                    <a:pt x="21579" y="8670"/>
                    <a:pt x="12421" y="17828"/>
                    <a:pt x="6496" y="28602"/>
                  </a:cubicBezTo>
                  <a:cubicBezTo>
                    <a:pt x="-1046" y="43146"/>
                    <a:pt x="-2123" y="59845"/>
                    <a:pt x="3802" y="74928"/>
                  </a:cubicBezTo>
                  <a:lnTo>
                    <a:pt x="29659" y="130951"/>
                  </a:lnTo>
                  <a:lnTo>
                    <a:pt x="46897" y="166504"/>
                  </a:lnTo>
                  <a:cubicBezTo>
                    <a:pt x="48513" y="170274"/>
                    <a:pt x="52283" y="172429"/>
                    <a:pt x="56593" y="172429"/>
                  </a:cubicBezTo>
                  <a:cubicBezTo>
                    <a:pt x="60902" y="172429"/>
                    <a:pt x="64673" y="170274"/>
                    <a:pt x="66289" y="166504"/>
                  </a:cubicBezTo>
                  <a:lnTo>
                    <a:pt x="83527" y="130951"/>
                  </a:lnTo>
                  <a:lnTo>
                    <a:pt x="109384" y="75467"/>
                  </a:lnTo>
                  <a:cubicBezTo>
                    <a:pt x="112077" y="69003"/>
                    <a:pt x="113154" y="62000"/>
                    <a:pt x="113154" y="54997"/>
                  </a:cubicBezTo>
                  <a:cubicBezTo>
                    <a:pt x="113154" y="17289"/>
                    <a:pt x="74369" y="-11261"/>
                    <a:pt x="33430" y="4361"/>
                  </a:cubicBezTo>
                  <a:close/>
                </a:path>
              </a:pathLst>
            </a:custGeom>
            <a:grpFill/>
            <a:ln w="5358" cap="flat">
              <a:noFill/>
              <a:prstDash val="solid"/>
              <a:miter/>
            </a:ln>
          </p:spPr>
          <p:txBody>
            <a:bodyPr/>
            <a:lstStyle/>
            <a:p>
              <a:endParaRPr lang="de-DE"/>
            </a:p>
          </p:txBody>
        </p:sp>
        <p:sp>
          <p:nvSpPr>
            <p:cNvPr id="374" name="Freihandform: Form 373">
              <a:extLst>
                <a:ext uri="{FF2B5EF4-FFF2-40B4-BE49-F238E27FC236}">
                  <a16:creationId xmlns:a16="http://schemas.microsoft.com/office/drawing/2014/main" id="{A70B08E8-5A23-E211-B0D2-787C2DA5403C}"/>
                </a:ext>
              </a:extLst>
            </p:cNvPr>
            <p:cNvSpPr/>
            <p:nvPr/>
          </p:nvSpPr>
          <p:spPr>
            <a:xfrm>
              <a:off x="1663974" y="3777268"/>
              <a:ext cx="430944" cy="301660"/>
            </a:xfrm>
            <a:custGeom>
              <a:avLst/>
              <a:gdLst>
                <a:gd name="csX0" fmla="*/ 204698 w 430944"/>
                <a:gd name="csY0" fmla="*/ 260183 h 301660"/>
                <a:gd name="csX1" fmla="*/ 118510 w 430944"/>
                <a:gd name="csY1" fmla="*/ 217088 h 301660"/>
                <a:gd name="csX2" fmla="*/ 118510 w 430944"/>
                <a:gd name="csY2" fmla="*/ 41478 h 301660"/>
                <a:gd name="csX3" fmla="*/ 204698 w 430944"/>
                <a:gd name="csY3" fmla="*/ 84573 h 301660"/>
                <a:gd name="csX4" fmla="*/ 204698 w 430944"/>
                <a:gd name="csY4" fmla="*/ 260183 h 301660"/>
                <a:gd name="csX5" fmla="*/ 96962 w 430944"/>
                <a:gd name="csY5" fmla="*/ 217088 h 301660"/>
                <a:gd name="csX6" fmla="*/ 32321 w 430944"/>
                <a:gd name="csY6" fmla="*/ 249409 h 301660"/>
                <a:gd name="csX7" fmla="*/ 32321 w 430944"/>
                <a:gd name="csY7" fmla="*/ 73799 h 301660"/>
                <a:gd name="csX8" fmla="*/ 96962 w 430944"/>
                <a:gd name="csY8" fmla="*/ 41478 h 301660"/>
                <a:gd name="csX9" fmla="*/ 96962 w 430944"/>
                <a:gd name="csY9" fmla="*/ 217088 h 301660"/>
                <a:gd name="csX10" fmla="*/ 395391 w 430944"/>
                <a:gd name="csY10" fmla="*/ 36092 h 301660"/>
                <a:gd name="csX11" fmla="*/ 395391 w 430944"/>
                <a:gd name="csY11" fmla="*/ 36092 h 301660"/>
                <a:gd name="csX12" fmla="*/ 381924 w 430944"/>
                <a:gd name="csY12" fmla="*/ 65180 h 301660"/>
                <a:gd name="csX13" fmla="*/ 398623 w 430944"/>
                <a:gd name="csY13" fmla="*/ 73799 h 301660"/>
                <a:gd name="csX14" fmla="*/ 398623 w 430944"/>
                <a:gd name="csY14" fmla="*/ 249409 h 301660"/>
                <a:gd name="csX15" fmla="*/ 333982 w 430944"/>
                <a:gd name="csY15" fmla="*/ 217088 h 301660"/>
                <a:gd name="csX16" fmla="*/ 333982 w 430944"/>
                <a:gd name="csY16" fmla="*/ 145444 h 301660"/>
                <a:gd name="csX17" fmla="*/ 312435 w 430944"/>
                <a:gd name="csY17" fmla="*/ 145444 h 301660"/>
                <a:gd name="csX18" fmla="*/ 312435 w 430944"/>
                <a:gd name="csY18" fmla="*/ 217088 h 301660"/>
                <a:gd name="csX19" fmla="*/ 226246 w 430944"/>
                <a:gd name="csY19" fmla="*/ 260183 h 301660"/>
                <a:gd name="csX20" fmla="*/ 226246 w 430944"/>
                <a:gd name="csY20" fmla="*/ 84573 h 301660"/>
                <a:gd name="csX21" fmla="*/ 264492 w 430944"/>
                <a:gd name="csY21" fmla="*/ 65180 h 301660"/>
                <a:gd name="csX22" fmla="*/ 251025 w 430944"/>
                <a:gd name="csY22" fmla="*/ 36092 h 301660"/>
                <a:gd name="csX23" fmla="*/ 215472 w 430944"/>
                <a:gd name="csY23" fmla="*/ 53868 h 301660"/>
                <a:gd name="csX24" fmla="*/ 107736 w 430944"/>
                <a:gd name="csY24" fmla="*/ 0 h 301660"/>
                <a:gd name="csX25" fmla="*/ 0 w 430944"/>
                <a:gd name="csY25" fmla="*/ 53868 h 301660"/>
                <a:gd name="csX26" fmla="*/ 0 w 430944"/>
                <a:gd name="csY26" fmla="*/ 301661 h 301660"/>
                <a:gd name="csX27" fmla="*/ 107736 w 430944"/>
                <a:gd name="csY27" fmla="*/ 247793 h 301660"/>
                <a:gd name="csX28" fmla="*/ 215472 w 430944"/>
                <a:gd name="csY28" fmla="*/ 301661 h 301660"/>
                <a:gd name="csX29" fmla="*/ 323208 w 430944"/>
                <a:gd name="csY29" fmla="*/ 247793 h 301660"/>
                <a:gd name="csX30" fmla="*/ 430944 w 430944"/>
                <a:gd name="csY30" fmla="*/ 301661 h 301660"/>
                <a:gd name="csX31" fmla="*/ 430944 w 430944"/>
                <a:gd name="csY31" fmla="*/ 53868 h 301660"/>
                <a:gd name="csX32" fmla="*/ 395391 w 430944"/>
                <a:gd name="csY32" fmla="*/ 36092 h 3016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430944" h="301660">
                  <a:moveTo>
                    <a:pt x="204698" y="260183"/>
                  </a:moveTo>
                  <a:lnTo>
                    <a:pt x="118510" y="217088"/>
                  </a:lnTo>
                  <a:lnTo>
                    <a:pt x="118510" y="41478"/>
                  </a:lnTo>
                  <a:lnTo>
                    <a:pt x="204698" y="84573"/>
                  </a:lnTo>
                  <a:lnTo>
                    <a:pt x="204698" y="260183"/>
                  </a:lnTo>
                  <a:close/>
                  <a:moveTo>
                    <a:pt x="96962" y="217088"/>
                  </a:moveTo>
                  <a:lnTo>
                    <a:pt x="32321" y="249409"/>
                  </a:lnTo>
                  <a:lnTo>
                    <a:pt x="32321" y="73799"/>
                  </a:lnTo>
                  <a:lnTo>
                    <a:pt x="96962" y="41478"/>
                  </a:lnTo>
                  <a:lnTo>
                    <a:pt x="96962" y="217088"/>
                  </a:lnTo>
                  <a:close/>
                  <a:moveTo>
                    <a:pt x="395391" y="36092"/>
                  </a:moveTo>
                  <a:lnTo>
                    <a:pt x="395391" y="36092"/>
                  </a:lnTo>
                  <a:lnTo>
                    <a:pt x="381924" y="65180"/>
                  </a:lnTo>
                  <a:lnTo>
                    <a:pt x="398623" y="73799"/>
                  </a:lnTo>
                  <a:lnTo>
                    <a:pt x="398623" y="249409"/>
                  </a:lnTo>
                  <a:lnTo>
                    <a:pt x="333982" y="217088"/>
                  </a:lnTo>
                  <a:lnTo>
                    <a:pt x="333982" y="145444"/>
                  </a:lnTo>
                  <a:lnTo>
                    <a:pt x="312435" y="145444"/>
                  </a:lnTo>
                  <a:lnTo>
                    <a:pt x="312435" y="217088"/>
                  </a:lnTo>
                  <a:lnTo>
                    <a:pt x="226246" y="260183"/>
                  </a:lnTo>
                  <a:lnTo>
                    <a:pt x="226246" y="84573"/>
                  </a:lnTo>
                  <a:lnTo>
                    <a:pt x="264492" y="65180"/>
                  </a:lnTo>
                  <a:lnTo>
                    <a:pt x="251025" y="36092"/>
                  </a:lnTo>
                  <a:lnTo>
                    <a:pt x="215472" y="53868"/>
                  </a:lnTo>
                  <a:lnTo>
                    <a:pt x="107736" y="0"/>
                  </a:lnTo>
                  <a:lnTo>
                    <a:pt x="0" y="53868"/>
                  </a:lnTo>
                  <a:lnTo>
                    <a:pt x="0" y="301661"/>
                  </a:lnTo>
                  <a:lnTo>
                    <a:pt x="107736" y="247793"/>
                  </a:lnTo>
                  <a:lnTo>
                    <a:pt x="215472" y="301661"/>
                  </a:lnTo>
                  <a:lnTo>
                    <a:pt x="323208" y="247793"/>
                  </a:lnTo>
                  <a:lnTo>
                    <a:pt x="430944" y="301661"/>
                  </a:lnTo>
                  <a:lnTo>
                    <a:pt x="430944" y="53868"/>
                  </a:lnTo>
                  <a:lnTo>
                    <a:pt x="395391" y="36092"/>
                  </a:lnTo>
                  <a:close/>
                </a:path>
              </a:pathLst>
            </a:custGeom>
            <a:grpFill/>
            <a:ln w="5358" cap="flat">
              <a:noFill/>
              <a:prstDash val="solid"/>
              <a:miter/>
            </a:ln>
          </p:spPr>
          <p:txBody>
            <a:bodyPr/>
            <a:lstStyle/>
            <a:p>
              <a:endParaRPr lang="de-DE" dirty="0"/>
            </a:p>
          </p:txBody>
        </p:sp>
      </p:grpSp>
      <p:cxnSp>
        <p:nvCxnSpPr>
          <p:cNvPr id="385" name="Gerade Verbindung mit Pfeil 384">
            <a:extLst>
              <a:ext uri="{FF2B5EF4-FFF2-40B4-BE49-F238E27FC236}">
                <a16:creationId xmlns:a16="http://schemas.microsoft.com/office/drawing/2014/main" id="{26B9FB5D-8351-1F19-8AB7-F6DAE8D056A6}"/>
              </a:ext>
            </a:extLst>
          </p:cNvPr>
          <p:cNvCxnSpPr>
            <a:cxnSpLocks/>
          </p:cNvCxnSpPr>
          <p:nvPr/>
        </p:nvCxnSpPr>
        <p:spPr>
          <a:xfrm flipH="1">
            <a:off x="1170128" y="4194075"/>
            <a:ext cx="7832" cy="1130429"/>
          </a:xfrm>
          <a:prstGeom prst="straightConnector1">
            <a:avLst/>
          </a:prstGeom>
          <a:ln w="38100">
            <a:solidFill>
              <a:srgbClr val="084F6A"/>
            </a:solidFill>
            <a:tailEnd type="triangle"/>
          </a:ln>
        </p:spPr>
        <p:style>
          <a:lnRef idx="1">
            <a:schemeClr val="accent1"/>
          </a:lnRef>
          <a:fillRef idx="0">
            <a:schemeClr val="accent1"/>
          </a:fillRef>
          <a:effectRef idx="0">
            <a:schemeClr val="accent1"/>
          </a:effectRef>
          <a:fontRef idx="minor">
            <a:schemeClr val="tx1"/>
          </a:fontRef>
        </p:style>
      </p:cxnSp>
      <p:cxnSp>
        <p:nvCxnSpPr>
          <p:cNvPr id="389" name="Gerade Verbindung mit Pfeil 388">
            <a:extLst>
              <a:ext uri="{FF2B5EF4-FFF2-40B4-BE49-F238E27FC236}">
                <a16:creationId xmlns:a16="http://schemas.microsoft.com/office/drawing/2014/main" id="{01ACC3EB-BC65-4BC7-B7A6-F8075A8043FF}"/>
              </a:ext>
            </a:extLst>
          </p:cNvPr>
          <p:cNvCxnSpPr>
            <a:stCxn id="181" idx="2"/>
            <a:endCxn id="296" idx="0"/>
          </p:cNvCxnSpPr>
          <p:nvPr/>
        </p:nvCxnSpPr>
        <p:spPr>
          <a:xfrm flipH="1">
            <a:off x="3240517" y="4134159"/>
            <a:ext cx="243" cy="1185992"/>
          </a:xfrm>
          <a:prstGeom prst="straightConnector1">
            <a:avLst/>
          </a:prstGeom>
          <a:ln w="38100">
            <a:solidFill>
              <a:srgbClr val="084F6A"/>
            </a:solidFill>
            <a:tailEnd type="triangle"/>
          </a:ln>
        </p:spPr>
        <p:style>
          <a:lnRef idx="1">
            <a:schemeClr val="accent1"/>
          </a:lnRef>
          <a:fillRef idx="0">
            <a:schemeClr val="accent1"/>
          </a:fillRef>
          <a:effectRef idx="0">
            <a:schemeClr val="accent1"/>
          </a:effectRef>
          <a:fontRef idx="minor">
            <a:schemeClr val="tx1"/>
          </a:fontRef>
        </p:style>
      </p:cxnSp>
      <p:cxnSp>
        <p:nvCxnSpPr>
          <p:cNvPr id="393" name="Verbinder: gewinkelt 392">
            <a:extLst>
              <a:ext uri="{FF2B5EF4-FFF2-40B4-BE49-F238E27FC236}">
                <a16:creationId xmlns:a16="http://schemas.microsoft.com/office/drawing/2014/main" id="{8B5C24E7-801C-E025-C208-D7518EBD3D48}"/>
              </a:ext>
            </a:extLst>
          </p:cNvPr>
          <p:cNvCxnSpPr>
            <a:stCxn id="190" idx="3"/>
            <a:endCxn id="303" idx="0"/>
          </p:cNvCxnSpPr>
          <p:nvPr/>
        </p:nvCxnSpPr>
        <p:spPr>
          <a:xfrm>
            <a:off x="6168288" y="4413305"/>
            <a:ext cx="581890" cy="911199"/>
          </a:xfrm>
          <a:prstGeom prst="bentConnector2">
            <a:avLst/>
          </a:prstGeom>
          <a:ln w="38100">
            <a:solidFill>
              <a:srgbClr val="084F6A"/>
            </a:solidFill>
            <a:tailEnd type="triangle"/>
          </a:ln>
        </p:spPr>
        <p:style>
          <a:lnRef idx="1">
            <a:schemeClr val="accent1"/>
          </a:lnRef>
          <a:fillRef idx="0">
            <a:schemeClr val="accent1"/>
          </a:fillRef>
          <a:effectRef idx="0">
            <a:schemeClr val="accent1"/>
          </a:effectRef>
          <a:fontRef idx="minor">
            <a:schemeClr val="tx1"/>
          </a:fontRef>
        </p:style>
      </p:cxnSp>
      <p:cxnSp>
        <p:nvCxnSpPr>
          <p:cNvPr id="396" name="Gerade Verbindung mit Pfeil 395">
            <a:extLst>
              <a:ext uri="{FF2B5EF4-FFF2-40B4-BE49-F238E27FC236}">
                <a16:creationId xmlns:a16="http://schemas.microsoft.com/office/drawing/2014/main" id="{5E121100-A607-F6E6-2131-F489AC006E83}"/>
              </a:ext>
            </a:extLst>
          </p:cNvPr>
          <p:cNvCxnSpPr>
            <a:cxnSpLocks/>
          </p:cNvCxnSpPr>
          <p:nvPr/>
        </p:nvCxnSpPr>
        <p:spPr>
          <a:xfrm>
            <a:off x="2002818" y="5748995"/>
            <a:ext cx="265657" cy="0"/>
          </a:xfrm>
          <a:prstGeom prst="straightConnector1">
            <a:avLst/>
          </a:prstGeom>
          <a:noFill/>
          <a:ln w="38100" cap="flat" cmpd="sng" algn="ctr">
            <a:solidFill>
              <a:srgbClr val="0F9ED5">
                <a:lumMod val="50000"/>
              </a:srgbClr>
            </a:solidFill>
            <a:prstDash val="solid"/>
            <a:miter lim="800000"/>
            <a:headEnd type="none"/>
            <a:tailEnd type="triangle" w="lg" len="lg"/>
          </a:ln>
          <a:effectLst/>
        </p:spPr>
      </p:cxnSp>
      <p:cxnSp>
        <p:nvCxnSpPr>
          <p:cNvPr id="397" name="Gerade Verbindung mit Pfeil 396">
            <a:extLst>
              <a:ext uri="{FF2B5EF4-FFF2-40B4-BE49-F238E27FC236}">
                <a16:creationId xmlns:a16="http://schemas.microsoft.com/office/drawing/2014/main" id="{1877D6F6-A8B1-3529-AD92-E427B74C20F7}"/>
              </a:ext>
            </a:extLst>
          </p:cNvPr>
          <p:cNvCxnSpPr>
            <a:cxnSpLocks/>
          </p:cNvCxnSpPr>
          <p:nvPr/>
        </p:nvCxnSpPr>
        <p:spPr>
          <a:xfrm>
            <a:off x="4102950" y="5748995"/>
            <a:ext cx="265657" cy="0"/>
          </a:xfrm>
          <a:prstGeom prst="straightConnector1">
            <a:avLst/>
          </a:prstGeom>
          <a:noFill/>
          <a:ln w="38100" cap="flat" cmpd="sng" algn="ctr">
            <a:solidFill>
              <a:srgbClr val="0F9ED5">
                <a:lumMod val="50000"/>
              </a:srgbClr>
            </a:solidFill>
            <a:prstDash val="solid"/>
            <a:miter lim="800000"/>
            <a:headEnd type="none"/>
            <a:tailEnd type="triangle" w="lg" len="lg"/>
          </a:ln>
          <a:effectLst/>
        </p:spPr>
      </p:cxnSp>
      <p:cxnSp>
        <p:nvCxnSpPr>
          <p:cNvPr id="398" name="Gerade Verbindung mit Pfeil 397">
            <a:extLst>
              <a:ext uri="{FF2B5EF4-FFF2-40B4-BE49-F238E27FC236}">
                <a16:creationId xmlns:a16="http://schemas.microsoft.com/office/drawing/2014/main" id="{62598DF7-93B5-B9C4-57D8-9B77451760ED}"/>
              </a:ext>
            </a:extLst>
          </p:cNvPr>
          <p:cNvCxnSpPr>
            <a:cxnSpLocks/>
          </p:cNvCxnSpPr>
          <p:nvPr/>
        </p:nvCxnSpPr>
        <p:spPr>
          <a:xfrm>
            <a:off x="5633318" y="5748995"/>
            <a:ext cx="265657" cy="0"/>
          </a:xfrm>
          <a:prstGeom prst="straightConnector1">
            <a:avLst/>
          </a:prstGeom>
          <a:noFill/>
          <a:ln w="38100" cap="flat" cmpd="sng" algn="ctr">
            <a:solidFill>
              <a:srgbClr val="0F9ED5">
                <a:lumMod val="50000"/>
              </a:srgbClr>
            </a:solidFill>
            <a:prstDash val="solid"/>
            <a:miter lim="800000"/>
            <a:headEnd type="none"/>
            <a:tailEnd type="triangle" w="lg" len="lg"/>
          </a:ln>
          <a:effectLst/>
        </p:spPr>
      </p:cxnSp>
    </p:spTree>
    <p:extLst>
      <p:ext uri="{BB962C8B-B14F-4D97-AF65-F5344CB8AC3E}">
        <p14:creationId xmlns:p14="http://schemas.microsoft.com/office/powerpoint/2010/main" val="3752839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Live-Voting</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de-DE" sz="1130" b="1" dirty="0">
                <a:solidFill>
                  <a:srgbClr val="004899"/>
                </a:solidFill>
                <a:latin typeface="Noto Sans"/>
                <a:cs typeface="Noto Sans"/>
              </a:rPr>
              <a:t>UNIT 01 · EINSTIEG</a:t>
            </a: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10</a:t>
            </a:fld>
            <a:endParaRPr lang="en-US" sz="939" b="0" strike="noStrike" spc="-1">
              <a:solidFill>
                <a:srgbClr val="000000"/>
              </a:solidFill>
              <a:latin typeface="Arial"/>
            </a:endParaRPr>
          </a:p>
        </p:txBody>
      </p:sp>
      <p:sp>
        <p:nvSpPr>
          <p:cNvPr id="2" name="Rechteck 1">
            <a:extLst>
              <a:ext uri="{FF2B5EF4-FFF2-40B4-BE49-F238E27FC236}">
                <a16:creationId xmlns:a16="http://schemas.microsoft.com/office/drawing/2014/main" id="{BEA35536-C971-5D3D-C9CE-AF04F76215C6}"/>
              </a:ext>
            </a:extLst>
          </p:cNvPr>
          <p:cNvSpPr/>
          <p:nvPr/>
        </p:nvSpPr>
        <p:spPr>
          <a:xfrm>
            <a:off x="3789405" y="1647568"/>
            <a:ext cx="4143633" cy="40694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QR EINFÜGEN!!!!</a:t>
            </a:r>
          </a:p>
        </p:txBody>
      </p:sp>
    </p:spTree>
    <p:extLst>
      <p:ext uri="{BB962C8B-B14F-4D97-AF65-F5344CB8AC3E}">
        <p14:creationId xmlns:p14="http://schemas.microsoft.com/office/powerpoint/2010/main" val="908264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Codierung</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de-DE" sz="1130" b="1" dirty="0">
                <a:solidFill>
                  <a:srgbClr val="004899"/>
                </a:solidFill>
                <a:latin typeface="Noto Sans"/>
                <a:cs typeface="Noto Sans"/>
              </a:rPr>
              <a:t>UNIT 01 · CODIERUNG</a:t>
            </a: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11</a:t>
            </a:fld>
            <a:endParaRPr lang="en-US" sz="939" b="0" strike="noStrike" spc="-1">
              <a:solidFill>
                <a:srgbClr val="000000"/>
              </a:solidFill>
              <a:latin typeface="Arial"/>
            </a:endParaRPr>
          </a:p>
        </p:txBody>
      </p:sp>
      <p:pic>
        <p:nvPicPr>
          <p:cNvPr id="4" name="soundreality-sos-signal-137144">
            <a:hlinkClick r:id="" action="ppaction://media"/>
            <a:extLst>
              <a:ext uri="{FF2B5EF4-FFF2-40B4-BE49-F238E27FC236}">
                <a16:creationId xmlns:a16="http://schemas.microsoft.com/office/drawing/2014/main" id="{A969591C-38A1-232A-2696-6BE0C078E75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484436" y="2784462"/>
            <a:ext cx="1845276" cy="1845276"/>
          </a:xfrm>
          <a:prstGeom prst="rect">
            <a:avLst/>
          </a:prstGeom>
        </p:spPr>
      </p:pic>
      <p:pic>
        <p:nvPicPr>
          <p:cNvPr id="6" name="Grafik 5">
            <a:extLst>
              <a:ext uri="{FF2B5EF4-FFF2-40B4-BE49-F238E27FC236}">
                <a16:creationId xmlns:a16="http://schemas.microsoft.com/office/drawing/2014/main" id="{6AAEA0D1-96A1-CA0F-BA28-F8FC1888FAE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0589" y="1884672"/>
            <a:ext cx="4356484" cy="4118361"/>
          </a:xfrm>
          <a:prstGeom prst="rect">
            <a:avLst/>
          </a:prstGeom>
        </p:spPr>
      </p:pic>
      <p:sp>
        <p:nvSpPr>
          <p:cNvPr id="7" name="Textfeld 6">
            <a:extLst>
              <a:ext uri="{FF2B5EF4-FFF2-40B4-BE49-F238E27FC236}">
                <a16:creationId xmlns:a16="http://schemas.microsoft.com/office/drawing/2014/main" id="{36283604-B40C-FC90-2B79-8C8728F250FA}"/>
              </a:ext>
            </a:extLst>
          </p:cNvPr>
          <p:cNvSpPr txBox="1"/>
          <p:nvPr/>
        </p:nvSpPr>
        <p:spPr>
          <a:xfrm>
            <a:off x="1181378" y="5937404"/>
            <a:ext cx="3185552" cy="369332"/>
          </a:xfrm>
          <a:prstGeom prst="rect">
            <a:avLst/>
          </a:prstGeom>
          <a:noFill/>
        </p:spPr>
        <p:txBody>
          <a:bodyPr wrap="none" rtlCol="0">
            <a:spAutoFit/>
          </a:bodyPr>
          <a:lstStyle/>
          <a:p>
            <a:pPr algn="l"/>
            <a:r>
              <a:rPr lang="de-DE" b="0" i="0" dirty="0">
                <a:solidFill>
                  <a:srgbClr val="202122"/>
                </a:solidFill>
                <a:effectLst/>
                <a:latin typeface="Arial" panose="020B0604020202020204" pitchFamily="34" charset="0"/>
              </a:rPr>
              <a:t>Morses erster Apparat (1837)</a:t>
            </a:r>
          </a:p>
        </p:txBody>
      </p:sp>
      <p:sp>
        <p:nvSpPr>
          <p:cNvPr id="2" name="Rechteck 1">
            <a:extLst>
              <a:ext uri="{FF2B5EF4-FFF2-40B4-BE49-F238E27FC236}">
                <a16:creationId xmlns:a16="http://schemas.microsoft.com/office/drawing/2014/main" id="{7F020FDA-C6E8-3C1F-518D-625A5FF99FD3}"/>
              </a:ext>
            </a:extLst>
          </p:cNvPr>
          <p:cNvSpPr/>
          <p:nvPr/>
        </p:nvSpPr>
        <p:spPr>
          <a:xfrm>
            <a:off x="3881292" y="182176"/>
            <a:ext cx="8118450" cy="672791"/>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3" name="Textfeld 2">
            <a:extLst>
              <a:ext uri="{FF2B5EF4-FFF2-40B4-BE49-F238E27FC236}">
                <a16:creationId xmlns:a16="http://schemas.microsoft.com/office/drawing/2014/main" id="{B65B44AD-090E-9CA0-F7FB-357D7CB172A8}"/>
              </a:ext>
            </a:extLst>
          </p:cNvPr>
          <p:cNvSpPr txBox="1"/>
          <p:nvPr/>
        </p:nvSpPr>
        <p:spPr>
          <a:xfrm>
            <a:off x="4071732" y="288737"/>
            <a:ext cx="7928010" cy="442080"/>
          </a:xfrm>
          <a:prstGeom prst="rect">
            <a:avLst/>
          </a:prstGeom>
          <a:noFill/>
          <a:ln w="0">
            <a:noFill/>
          </a:ln>
        </p:spPr>
        <p:txBody>
          <a:bodyPr lIns="0" tIns="0" rIns="0" bIns="0" anchor="t">
            <a:noAutofit/>
          </a:bodyPr>
          <a:lstStyle/>
          <a:p>
            <a:r>
              <a:rPr lang="en-US" sz="2350" b="1" strike="noStrike" spc="-1" dirty="0">
                <a:solidFill>
                  <a:srgbClr val="004899"/>
                </a:solidFill>
                <a:latin typeface="Noto Sans"/>
              </a:rPr>
              <a:t>Wie </a:t>
            </a:r>
            <a:r>
              <a:rPr lang="en-US" sz="2350" b="1" strike="noStrike" spc="-1" dirty="0" err="1">
                <a:solidFill>
                  <a:srgbClr val="004899"/>
                </a:solidFill>
                <a:latin typeface="Noto Sans"/>
              </a:rPr>
              <a:t>werden</a:t>
            </a:r>
            <a:r>
              <a:rPr lang="en-US" sz="2350" b="1" strike="noStrike" spc="-1" dirty="0">
                <a:solidFill>
                  <a:srgbClr val="004899"/>
                </a:solidFill>
                <a:latin typeface="Noto Sans"/>
              </a:rPr>
              <a:t> </a:t>
            </a:r>
            <a:r>
              <a:rPr lang="en-US" sz="2350" b="1" strike="noStrike" spc="-1" dirty="0" err="1">
                <a:solidFill>
                  <a:srgbClr val="004899"/>
                </a:solidFill>
                <a:latin typeface="Noto Sans"/>
              </a:rPr>
              <a:t>Daten</a:t>
            </a:r>
            <a:r>
              <a:rPr lang="en-US" sz="2350" b="1" strike="noStrike" spc="-1" dirty="0">
                <a:solidFill>
                  <a:srgbClr val="004899"/>
                </a:solidFill>
                <a:latin typeface="Noto Sans"/>
              </a:rPr>
              <a:t> </a:t>
            </a:r>
            <a:r>
              <a:rPr lang="en-US" sz="2350" b="1" strike="noStrike" spc="-1" dirty="0" err="1">
                <a:solidFill>
                  <a:srgbClr val="004899"/>
                </a:solidFill>
                <a:latin typeface="Noto Sans"/>
              </a:rPr>
              <a:t>übertragen</a:t>
            </a:r>
            <a:r>
              <a:rPr lang="en-US" sz="2350" b="1" spc="-1" dirty="0">
                <a:solidFill>
                  <a:srgbClr val="004899"/>
                </a:solidFill>
                <a:latin typeface="Noto Sans"/>
              </a:rPr>
              <a:t> und </a:t>
            </a:r>
            <a:r>
              <a:rPr lang="en-US" sz="2350" b="1" spc="-1" dirty="0" err="1">
                <a:solidFill>
                  <a:srgbClr val="004899"/>
                </a:solidFill>
                <a:latin typeface="Noto Sans"/>
              </a:rPr>
              <a:t>prozessiert</a:t>
            </a:r>
            <a:r>
              <a:rPr lang="en-US" sz="2350" b="1" spc="-1" dirty="0">
                <a:solidFill>
                  <a:srgbClr val="004899"/>
                </a:solidFill>
                <a:latin typeface="Noto Sans"/>
              </a:rPr>
              <a:t>?</a:t>
            </a:r>
            <a:endParaRPr lang="en-US" sz="2350" b="0" strike="noStrike" spc="-1" dirty="0">
              <a:solidFill>
                <a:srgbClr val="000000"/>
              </a:solidFill>
              <a:latin typeface="Arial"/>
            </a:endParaRPr>
          </a:p>
        </p:txBody>
      </p:sp>
    </p:spTree>
    <p:extLst>
      <p:ext uri="{BB962C8B-B14F-4D97-AF65-F5344CB8AC3E}">
        <p14:creationId xmlns:p14="http://schemas.microsoft.com/office/powerpoint/2010/main" val="740534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032"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4"/>
                </p:tgtEl>
              </p:cMediaNode>
            </p:audio>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Codierung</a:t>
            </a:r>
            <a:endParaRPr lang="en-US" sz="3190" b="0" strike="noStrike" spc="-1" dirty="0">
              <a:solidFill>
                <a:srgbClr val="000000"/>
              </a:solidFill>
              <a:latin typeface="Arial"/>
            </a:endParaRPr>
          </a:p>
        </p:txBody>
      </p:sp>
      <p:sp>
        <p:nvSpPr>
          <p:cNvPr id="116" name="Textfeld 115"/>
          <p:cNvSpPr txBox="1"/>
          <p:nvPr/>
        </p:nvSpPr>
        <p:spPr>
          <a:xfrm>
            <a:off x="761880" y="1314464"/>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 &amp; Software</a:t>
            </a:r>
            <a:endParaRPr lang="en-US" sz="1130" b="0" strike="noStrike" spc="-1" dirty="0">
              <a:solidFill>
                <a:srgbClr val="000000"/>
              </a:solidFill>
              <a:latin typeface="Arial"/>
            </a:endParaRP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12</a:t>
            </a:fld>
            <a:endParaRPr lang="en-US" sz="939" b="0" strike="noStrike" spc="-1">
              <a:solidFill>
                <a:srgbClr val="000000"/>
              </a:solidFill>
              <a:latin typeface="Arial"/>
            </a:endParaRPr>
          </a:p>
        </p:txBody>
      </p:sp>
      <p:pic>
        <p:nvPicPr>
          <p:cNvPr id="3" name="Grafik 2">
            <a:extLst>
              <a:ext uri="{FF2B5EF4-FFF2-40B4-BE49-F238E27FC236}">
                <a16:creationId xmlns:a16="http://schemas.microsoft.com/office/drawing/2014/main" id="{6D95925F-788A-ED8E-0E91-03122DFF7D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8072" y="1753333"/>
            <a:ext cx="3764281" cy="4819007"/>
          </a:xfrm>
          <a:prstGeom prst="rect">
            <a:avLst/>
          </a:prstGeom>
        </p:spPr>
      </p:pic>
      <p:sp>
        <p:nvSpPr>
          <p:cNvPr id="12" name="Rechteck 11">
            <a:extLst>
              <a:ext uri="{FF2B5EF4-FFF2-40B4-BE49-F238E27FC236}">
                <a16:creationId xmlns:a16="http://schemas.microsoft.com/office/drawing/2014/main" id="{4F3E7E70-8E59-9B9A-C805-F80FB603DAB5}"/>
              </a:ext>
            </a:extLst>
          </p:cNvPr>
          <p:cNvSpPr/>
          <p:nvPr/>
        </p:nvSpPr>
        <p:spPr>
          <a:xfrm>
            <a:off x="5053687" y="1623088"/>
            <a:ext cx="6492520" cy="594360"/>
          </a:xfrm>
          <a:prstGeom prst="rect">
            <a:avLst/>
          </a:prstGeom>
          <a:solidFill>
            <a:srgbClr val="EAF5F7"/>
          </a:solidFill>
          <a:ln w="0">
            <a:noFill/>
          </a:ln>
        </p:spPr>
        <p:txBody>
          <a:bodyPr lIns="90000" tIns="45000" rIns="90000" bIns="45000" anchor="ctr" anchorCtr="1">
            <a:noAutofit/>
          </a:bodyPr>
          <a:lstStyle/>
          <a:p>
            <a:r>
              <a:rPr lang="en-US" sz="1800" b="0" strike="noStrike" spc="-1" dirty="0">
                <a:solidFill>
                  <a:srgbClr val="000000"/>
                </a:solidFill>
                <a:latin typeface="Arial"/>
              </a:rPr>
              <a:t>2 </a:t>
            </a:r>
            <a:r>
              <a:rPr lang="en-US" sz="1800" b="0" strike="noStrike" spc="-1" dirty="0" err="1">
                <a:solidFill>
                  <a:srgbClr val="000000"/>
                </a:solidFill>
                <a:latin typeface="Arial"/>
              </a:rPr>
              <a:t>Zustände</a:t>
            </a:r>
            <a:r>
              <a:rPr lang="en-US" sz="1800" b="0" strike="noStrike" spc="-1" dirty="0">
                <a:solidFill>
                  <a:srgbClr val="000000"/>
                </a:solidFill>
                <a:latin typeface="Arial"/>
              </a:rPr>
              <a:t> + </a:t>
            </a:r>
            <a:r>
              <a:rPr lang="en-US" sz="1800" b="0" strike="noStrike" spc="-1" dirty="0" err="1">
                <a:solidFill>
                  <a:srgbClr val="000000"/>
                </a:solidFill>
                <a:latin typeface="Arial"/>
              </a:rPr>
              <a:t>vereinbarte</a:t>
            </a:r>
            <a:r>
              <a:rPr lang="en-US" sz="1800" b="0" strike="noStrike" spc="-1" dirty="0">
                <a:solidFill>
                  <a:srgbClr val="000000"/>
                </a:solidFill>
                <a:latin typeface="Arial"/>
              </a:rPr>
              <a:t> </a:t>
            </a:r>
            <a:r>
              <a:rPr lang="en-US" sz="1800" b="0" strike="noStrike" spc="-1" dirty="0" err="1">
                <a:solidFill>
                  <a:srgbClr val="000000"/>
                </a:solidFill>
                <a:latin typeface="Arial"/>
              </a:rPr>
              <a:t>Zuordnung</a:t>
            </a:r>
            <a:r>
              <a:rPr lang="en-US" sz="1800" b="0" strike="noStrike" spc="-1" dirty="0">
                <a:solidFill>
                  <a:srgbClr val="000000"/>
                </a:solidFill>
                <a:latin typeface="Arial"/>
              </a:rPr>
              <a:t> = Information</a:t>
            </a:r>
          </a:p>
        </p:txBody>
      </p:sp>
      <p:sp>
        <p:nvSpPr>
          <p:cNvPr id="13" name="Rechteck 12">
            <a:extLst>
              <a:ext uri="{FF2B5EF4-FFF2-40B4-BE49-F238E27FC236}">
                <a16:creationId xmlns:a16="http://schemas.microsoft.com/office/drawing/2014/main" id="{8FD31BF6-C97C-6336-4364-B546DB0F9798}"/>
              </a:ext>
            </a:extLst>
          </p:cNvPr>
          <p:cNvSpPr/>
          <p:nvPr/>
        </p:nvSpPr>
        <p:spPr>
          <a:xfrm>
            <a:off x="645793" y="1623088"/>
            <a:ext cx="3959763" cy="481900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FE6A651C-8556-5A7F-9E2A-CAE0888D446F}"/>
              </a:ext>
            </a:extLst>
          </p:cNvPr>
          <p:cNvSpPr txBox="1"/>
          <p:nvPr/>
        </p:nvSpPr>
        <p:spPr>
          <a:xfrm>
            <a:off x="5726673" y="4190410"/>
            <a:ext cx="2031325" cy="523220"/>
          </a:xfrm>
          <a:prstGeom prst="rect">
            <a:avLst/>
          </a:prstGeom>
          <a:noFill/>
        </p:spPr>
        <p:txBody>
          <a:bodyPr wrap="none" rtlCol="0">
            <a:spAutoFit/>
          </a:bodyPr>
          <a:lstStyle/>
          <a:p>
            <a:r>
              <a:rPr lang="de-DE" sz="2800" b="1" dirty="0">
                <a:solidFill>
                  <a:schemeClr val="accent2">
                    <a:lumMod val="50000"/>
                  </a:schemeClr>
                </a:solidFill>
              </a:rPr>
              <a:t>ASCII = A	</a:t>
            </a:r>
          </a:p>
        </p:txBody>
      </p:sp>
      <p:cxnSp>
        <p:nvCxnSpPr>
          <p:cNvPr id="18" name="Gerade Verbindung mit Pfeil 17">
            <a:extLst>
              <a:ext uri="{FF2B5EF4-FFF2-40B4-BE49-F238E27FC236}">
                <a16:creationId xmlns:a16="http://schemas.microsoft.com/office/drawing/2014/main" id="{3B9F582F-28A1-5E71-9E62-2C2BE1A38B44}"/>
              </a:ext>
            </a:extLst>
          </p:cNvPr>
          <p:cNvCxnSpPr>
            <a:cxnSpLocks/>
            <a:stCxn id="26" idx="0"/>
          </p:cNvCxnSpPr>
          <p:nvPr/>
        </p:nvCxnSpPr>
        <p:spPr>
          <a:xfrm flipH="1" flipV="1">
            <a:off x="5918701" y="2795532"/>
            <a:ext cx="4732" cy="95120"/>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Geschweifte Klammer rechts 21">
            <a:extLst>
              <a:ext uri="{FF2B5EF4-FFF2-40B4-BE49-F238E27FC236}">
                <a16:creationId xmlns:a16="http://schemas.microsoft.com/office/drawing/2014/main" id="{278D5AB5-DD74-A459-709F-DD7FD8335E8B}"/>
              </a:ext>
            </a:extLst>
          </p:cNvPr>
          <p:cNvSpPr/>
          <p:nvPr/>
        </p:nvSpPr>
        <p:spPr>
          <a:xfrm rot="5400000">
            <a:off x="6972777" y="2226090"/>
            <a:ext cx="207711" cy="2635914"/>
          </a:xfrm>
          <a:prstGeom prst="rightBrace">
            <a:avLst>
              <a:gd name="adj1" fmla="val 7240"/>
              <a:gd name="adj2" fmla="val 49404"/>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3" name="Textfeld 22">
            <a:extLst>
              <a:ext uri="{FF2B5EF4-FFF2-40B4-BE49-F238E27FC236}">
                <a16:creationId xmlns:a16="http://schemas.microsoft.com/office/drawing/2014/main" id="{84005CCB-9381-D0CB-1B20-52330BC4782D}"/>
              </a:ext>
            </a:extLst>
          </p:cNvPr>
          <p:cNvSpPr txBox="1"/>
          <p:nvPr/>
        </p:nvSpPr>
        <p:spPr>
          <a:xfrm>
            <a:off x="6833291" y="3716497"/>
            <a:ext cx="665567" cy="646331"/>
          </a:xfrm>
          <a:prstGeom prst="rect">
            <a:avLst/>
          </a:prstGeom>
          <a:noFill/>
        </p:spPr>
        <p:txBody>
          <a:bodyPr wrap="none" rtlCol="0">
            <a:spAutoFit/>
          </a:bodyPr>
          <a:lstStyle/>
          <a:p>
            <a:r>
              <a:rPr lang="de-DE" dirty="0"/>
              <a:t>Byte</a:t>
            </a:r>
          </a:p>
          <a:p>
            <a:endParaRPr lang="de-DE" dirty="0"/>
          </a:p>
        </p:txBody>
      </p:sp>
      <p:sp>
        <p:nvSpPr>
          <p:cNvPr id="24" name="Textfeld 23">
            <a:extLst>
              <a:ext uri="{FF2B5EF4-FFF2-40B4-BE49-F238E27FC236}">
                <a16:creationId xmlns:a16="http://schemas.microsoft.com/office/drawing/2014/main" id="{0C7A75A0-6C71-3291-1C43-660448A9705C}"/>
              </a:ext>
            </a:extLst>
          </p:cNvPr>
          <p:cNvSpPr txBox="1"/>
          <p:nvPr/>
        </p:nvSpPr>
        <p:spPr>
          <a:xfrm>
            <a:off x="5679693" y="2527656"/>
            <a:ext cx="478016" cy="646331"/>
          </a:xfrm>
          <a:prstGeom prst="rect">
            <a:avLst/>
          </a:prstGeom>
          <a:noFill/>
        </p:spPr>
        <p:txBody>
          <a:bodyPr wrap="none" rtlCol="0">
            <a:spAutoFit/>
          </a:bodyPr>
          <a:lstStyle/>
          <a:p>
            <a:r>
              <a:rPr lang="de-DE" dirty="0"/>
              <a:t>Bit</a:t>
            </a:r>
          </a:p>
          <a:p>
            <a:endParaRPr lang="de-DE" dirty="0"/>
          </a:p>
        </p:txBody>
      </p:sp>
      <p:grpSp>
        <p:nvGrpSpPr>
          <p:cNvPr id="34" name="Gruppieren 33">
            <a:extLst>
              <a:ext uri="{FF2B5EF4-FFF2-40B4-BE49-F238E27FC236}">
                <a16:creationId xmlns:a16="http://schemas.microsoft.com/office/drawing/2014/main" id="{D29D11F2-29D6-9B93-8DCF-D459DC2BFA23}"/>
              </a:ext>
            </a:extLst>
          </p:cNvPr>
          <p:cNvGrpSpPr/>
          <p:nvPr/>
        </p:nvGrpSpPr>
        <p:grpSpPr>
          <a:xfrm>
            <a:off x="5758676" y="2890652"/>
            <a:ext cx="2635914" cy="501380"/>
            <a:chOff x="5083174" y="2997746"/>
            <a:chExt cx="2635914" cy="501380"/>
          </a:xfrm>
        </p:grpSpPr>
        <p:sp>
          <p:nvSpPr>
            <p:cNvPr id="26" name="Rechteck: abgerundete Ecken 25">
              <a:extLst>
                <a:ext uri="{FF2B5EF4-FFF2-40B4-BE49-F238E27FC236}">
                  <a16:creationId xmlns:a16="http://schemas.microsoft.com/office/drawing/2014/main" id="{1AB63F64-7970-D62E-3B5B-97711B9B9570}"/>
                </a:ext>
              </a:extLst>
            </p:cNvPr>
            <p:cNvSpPr/>
            <p:nvPr/>
          </p:nvSpPr>
          <p:spPr>
            <a:xfrm>
              <a:off x="5083174"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27" name="Rechteck: abgerundete Ecken 26">
              <a:extLst>
                <a:ext uri="{FF2B5EF4-FFF2-40B4-BE49-F238E27FC236}">
                  <a16:creationId xmlns:a16="http://schemas.microsoft.com/office/drawing/2014/main" id="{45D76BB4-4A27-8653-5D8E-A5E5DED8336B}"/>
                </a:ext>
              </a:extLst>
            </p:cNvPr>
            <p:cNvSpPr/>
            <p:nvPr/>
          </p:nvSpPr>
          <p:spPr>
            <a:xfrm>
              <a:off x="5413837"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1</a:t>
              </a:r>
            </a:p>
          </p:txBody>
        </p:sp>
        <p:sp>
          <p:nvSpPr>
            <p:cNvPr id="28" name="Rechteck: abgerundete Ecken 27">
              <a:extLst>
                <a:ext uri="{FF2B5EF4-FFF2-40B4-BE49-F238E27FC236}">
                  <a16:creationId xmlns:a16="http://schemas.microsoft.com/office/drawing/2014/main" id="{D4B9D43B-9233-F152-CE9A-939E486ACC9B}"/>
                </a:ext>
              </a:extLst>
            </p:cNvPr>
            <p:cNvSpPr/>
            <p:nvPr/>
          </p:nvSpPr>
          <p:spPr>
            <a:xfrm>
              <a:off x="5744500"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29" name="Rechteck: abgerundete Ecken 28">
              <a:extLst>
                <a:ext uri="{FF2B5EF4-FFF2-40B4-BE49-F238E27FC236}">
                  <a16:creationId xmlns:a16="http://schemas.microsoft.com/office/drawing/2014/main" id="{6D9DE148-F58D-A181-1299-57A9F6A89B1A}"/>
                </a:ext>
              </a:extLst>
            </p:cNvPr>
            <p:cNvSpPr/>
            <p:nvPr/>
          </p:nvSpPr>
          <p:spPr>
            <a:xfrm>
              <a:off x="6075163"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30" name="Rechteck: abgerundete Ecken 29">
              <a:extLst>
                <a:ext uri="{FF2B5EF4-FFF2-40B4-BE49-F238E27FC236}">
                  <a16:creationId xmlns:a16="http://schemas.microsoft.com/office/drawing/2014/main" id="{226A015D-AE91-7A0D-F6F5-0A1496F1D107}"/>
                </a:ext>
              </a:extLst>
            </p:cNvPr>
            <p:cNvSpPr/>
            <p:nvPr/>
          </p:nvSpPr>
          <p:spPr>
            <a:xfrm>
              <a:off x="6397588"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31" name="Rechteck: abgerundete Ecken 30">
              <a:extLst>
                <a:ext uri="{FF2B5EF4-FFF2-40B4-BE49-F238E27FC236}">
                  <a16:creationId xmlns:a16="http://schemas.microsoft.com/office/drawing/2014/main" id="{21448FDF-62B4-7828-09C4-E8B3B92C285B}"/>
                </a:ext>
              </a:extLst>
            </p:cNvPr>
            <p:cNvSpPr/>
            <p:nvPr/>
          </p:nvSpPr>
          <p:spPr>
            <a:xfrm>
              <a:off x="6728251" y="2997746"/>
              <a:ext cx="329513" cy="493142"/>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32" name="Rechteck: abgerundete Ecken 31">
              <a:extLst>
                <a:ext uri="{FF2B5EF4-FFF2-40B4-BE49-F238E27FC236}">
                  <a16:creationId xmlns:a16="http://schemas.microsoft.com/office/drawing/2014/main" id="{D9E78036-1499-3501-0305-DD6DCF3D64BD}"/>
                </a:ext>
              </a:extLst>
            </p:cNvPr>
            <p:cNvSpPr/>
            <p:nvPr/>
          </p:nvSpPr>
          <p:spPr>
            <a:xfrm>
              <a:off x="7058914"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0</a:t>
              </a:r>
            </a:p>
          </p:txBody>
        </p:sp>
        <p:sp>
          <p:nvSpPr>
            <p:cNvPr id="33" name="Rechteck: abgerundete Ecken 32">
              <a:extLst>
                <a:ext uri="{FF2B5EF4-FFF2-40B4-BE49-F238E27FC236}">
                  <a16:creationId xmlns:a16="http://schemas.microsoft.com/office/drawing/2014/main" id="{28314A63-9CB1-9613-9C0B-334519F52DC4}"/>
                </a:ext>
              </a:extLst>
            </p:cNvPr>
            <p:cNvSpPr/>
            <p:nvPr/>
          </p:nvSpPr>
          <p:spPr>
            <a:xfrm>
              <a:off x="7389575" y="2997746"/>
              <a:ext cx="329513" cy="493142"/>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accent2">
                      <a:lumMod val="50000"/>
                    </a:schemeClr>
                  </a:solidFill>
                </a:rPr>
                <a:t>1</a:t>
              </a:r>
            </a:p>
          </p:txBody>
        </p:sp>
      </p:grpSp>
      <p:grpSp>
        <p:nvGrpSpPr>
          <p:cNvPr id="35" name="Gruppieren 34">
            <a:extLst>
              <a:ext uri="{FF2B5EF4-FFF2-40B4-BE49-F238E27FC236}">
                <a16:creationId xmlns:a16="http://schemas.microsoft.com/office/drawing/2014/main" id="{E46833B0-4325-ECA3-CA38-BED1DC020CD3}"/>
              </a:ext>
            </a:extLst>
          </p:cNvPr>
          <p:cNvGrpSpPr/>
          <p:nvPr/>
        </p:nvGrpSpPr>
        <p:grpSpPr>
          <a:xfrm>
            <a:off x="8423840" y="2891964"/>
            <a:ext cx="2635914" cy="501380"/>
            <a:chOff x="5083174" y="2997746"/>
            <a:chExt cx="2635914" cy="501380"/>
          </a:xfrm>
        </p:grpSpPr>
        <p:sp>
          <p:nvSpPr>
            <p:cNvPr id="36" name="Rechteck: abgerundete Ecken 35">
              <a:extLst>
                <a:ext uri="{FF2B5EF4-FFF2-40B4-BE49-F238E27FC236}">
                  <a16:creationId xmlns:a16="http://schemas.microsoft.com/office/drawing/2014/main" id="{DBF55B8D-C1CE-2457-58B5-FF18E50EBD6A}"/>
                </a:ext>
              </a:extLst>
            </p:cNvPr>
            <p:cNvSpPr/>
            <p:nvPr/>
          </p:nvSpPr>
          <p:spPr>
            <a:xfrm>
              <a:off x="5083174"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37" name="Rechteck: abgerundete Ecken 36">
              <a:extLst>
                <a:ext uri="{FF2B5EF4-FFF2-40B4-BE49-F238E27FC236}">
                  <a16:creationId xmlns:a16="http://schemas.microsoft.com/office/drawing/2014/main" id="{525987C5-CAFC-BB90-47F6-7F94189534F0}"/>
                </a:ext>
              </a:extLst>
            </p:cNvPr>
            <p:cNvSpPr/>
            <p:nvPr/>
          </p:nvSpPr>
          <p:spPr>
            <a:xfrm>
              <a:off x="5413837"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38" name="Rechteck: abgerundete Ecken 37">
              <a:extLst>
                <a:ext uri="{FF2B5EF4-FFF2-40B4-BE49-F238E27FC236}">
                  <a16:creationId xmlns:a16="http://schemas.microsoft.com/office/drawing/2014/main" id="{1D72241A-9107-A558-3DA3-BC25E57D7DC3}"/>
                </a:ext>
              </a:extLst>
            </p:cNvPr>
            <p:cNvSpPr/>
            <p:nvPr/>
          </p:nvSpPr>
          <p:spPr>
            <a:xfrm>
              <a:off x="5744500"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39" name="Rechteck: abgerundete Ecken 38">
              <a:extLst>
                <a:ext uri="{FF2B5EF4-FFF2-40B4-BE49-F238E27FC236}">
                  <a16:creationId xmlns:a16="http://schemas.microsoft.com/office/drawing/2014/main" id="{555267F1-C912-A1DD-5C19-ABEAA1A082A9}"/>
                </a:ext>
              </a:extLst>
            </p:cNvPr>
            <p:cNvSpPr/>
            <p:nvPr/>
          </p:nvSpPr>
          <p:spPr>
            <a:xfrm>
              <a:off x="6075163"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40" name="Rechteck: abgerundete Ecken 39">
              <a:extLst>
                <a:ext uri="{FF2B5EF4-FFF2-40B4-BE49-F238E27FC236}">
                  <a16:creationId xmlns:a16="http://schemas.microsoft.com/office/drawing/2014/main" id="{C003DCBD-C0AA-382E-E34D-0118D4EE0600}"/>
                </a:ext>
              </a:extLst>
            </p:cNvPr>
            <p:cNvSpPr/>
            <p:nvPr/>
          </p:nvSpPr>
          <p:spPr>
            <a:xfrm>
              <a:off x="6397588"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41" name="Rechteck: abgerundete Ecken 40">
              <a:extLst>
                <a:ext uri="{FF2B5EF4-FFF2-40B4-BE49-F238E27FC236}">
                  <a16:creationId xmlns:a16="http://schemas.microsoft.com/office/drawing/2014/main" id="{BE1F8FA7-1534-A371-A0F0-A53A2FE2FF76}"/>
                </a:ext>
              </a:extLst>
            </p:cNvPr>
            <p:cNvSpPr/>
            <p:nvPr/>
          </p:nvSpPr>
          <p:spPr>
            <a:xfrm>
              <a:off x="6728251" y="2997746"/>
              <a:ext cx="329513" cy="493142"/>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42" name="Rechteck: abgerundete Ecken 41">
              <a:extLst>
                <a:ext uri="{FF2B5EF4-FFF2-40B4-BE49-F238E27FC236}">
                  <a16:creationId xmlns:a16="http://schemas.microsoft.com/office/drawing/2014/main" id="{F1E725E2-7DF7-BEED-B2C1-B45EC07D11B4}"/>
                </a:ext>
              </a:extLst>
            </p:cNvPr>
            <p:cNvSpPr/>
            <p:nvPr/>
          </p:nvSpPr>
          <p:spPr>
            <a:xfrm>
              <a:off x="7058914" y="2997746"/>
              <a:ext cx="329513" cy="501380"/>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sp>
          <p:nvSpPr>
            <p:cNvPr id="43" name="Rechteck: abgerundete Ecken 42">
              <a:extLst>
                <a:ext uri="{FF2B5EF4-FFF2-40B4-BE49-F238E27FC236}">
                  <a16:creationId xmlns:a16="http://schemas.microsoft.com/office/drawing/2014/main" id="{08C67615-3E16-A1C2-B61C-1E64E4F39D57}"/>
                </a:ext>
              </a:extLst>
            </p:cNvPr>
            <p:cNvSpPr/>
            <p:nvPr/>
          </p:nvSpPr>
          <p:spPr>
            <a:xfrm>
              <a:off x="7389575" y="2997746"/>
              <a:ext cx="329513" cy="493142"/>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lumMod val="50000"/>
                  </a:schemeClr>
                </a:solidFill>
              </a:endParaRPr>
            </a:p>
          </p:txBody>
        </p:sp>
      </p:grpSp>
      <p:graphicFrame>
        <p:nvGraphicFramePr>
          <p:cNvPr id="45" name="Tabelle 44">
            <a:extLst>
              <a:ext uri="{FF2B5EF4-FFF2-40B4-BE49-F238E27FC236}">
                <a16:creationId xmlns:a16="http://schemas.microsoft.com/office/drawing/2014/main" id="{184F6F40-E37E-A934-DDA9-9E667C9BAE82}"/>
              </a:ext>
            </a:extLst>
          </p:cNvPr>
          <p:cNvGraphicFramePr>
            <a:graphicFrameLocks noGrp="1"/>
          </p:cNvGraphicFramePr>
          <p:nvPr>
            <p:extLst>
              <p:ext uri="{D42A27DB-BD31-4B8C-83A1-F6EECF244321}">
                <p14:modId xmlns:p14="http://schemas.microsoft.com/office/powerpoint/2010/main" val="3545220079"/>
              </p:ext>
            </p:extLst>
          </p:nvPr>
        </p:nvGraphicFramePr>
        <p:xfrm>
          <a:off x="8423840" y="3805126"/>
          <a:ext cx="2635914" cy="2262594"/>
        </p:xfrm>
        <a:graphic>
          <a:graphicData uri="http://schemas.openxmlformats.org/drawingml/2006/table">
            <a:tbl>
              <a:tblPr firstRow="1" bandRow="1">
                <a:tableStyleId>{21E4AEA4-8DFA-4A89-87EB-49C32662AFE0}</a:tableStyleId>
              </a:tblPr>
              <a:tblGrid>
                <a:gridCol w="620635">
                  <a:extLst>
                    <a:ext uri="{9D8B030D-6E8A-4147-A177-3AD203B41FA5}">
                      <a16:colId xmlns:a16="http://schemas.microsoft.com/office/drawing/2014/main" val="630276662"/>
                    </a:ext>
                  </a:extLst>
                </a:gridCol>
                <a:gridCol w="2015279">
                  <a:extLst>
                    <a:ext uri="{9D8B030D-6E8A-4147-A177-3AD203B41FA5}">
                      <a16:colId xmlns:a16="http://schemas.microsoft.com/office/drawing/2014/main" val="3801347752"/>
                    </a:ext>
                  </a:extLst>
                </a:gridCol>
              </a:tblGrid>
              <a:tr h="373204">
                <a:tc>
                  <a:txBody>
                    <a:bodyPr/>
                    <a:lstStyle/>
                    <a:p>
                      <a:r>
                        <a:rPr lang="de-DE" sz="1600" dirty="0"/>
                        <a:t>Bits</a:t>
                      </a:r>
                      <a:endParaRPr lang="de-DE" dirty="0"/>
                    </a:p>
                  </a:txBody>
                  <a:tcPr/>
                </a:tc>
                <a:tc>
                  <a:txBody>
                    <a:bodyPr/>
                    <a:lstStyle/>
                    <a:p>
                      <a:r>
                        <a:rPr lang="de-DE" sz="1600" dirty="0"/>
                        <a:t>Kombinationen</a:t>
                      </a:r>
                    </a:p>
                  </a:txBody>
                  <a:tcPr/>
                </a:tc>
                <a:extLst>
                  <a:ext uri="{0D108BD9-81ED-4DB2-BD59-A6C34878D82A}">
                    <a16:rowId xmlns:a16="http://schemas.microsoft.com/office/drawing/2014/main" val="1213878313"/>
                  </a:ext>
                </a:extLst>
              </a:tr>
              <a:tr h="377878">
                <a:tc>
                  <a:txBody>
                    <a:bodyPr/>
                    <a:lstStyle/>
                    <a:p>
                      <a:pPr algn="r"/>
                      <a:r>
                        <a:rPr lang="de-DE" dirty="0"/>
                        <a:t>1</a:t>
                      </a:r>
                    </a:p>
                  </a:txBody>
                  <a:tcPr/>
                </a:tc>
                <a:tc>
                  <a:txBody>
                    <a:bodyPr/>
                    <a:lstStyle/>
                    <a:p>
                      <a:pPr algn="r"/>
                      <a:r>
                        <a:rPr lang="de-DE" dirty="0"/>
                        <a:t>2</a:t>
                      </a:r>
                    </a:p>
                  </a:txBody>
                  <a:tcPr/>
                </a:tc>
                <a:extLst>
                  <a:ext uri="{0D108BD9-81ED-4DB2-BD59-A6C34878D82A}">
                    <a16:rowId xmlns:a16="http://schemas.microsoft.com/office/drawing/2014/main" val="3045331997"/>
                  </a:ext>
                </a:extLst>
              </a:tr>
              <a:tr h="377878">
                <a:tc>
                  <a:txBody>
                    <a:bodyPr/>
                    <a:lstStyle/>
                    <a:p>
                      <a:pPr algn="r"/>
                      <a:r>
                        <a:rPr lang="de-DE" dirty="0"/>
                        <a:t>2</a:t>
                      </a:r>
                    </a:p>
                  </a:txBody>
                  <a:tcPr/>
                </a:tc>
                <a:tc>
                  <a:txBody>
                    <a:bodyPr/>
                    <a:lstStyle/>
                    <a:p>
                      <a:pPr algn="r"/>
                      <a:r>
                        <a:rPr lang="de-DE" dirty="0"/>
                        <a:t>4</a:t>
                      </a:r>
                    </a:p>
                  </a:txBody>
                  <a:tcPr/>
                </a:tc>
                <a:extLst>
                  <a:ext uri="{0D108BD9-81ED-4DB2-BD59-A6C34878D82A}">
                    <a16:rowId xmlns:a16="http://schemas.microsoft.com/office/drawing/2014/main" val="4010564105"/>
                  </a:ext>
                </a:extLst>
              </a:tr>
              <a:tr h="377878">
                <a:tc>
                  <a:txBody>
                    <a:bodyPr/>
                    <a:lstStyle/>
                    <a:p>
                      <a:pPr algn="r"/>
                      <a:r>
                        <a:rPr lang="de-DE" dirty="0"/>
                        <a:t>4</a:t>
                      </a:r>
                    </a:p>
                  </a:txBody>
                  <a:tcPr/>
                </a:tc>
                <a:tc>
                  <a:txBody>
                    <a:bodyPr/>
                    <a:lstStyle/>
                    <a:p>
                      <a:pPr algn="r"/>
                      <a:r>
                        <a:rPr lang="de-DE" dirty="0"/>
                        <a:t>16</a:t>
                      </a:r>
                    </a:p>
                  </a:txBody>
                  <a:tcPr/>
                </a:tc>
                <a:extLst>
                  <a:ext uri="{0D108BD9-81ED-4DB2-BD59-A6C34878D82A}">
                    <a16:rowId xmlns:a16="http://schemas.microsoft.com/office/drawing/2014/main" val="4227011272"/>
                  </a:ext>
                </a:extLst>
              </a:tr>
              <a:tr h="377878">
                <a:tc>
                  <a:txBody>
                    <a:bodyPr/>
                    <a:lstStyle/>
                    <a:p>
                      <a:pPr algn="r"/>
                      <a:r>
                        <a:rPr lang="de-DE" dirty="0"/>
                        <a:t>8</a:t>
                      </a:r>
                    </a:p>
                  </a:txBody>
                  <a:tcPr/>
                </a:tc>
                <a:tc>
                  <a:txBody>
                    <a:bodyPr/>
                    <a:lstStyle/>
                    <a:p>
                      <a:pPr algn="r"/>
                      <a:r>
                        <a:rPr lang="de-DE" dirty="0"/>
                        <a:t>256</a:t>
                      </a:r>
                    </a:p>
                  </a:txBody>
                  <a:tcPr/>
                </a:tc>
                <a:extLst>
                  <a:ext uri="{0D108BD9-81ED-4DB2-BD59-A6C34878D82A}">
                    <a16:rowId xmlns:a16="http://schemas.microsoft.com/office/drawing/2014/main" val="266139601"/>
                  </a:ext>
                </a:extLst>
              </a:tr>
              <a:tr h="377878">
                <a:tc>
                  <a:txBody>
                    <a:bodyPr/>
                    <a:lstStyle/>
                    <a:p>
                      <a:pPr algn="r"/>
                      <a:r>
                        <a:rPr lang="de-DE" dirty="0"/>
                        <a:t>16</a:t>
                      </a:r>
                    </a:p>
                  </a:txBody>
                  <a:tcPr/>
                </a:tc>
                <a:tc>
                  <a:txBody>
                    <a:bodyPr/>
                    <a:lstStyle/>
                    <a:p>
                      <a:pPr algn="r"/>
                      <a:r>
                        <a:rPr lang="de-DE" dirty="0"/>
                        <a:t>65.536</a:t>
                      </a:r>
                    </a:p>
                  </a:txBody>
                  <a:tcPr/>
                </a:tc>
                <a:extLst>
                  <a:ext uri="{0D108BD9-81ED-4DB2-BD59-A6C34878D82A}">
                    <a16:rowId xmlns:a16="http://schemas.microsoft.com/office/drawing/2014/main" val="2464992632"/>
                  </a:ext>
                </a:extLst>
              </a:tr>
            </a:tbl>
          </a:graphicData>
        </a:graphic>
      </p:graphicFrame>
      <p:sp>
        <p:nvSpPr>
          <p:cNvPr id="46" name="Textfeld 45">
            <a:extLst>
              <a:ext uri="{FF2B5EF4-FFF2-40B4-BE49-F238E27FC236}">
                <a16:creationId xmlns:a16="http://schemas.microsoft.com/office/drawing/2014/main" id="{B4CEDC86-47A9-35A3-52CC-D599F2153CCF}"/>
              </a:ext>
            </a:extLst>
          </p:cNvPr>
          <p:cNvSpPr txBox="1"/>
          <p:nvPr/>
        </p:nvSpPr>
        <p:spPr>
          <a:xfrm>
            <a:off x="5699823" y="4721869"/>
            <a:ext cx="2635915" cy="1384995"/>
          </a:xfrm>
          <a:prstGeom prst="rect">
            <a:avLst/>
          </a:prstGeom>
          <a:noFill/>
        </p:spPr>
        <p:txBody>
          <a:bodyPr wrap="square" rtlCol="0">
            <a:spAutoFit/>
          </a:bodyPr>
          <a:lstStyle/>
          <a:p>
            <a:r>
              <a:rPr lang="de-DE" sz="1400" dirty="0"/>
              <a:t>Ein Code– z. B. ASCII oder UTF-8 – legt fest, welche Bitfolge welchem Zeichen entspricht. Dasselbe Prinzip gilt auch für Zahlen, Bilder und Töne</a:t>
            </a:r>
          </a:p>
        </p:txBody>
      </p:sp>
      <p:sp>
        <p:nvSpPr>
          <p:cNvPr id="2" name="Rechteck 1">
            <a:extLst>
              <a:ext uri="{FF2B5EF4-FFF2-40B4-BE49-F238E27FC236}">
                <a16:creationId xmlns:a16="http://schemas.microsoft.com/office/drawing/2014/main" id="{48FD8B27-087E-60F9-5D6F-C15502E89B2F}"/>
              </a:ext>
            </a:extLst>
          </p:cNvPr>
          <p:cNvSpPr/>
          <p:nvPr/>
        </p:nvSpPr>
        <p:spPr>
          <a:xfrm>
            <a:off x="3881292" y="182176"/>
            <a:ext cx="8118450" cy="672791"/>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4" name="Textfeld 3">
            <a:extLst>
              <a:ext uri="{FF2B5EF4-FFF2-40B4-BE49-F238E27FC236}">
                <a16:creationId xmlns:a16="http://schemas.microsoft.com/office/drawing/2014/main" id="{5A98D73D-7A74-B247-F2D3-B8912CC40FEB}"/>
              </a:ext>
            </a:extLst>
          </p:cNvPr>
          <p:cNvSpPr txBox="1"/>
          <p:nvPr/>
        </p:nvSpPr>
        <p:spPr>
          <a:xfrm>
            <a:off x="4071732" y="288737"/>
            <a:ext cx="7928010" cy="442080"/>
          </a:xfrm>
          <a:prstGeom prst="rect">
            <a:avLst/>
          </a:prstGeom>
          <a:noFill/>
          <a:ln w="0">
            <a:noFill/>
          </a:ln>
        </p:spPr>
        <p:txBody>
          <a:bodyPr lIns="0" tIns="0" rIns="0" bIns="0" anchor="t">
            <a:noAutofit/>
          </a:bodyPr>
          <a:lstStyle/>
          <a:p>
            <a:r>
              <a:rPr lang="en-US" sz="2350" b="1" strike="noStrike" spc="-1" dirty="0">
                <a:solidFill>
                  <a:srgbClr val="004899"/>
                </a:solidFill>
                <a:latin typeface="Noto Sans"/>
              </a:rPr>
              <a:t>Wie </a:t>
            </a:r>
            <a:r>
              <a:rPr lang="en-US" sz="2350" b="1" strike="noStrike" spc="-1" dirty="0" err="1">
                <a:solidFill>
                  <a:srgbClr val="004899"/>
                </a:solidFill>
                <a:latin typeface="Noto Sans"/>
              </a:rPr>
              <a:t>werden</a:t>
            </a:r>
            <a:r>
              <a:rPr lang="en-US" sz="2350" b="1" strike="noStrike" spc="-1" dirty="0">
                <a:solidFill>
                  <a:srgbClr val="004899"/>
                </a:solidFill>
                <a:latin typeface="Noto Sans"/>
              </a:rPr>
              <a:t> </a:t>
            </a:r>
            <a:r>
              <a:rPr lang="en-US" sz="2350" b="1" strike="noStrike" spc="-1" dirty="0" err="1">
                <a:solidFill>
                  <a:srgbClr val="004899"/>
                </a:solidFill>
                <a:latin typeface="Noto Sans"/>
              </a:rPr>
              <a:t>Daten</a:t>
            </a:r>
            <a:r>
              <a:rPr lang="en-US" sz="2350" b="1" strike="noStrike" spc="-1" dirty="0">
                <a:solidFill>
                  <a:srgbClr val="004899"/>
                </a:solidFill>
                <a:latin typeface="Noto Sans"/>
              </a:rPr>
              <a:t> </a:t>
            </a:r>
            <a:r>
              <a:rPr lang="en-US" sz="2350" b="1" strike="noStrike" spc="-1" dirty="0" err="1">
                <a:solidFill>
                  <a:srgbClr val="004899"/>
                </a:solidFill>
                <a:latin typeface="Noto Sans"/>
              </a:rPr>
              <a:t>übertragen</a:t>
            </a:r>
            <a:r>
              <a:rPr lang="en-US" sz="2350" b="1" spc="-1" dirty="0">
                <a:solidFill>
                  <a:srgbClr val="004899"/>
                </a:solidFill>
                <a:latin typeface="Noto Sans"/>
              </a:rPr>
              <a:t> und </a:t>
            </a:r>
            <a:r>
              <a:rPr lang="en-US" sz="2350" b="1" spc="-1" dirty="0" err="1">
                <a:solidFill>
                  <a:srgbClr val="004899"/>
                </a:solidFill>
                <a:latin typeface="Noto Sans"/>
              </a:rPr>
              <a:t>prozessiert</a:t>
            </a:r>
            <a:r>
              <a:rPr lang="en-US" sz="2350" b="1" spc="-1" dirty="0">
                <a:solidFill>
                  <a:srgbClr val="004899"/>
                </a:solidFill>
                <a:latin typeface="Noto Sans"/>
              </a:rPr>
              <a:t>?</a:t>
            </a:r>
            <a:endParaRPr lang="en-US" sz="2350" b="0" strike="noStrike" spc="-1" dirty="0">
              <a:solidFill>
                <a:srgbClr val="000000"/>
              </a:solidFill>
              <a:latin typeface="Arial"/>
            </a:endParaRPr>
          </a:p>
        </p:txBody>
      </p:sp>
      <p:sp>
        <p:nvSpPr>
          <p:cNvPr id="903" name="Kicker"/>
          <p:cNvSpPr txBox="1"/>
          <p:nvPr/>
        </p:nvSpPr>
        <p:spPr>
          <a:xfrm>
            <a:off x="762120" y="1318320"/>
            <a:ext cx="10668240" cy="228600"/>
          </a:xfrm>
          <a:prstGeom prst="rect">
            <a:avLst/>
          </a:prstGeom>
          <a:noFill/>
        </p:spPr>
        <p:txBody>
          <a:bodyPr lIns="0" tIns="0" rIns="0" bIns="0" anchor="t">
            <a:noAutofit/>
          </a:bodyPr>
          <a:lstStyle/>
          <a:p>
            <a:r>
              <a:rPr lang="de-DE" sz="1130" b="1" dirty="0">
                <a:solidFill>
                  <a:srgbClr val="004899"/>
                </a:solidFill>
                <a:latin typeface="Noto Sans"/>
                <a:cs typeface="Noto Sans"/>
              </a:rPr>
              <a:t>UNIT 01 · CODIERUNG</a:t>
            </a:r>
          </a:p>
        </p:txBody>
      </p:sp>
    </p:spTree>
    <p:extLst>
      <p:ext uri="{BB962C8B-B14F-4D97-AF65-F5344CB8AC3E}">
        <p14:creationId xmlns:p14="http://schemas.microsoft.com/office/powerpoint/2010/main" val="3407338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feld 114"/>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Dateiformat</a:t>
            </a:r>
            <a:endParaRPr lang="en-US" sz="3190" b="0" strike="noStrike" spc="-1" dirty="0">
              <a:solidFill>
                <a:srgbClr val="000000"/>
              </a:solidFill>
              <a:latin typeface="Arial"/>
            </a:endParaRPr>
          </a:p>
        </p:txBody>
      </p:sp>
      <p:sp>
        <p:nvSpPr>
          <p:cNvPr id="116" name="Textfeld 115"/>
          <p:cNvSpPr txBox="1"/>
          <p:nvPr/>
        </p:nvSpPr>
        <p:spPr>
          <a:xfrm>
            <a:off x="762120" y="1318320"/>
            <a:ext cx="10668240" cy="228600"/>
          </a:xfrm>
          <a:prstGeom prst="rect">
            <a:avLst/>
          </a:prstGeom>
          <a:noFill/>
          <a:ln w="0">
            <a:noFill/>
          </a:ln>
        </p:spPr>
        <p:txBody>
          <a:bodyPr lIns="0" tIns="0" rIns="0" bIns="0" anchor="t">
            <a:noAutofit/>
          </a:bodyPr>
          <a:lstStyle/>
          <a:p>
            <a:r>
              <a:rPr lang="de-DE" sz="1130" b="1" dirty="0">
                <a:solidFill>
                  <a:srgbClr val="004899"/>
                </a:solidFill>
                <a:latin typeface="Noto Sans"/>
                <a:cs typeface="Noto Sans"/>
              </a:rPr>
              <a:t>UNIT 01 · CODIERUNG</a:t>
            </a:r>
          </a:p>
        </p:txBody>
      </p:sp>
      <p:sp>
        <p:nvSpPr>
          <p:cNvPr id="117" name="Textfeld 116"/>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118" name="Textfeld 117"/>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13</a:t>
            </a:fld>
            <a:endParaRPr lang="en-US" sz="939" b="0" strike="noStrike" spc="-1">
              <a:solidFill>
                <a:srgbClr val="000000"/>
              </a:solidFill>
              <a:latin typeface="Arial"/>
            </a:endParaRPr>
          </a:p>
        </p:txBody>
      </p:sp>
      <p:sp>
        <p:nvSpPr>
          <p:cNvPr id="2" name="Textfeld 1">
            <a:extLst>
              <a:ext uri="{FF2B5EF4-FFF2-40B4-BE49-F238E27FC236}">
                <a16:creationId xmlns:a16="http://schemas.microsoft.com/office/drawing/2014/main" id="{0735257A-C512-43AA-141F-5B95EBC53717}"/>
              </a:ext>
            </a:extLst>
          </p:cNvPr>
          <p:cNvSpPr txBox="1"/>
          <p:nvPr/>
        </p:nvSpPr>
        <p:spPr>
          <a:xfrm>
            <a:off x="762120" y="1951471"/>
            <a:ext cx="7584127" cy="369332"/>
          </a:xfrm>
          <a:prstGeom prst="rect">
            <a:avLst/>
          </a:prstGeom>
          <a:noFill/>
        </p:spPr>
        <p:txBody>
          <a:bodyPr wrap="none" rtlCol="0">
            <a:spAutoFit/>
          </a:bodyPr>
          <a:lstStyle/>
          <a:p>
            <a:r>
              <a:rPr lang="de-DE" dirty="0"/>
              <a:t>Eine lange Bitfolge braucht zusätzlich eine Struktur: das Dateiformat</a:t>
            </a:r>
          </a:p>
        </p:txBody>
      </p:sp>
      <p:sp>
        <p:nvSpPr>
          <p:cNvPr id="3" name="Textfeld 2">
            <a:extLst>
              <a:ext uri="{FF2B5EF4-FFF2-40B4-BE49-F238E27FC236}">
                <a16:creationId xmlns:a16="http://schemas.microsoft.com/office/drawing/2014/main" id="{30D4381B-8D84-043A-9DE0-389E39D181A4}"/>
              </a:ext>
            </a:extLst>
          </p:cNvPr>
          <p:cNvSpPr txBox="1"/>
          <p:nvPr/>
        </p:nvSpPr>
        <p:spPr>
          <a:xfrm>
            <a:off x="762120" y="2402188"/>
            <a:ext cx="8131106" cy="646331"/>
          </a:xfrm>
          <a:prstGeom prst="rect">
            <a:avLst/>
          </a:prstGeom>
          <a:noFill/>
        </p:spPr>
        <p:txBody>
          <a:bodyPr wrap="square" rtlCol="0">
            <a:spAutoFit/>
          </a:bodyPr>
          <a:lstStyle/>
          <a:p>
            <a:r>
              <a:rPr lang="de-DE" b="0" i="0" dirty="0">
                <a:solidFill>
                  <a:srgbClr val="4B5563"/>
                </a:solidFill>
                <a:effectLst/>
                <a:latin typeface="Noto Sans"/>
              </a:rPr>
              <a:t>Es legt fest, wie eine Datei aufgebaut ist – nicht nur, wie einzelne Zeichen kodiert sind, sondern wie viele zusammengehören und was sie insgesamt bedeuten.</a:t>
            </a:r>
            <a:endParaRPr lang="de-DE" dirty="0"/>
          </a:p>
        </p:txBody>
      </p:sp>
      <p:sp>
        <p:nvSpPr>
          <p:cNvPr id="6" name="Shape 2">
            <a:extLst>
              <a:ext uri="{FF2B5EF4-FFF2-40B4-BE49-F238E27FC236}">
                <a16:creationId xmlns:a16="http://schemas.microsoft.com/office/drawing/2014/main" id="{6A0039AC-A010-37FB-657C-FF524F134590}"/>
              </a:ext>
            </a:extLst>
          </p:cNvPr>
          <p:cNvSpPr/>
          <p:nvPr/>
        </p:nvSpPr>
        <p:spPr>
          <a:xfrm>
            <a:off x="822260" y="3343771"/>
            <a:ext cx="3376125" cy="1646870"/>
          </a:xfrm>
          <a:prstGeom prst="roundRect">
            <a:avLst>
              <a:gd name="adj" fmla="val 5976"/>
            </a:avLst>
          </a:prstGeom>
          <a:solidFill>
            <a:srgbClr val="FFFFFF"/>
          </a:solidFill>
          <a:ln w="19050">
            <a:solidFill>
              <a:schemeClr val="accent2">
                <a:lumMod val="50000"/>
              </a:schemeClr>
            </a:solidFill>
            <a:prstDash val="solid"/>
          </a:ln>
        </p:spPr>
        <p:txBody>
          <a:bodyPr/>
          <a:lstStyle/>
          <a:p>
            <a:endParaRPr lang="de-DE"/>
          </a:p>
        </p:txBody>
      </p:sp>
      <p:sp>
        <p:nvSpPr>
          <p:cNvPr id="7" name="Text 3">
            <a:extLst>
              <a:ext uri="{FF2B5EF4-FFF2-40B4-BE49-F238E27FC236}">
                <a16:creationId xmlns:a16="http://schemas.microsoft.com/office/drawing/2014/main" id="{70DDF35F-8724-EE84-1CEC-EA6CE8455552}"/>
              </a:ext>
            </a:extLst>
          </p:cNvPr>
          <p:cNvSpPr/>
          <p:nvPr/>
        </p:nvSpPr>
        <p:spPr>
          <a:xfrm>
            <a:off x="1028525" y="3550038"/>
            <a:ext cx="3052503" cy="223543"/>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300" b="1" dirty="0">
                <a:solidFill>
                  <a:srgbClr val="1C2430"/>
                </a:solidFill>
                <a:latin typeface="Noto Sans" pitchFamily="34" charset="0"/>
                <a:ea typeface="Noto Sans" pitchFamily="34" charset="-122"/>
                <a:cs typeface="Noto Sans" pitchFamily="34" charset="-120"/>
              </a:rPr>
              <a:t>Allgemein</a:t>
            </a:r>
            <a:endParaRPr lang="en-US" sz="1300" dirty="0"/>
          </a:p>
        </p:txBody>
      </p:sp>
      <p:sp>
        <p:nvSpPr>
          <p:cNvPr id="8" name="Text 4">
            <a:extLst>
              <a:ext uri="{FF2B5EF4-FFF2-40B4-BE49-F238E27FC236}">
                <a16:creationId xmlns:a16="http://schemas.microsoft.com/office/drawing/2014/main" id="{746E6E00-CE5A-2098-F622-6A344DF56334}"/>
              </a:ext>
            </a:extLst>
          </p:cNvPr>
          <p:cNvSpPr/>
          <p:nvPr/>
        </p:nvSpPr>
        <p:spPr>
          <a:xfrm>
            <a:off x="1028525" y="3836985"/>
            <a:ext cx="3052503" cy="960217"/>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.txt</a:t>
            </a:r>
            <a:r>
              <a:rPr lang="en-US" sz="1150" dirty="0">
                <a:solidFill>
                  <a:srgbClr val="4B5563"/>
                </a:solidFill>
                <a:latin typeface="Noto Sans" pitchFamily="34" charset="0"/>
                <a:ea typeface="Noto Sans" pitchFamily="34" charset="-122"/>
                <a:cs typeface="Noto Sans" pitchFamily="34" charset="-120"/>
              </a:rPr>
              <a:t> – reiner Text</a:t>
            </a:r>
            <a:endParaRPr lang="en-US" sz="1150" dirty="0"/>
          </a:p>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.csv</a:t>
            </a:r>
            <a:r>
              <a:rPr lang="en-US" sz="1150" dirty="0">
                <a:solidFill>
                  <a:srgbClr val="4B5563"/>
                </a:solidFill>
                <a:latin typeface="Noto Sans" pitchFamily="34" charset="0"/>
                <a:ea typeface="Noto Sans" pitchFamily="34" charset="-122"/>
                <a:cs typeface="Noto Sans" pitchFamily="34" charset="-120"/>
              </a:rPr>
              <a:t> – Tabelle, Komma-getrennt</a:t>
            </a:r>
            <a:endParaRPr lang="en-US" sz="1150" dirty="0"/>
          </a:p>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.docx</a:t>
            </a:r>
            <a:r>
              <a:rPr lang="en-US" sz="1150" dirty="0">
                <a:solidFill>
                  <a:srgbClr val="4B5563"/>
                </a:solidFill>
                <a:latin typeface="Noto Sans" pitchFamily="34" charset="0"/>
                <a:ea typeface="Noto Sans" pitchFamily="34" charset="-122"/>
                <a:cs typeface="Noto Sans" pitchFamily="34" charset="-120"/>
              </a:rPr>
              <a:t> – Word-Dokument</a:t>
            </a:r>
            <a:endParaRPr lang="en-US" sz="1150" dirty="0"/>
          </a:p>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.pdf</a:t>
            </a:r>
            <a:r>
              <a:rPr lang="en-US" sz="1150" dirty="0">
                <a:solidFill>
                  <a:srgbClr val="4B5563"/>
                </a:solidFill>
                <a:latin typeface="Noto Sans" pitchFamily="34" charset="0"/>
                <a:ea typeface="Noto Sans" pitchFamily="34" charset="-122"/>
                <a:cs typeface="Noto Sans" pitchFamily="34" charset="-120"/>
              </a:rPr>
              <a:t> – layoutfixiertes Dokument</a:t>
            </a:r>
            <a:endParaRPr lang="en-US" sz="1150" dirty="0"/>
          </a:p>
        </p:txBody>
      </p:sp>
      <p:sp>
        <p:nvSpPr>
          <p:cNvPr id="9" name="Shape 5">
            <a:extLst>
              <a:ext uri="{FF2B5EF4-FFF2-40B4-BE49-F238E27FC236}">
                <a16:creationId xmlns:a16="http://schemas.microsoft.com/office/drawing/2014/main" id="{237552A4-F7C3-025E-96B9-9F6A50E56D51}"/>
              </a:ext>
            </a:extLst>
          </p:cNvPr>
          <p:cNvSpPr/>
          <p:nvPr/>
        </p:nvSpPr>
        <p:spPr>
          <a:xfrm>
            <a:off x="4407888" y="3343771"/>
            <a:ext cx="3376223" cy="1646870"/>
          </a:xfrm>
          <a:prstGeom prst="roundRect">
            <a:avLst>
              <a:gd name="adj" fmla="val 5976"/>
            </a:avLst>
          </a:prstGeom>
          <a:solidFill>
            <a:srgbClr val="FFFFFF"/>
          </a:solidFill>
          <a:ln w="12700">
            <a:solidFill>
              <a:schemeClr val="accent2">
                <a:lumMod val="50000"/>
              </a:schemeClr>
            </a:solidFill>
            <a:prstDash val="solid"/>
          </a:ln>
        </p:spPr>
        <p:txBody>
          <a:bodyPr/>
          <a:lstStyle/>
          <a:p>
            <a:endParaRPr lang="de-DE"/>
          </a:p>
        </p:txBody>
      </p:sp>
      <p:sp>
        <p:nvSpPr>
          <p:cNvPr id="10" name="Text 6">
            <a:extLst>
              <a:ext uri="{FF2B5EF4-FFF2-40B4-BE49-F238E27FC236}">
                <a16:creationId xmlns:a16="http://schemas.microsoft.com/office/drawing/2014/main" id="{E8FB8A4E-A49A-C890-278D-76D8220DD055}"/>
              </a:ext>
            </a:extLst>
          </p:cNvPr>
          <p:cNvSpPr/>
          <p:nvPr/>
        </p:nvSpPr>
        <p:spPr>
          <a:xfrm>
            <a:off x="4614153" y="3550038"/>
            <a:ext cx="3052604" cy="223543"/>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300" b="1" dirty="0">
                <a:solidFill>
                  <a:srgbClr val="1C2430"/>
                </a:solidFill>
                <a:latin typeface="Noto Sans" pitchFamily="34" charset="0"/>
                <a:ea typeface="Noto Sans" pitchFamily="34" charset="-122"/>
                <a:cs typeface="Noto Sans" pitchFamily="34" charset="-120"/>
              </a:rPr>
              <a:t>Bild &amp; Ton</a:t>
            </a:r>
            <a:endParaRPr lang="en-US" sz="1300" dirty="0"/>
          </a:p>
        </p:txBody>
      </p:sp>
      <p:sp>
        <p:nvSpPr>
          <p:cNvPr id="11" name="Text 7">
            <a:extLst>
              <a:ext uri="{FF2B5EF4-FFF2-40B4-BE49-F238E27FC236}">
                <a16:creationId xmlns:a16="http://schemas.microsoft.com/office/drawing/2014/main" id="{A345C072-3585-7DEB-C394-240C6AA49137}"/>
              </a:ext>
            </a:extLst>
          </p:cNvPr>
          <p:cNvSpPr/>
          <p:nvPr/>
        </p:nvSpPr>
        <p:spPr>
          <a:xfrm>
            <a:off x="4614153" y="3836985"/>
            <a:ext cx="3052604" cy="726513"/>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.jpg / .png</a:t>
            </a:r>
            <a:r>
              <a:rPr lang="en-US" sz="1150" dirty="0">
                <a:solidFill>
                  <a:srgbClr val="4B5563"/>
                </a:solidFill>
                <a:latin typeface="Noto Sans" pitchFamily="34" charset="0"/>
                <a:ea typeface="Noto Sans" pitchFamily="34" charset="-122"/>
                <a:cs typeface="Noto Sans" pitchFamily="34" charset="-120"/>
              </a:rPr>
              <a:t> – Bilder</a:t>
            </a:r>
            <a:endParaRPr lang="en-US" sz="1150" dirty="0"/>
          </a:p>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.mp3</a:t>
            </a:r>
            <a:r>
              <a:rPr lang="en-US" sz="1150" dirty="0">
                <a:solidFill>
                  <a:srgbClr val="4B5563"/>
                </a:solidFill>
                <a:latin typeface="Noto Sans" pitchFamily="34" charset="0"/>
                <a:ea typeface="Noto Sans" pitchFamily="34" charset="-122"/>
                <a:cs typeface="Noto Sans" pitchFamily="34" charset="-120"/>
              </a:rPr>
              <a:t> – komprimiertes Audio</a:t>
            </a:r>
            <a:endParaRPr lang="en-US" sz="1150" dirty="0"/>
          </a:p>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.wav</a:t>
            </a:r>
            <a:r>
              <a:rPr lang="en-US" sz="1150" dirty="0">
                <a:solidFill>
                  <a:srgbClr val="4B5563"/>
                </a:solidFill>
                <a:latin typeface="Noto Sans" pitchFamily="34" charset="0"/>
                <a:ea typeface="Noto Sans" pitchFamily="34" charset="-122"/>
                <a:cs typeface="Noto Sans" pitchFamily="34" charset="-120"/>
              </a:rPr>
              <a:t> – unkomprimiertes Audio</a:t>
            </a:r>
            <a:endParaRPr lang="en-US" sz="1150" dirty="0"/>
          </a:p>
        </p:txBody>
      </p:sp>
      <p:sp>
        <p:nvSpPr>
          <p:cNvPr id="12" name="Shape 8">
            <a:extLst>
              <a:ext uri="{FF2B5EF4-FFF2-40B4-BE49-F238E27FC236}">
                <a16:creationId xmlns:a16="http://schemas.microsoft.com/office/drawing/2014/main" id="{CC5872E1-974E-3A0D-CE1F-A354AB08DCF5}"/>
              </a:ext>
            </a:extLst>
          </p:cNvPr>
          <p:cNvSpPr/>
          <p:nvPr/>
        </p:nvSpPr>
        <p:spPr>
          <a:xfrm>
            <a:off x="7996789" y="3346946"/>
            <a:ext cx="3382448" cy="1640520"/>
          </a:xfrm>
          <a:prstGeom prst="roundRect">
            <a:avLst>
              <a:gd name="adj" fmla="val 5806"/>
            </a:avLst>
          </a:prstGeom>
          <a:solidFill>
            <a:srgbClr val="FFFFFF"/>
          </a:solidFill>
          <a:ln w="12700">
            <a:solidFill>
              <a:srgbClr val="2E8B84"/>
            </a:solidFill>
            <a:prstDash val="solid"/>
          </a:ln>
        </p:spPr>
        <p:txBody>
          <a:bodyPr/>
          <a:lstStyle/>
          <a:p>
            <a:endParaRPr lang="de-DE"/>
          </a:p>
        </p:txBody>
      </p:sp>
      <p:sp>
        <p:nvSpPr>
          <p:cNvPr id="13" name="Text 9">
            <a:extLst>
              <a:ext uri="{FF2B5EF4-FFF2-40B4-BE49-F238E27FC236}">
                <a16:creationId xmlns:a16="http://schemas.microsoft.com/office/drawing/2014/main" id="{968D90A7-2198-FD38-71DF-EE1ECD3D82D4}"/>
              </a:ext>
            </a:extLst>
          </p:cNvPr>
          <p:cNvSpPr/>
          <p:nvPr/>
        </p:nvSpPr>
        <p:spPr>
          <a:xfrm>
            <a:off x="8206166" y="3556323"/>
            <a:ext cx="3052604" cy="223543"/>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560"/>
              </a:lnSpc>
              <a:buNone/>
            </a:pPr>
            <a:r>
              <a:rPr lang="en-US" sz="1300" b="1" dirty="0">
                <a:solidFill>
                  <a:srgbClr val="2E8B84"/>
                </a:solidFill>
                <a:latin typeface="Noto Sans" pitchFamily="34" charset="0"/>
                <a:ea typeface="Noto Sans" pitchFamily="34" charset="-122"/>
                <a:cs typeface="Noto Sans" pitchFamily="34" charset="-120"/>
              </a:rPr>
              <a:t>Geodaten</a:t>
            </a:r>
            <a:endParaRPr lang="en-US" sz="1300" dirty="0"/>
          </a:p>
        </p:txBody>
      </p:sp>
      <p:sp>
        <p:nvSpPr>
          <p:cNvPr id="14" name="Text 10">
            <a:extLst>
              <a:ext uri="{FF2B5EF4-FFF2-40B4-BE49-F238E27FC236}">
                <a16:creationId xmlns:a16="http://schemas.microsoft.com/office/drawing/2014/main" id="{46C11D60-A5D1-EA38-3276-3DAAA54DF408}"/>
              </a:ext>
            </a:extLst>
          </p:cNvPr>
          <p:cNvSpPr/>
          <p:nvPr/>
        </p:nvSpPr>
        <p:spPr>
          <a:xfrm>
            <a:off x="8206166" y="3843273"/>
            <a:ext cx="3052604" cy="960217"/>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.shp</a:t>
            </a:r>
            <a:r>
              <a:rPr lang="en-US" sz="1150" dirty="0">
                <a:solidFill>
                  <a:srgbClr val="4B5563"/>
                </a:solidFill>
                <a:latin typeface="Noto Sans" pitchFamily="34" charset="0"/>
                <a:ea typeface="Noto Sans" pitchFamily="34" charset="-122"/>
                <a:cs typeface="Noto Sans" pitchFamily="34" charset="-120"/>
              </a:rPr>
              <a:t> – Shapefile (Vektordaten)</a:t>
            </a:r>
            <a:endParaRPr lang="en-US" sz="1150" dirty="0"/>
          </a:p>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.geojson</a:t>
            </a:r>
            <a:r>
              <a:rPr lang="en-US" sz="1150" dirty="0">
                <a:solidFill>
                  <a:srgbClr val="4B5563"/>
                </a:solidFill>
                <a:latin typeface="Noto Sans" pitchFamily="34" charset="0"/>
                <a:ea typeface="Noto Sans" pitchFamily="34" charset="-122"/>
                <a:cs typeface="Noto Sans" pitchFamily="34" charset="-120"/>
              </a:rPr>
              <a:t> – Geometrien als Text</a:t>
            </a:r>
            <a:endParaRPr lang="en-US" sz="1150" dirty="0"/>
          </a:p>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.tif / GeoTIFF</a:t>
            </a:r>
            <a:r>
              <a:rPr lang="en-US" sz="1150" dirty="0">
                <a:solidFill>
                  <a:srgbClr val="4B5563"/>
                </a:solidFill>
                <a:latin typeface="Noto Sans" pitchFamily="34" charset="0"/>
                <a:ea typeface="Noto Sans" pitchFamily="34" charset="-122"/>
                <a:cs typeface="Noto Sans" pitchFamily="34" charset="-120"/>
              </a:rPr>
              <a:t> – georeferenziertes Raster</a:t>
            </a:r>
            <a:endParaRPr lang="en-US" sz="1150" dirty="0"/>
          </a:p>
          <a:p>
            <a:pPr marL="0" indent="0" algn="l">
              <a:lnSpc>
                <a:spcPts val="1840"/>
              </a:lnSpc>
              <a:buNone/>
            </a:pPr>
            <a:r>
              <a:rPr lang="en-US" sz="1150" b="1" dirty="0">
                <a:solidFill>
                  <a:srgbClr val="4B5563"/>
                </a:solidFill>
                <a:latin typeface="Noto Sans" pitchFamily="34" charset="0"/>
                <a:ea typeface="Noto Sans" pitchFamily="34" charset="-122"/>
                <a:cs typeface="Noto Sans" pitchFamily="34" charset="-120"/>
              </a:rPr>
              <a:t>.kml</a:t>
            </a:r>
            <a:r>
              <a:rPr lang="en-US" sz="1150" dirty="0">
                <a:solidFill>
                  <a:srgbClr val="4B5563"/>
                </a:solidFill>
                <a:latin typeface="Noto Sans" pitchFamily="34" charset="0"/>
                <a:ea typeface="Noto Sans" pitchFamily="34" charset="-122"/>
                <a:cs typeface="Noto Sans" pitchFamily="34" charset="-120"/>
              </a:rPr>
              <a:t> – Orte für Google Earth</a:t>
            </a:r>
            <a:endParaRPr lang="en-US" sz="1150" dirty="0"/>
          </a:p>
        </p:txBody>
      </p:sp>
      <p:sp>
        <p:nvSpPr>
          <p:cNvPr id="15" name="Text 11">
            <a:extLst>
              <a:ext uri="{FF2B5EF4-FFF2-40B4-BE49-F238E27FC236}">
                <a16:creationId xmlns:a16="http://schemas.microsoft.com/office/drawing/2014/main" id="{ACD65D7C-1AE3-EF48-0294-6FB8826F49F5}"/>
              </a:ext>
            </a:extLst>
          </p:cNvPr>
          <p:cNvSpPr/>
          <p:nvPr/>
        </p:nvSpPr>
        <p:spPr>
          <a:xfrm>
            <a:off x="819085" y="5247757"/>
            <a:ext cx="9810750" cy="451942"/>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Jedes Format legt fest, wie die Bitfolge intern aufgebaut ist – ein Shapefile besteht z. B. aus mehreren Dateien, das Koordinatenreferenzsystem steht in der .prj-Datei.</a:t>
            </a:r>
            <a:endParaRPr lang="en-US" sz="1200" dirty="0"/>
          </a:p>
        </p:txBody>
      </p:sp>
      <p:sp>
        <p:nvSpPr>
          <p:cNvPr id="4" name="Rechteck 3">
            <a:extLst>
              <a:ext uri="{FF2B5EF4-FFF2-40B4-BE49-F238E27FC236}">
                <a16:creationId xmlns:a16="http://schemas.microsoft.com/office/drawing/2014/main" id="{9FA55596-CD84-8065-651C-44BF42E1501A}"/>
              </a:ext>
            </a:extLst>
          </p:cNvPr>
          <p:cNvSpPr/>
          <p:nvPr/>
        </p:nvSpPr>
        <p:spPr>
          <a:xfrm>
            <a:off x="3881292" y="182176"/>
            <a:ext cx="8118450" cy="672791"/>
          </a:xfrm>
          <a:prstGeom prst="rect">
            <a:avLst/>
          </a:prstGeom>
          <a:solidFill>
            <a:srgbClr val="EAF5F7"/>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sp>
        <p:nvSpPr>
          <p:cNvPr id="5" name="Textfeld 4">
            <a:extLst>
              <a:ext uri="{FF2B5EF4-FFF2-40B4-BE49-F238E27FC236}">
                <a16:creationId xmlns:a16="http://schemas.microsoft.com/office/drawing/2014/main" id="{2806ABA8-13A7-C248-71B6-CC88C65C2882}"/>
              </a:ext>
            </a:extLst>
          </p:cNvPr>
          <p:cNvSpPr txBox="1"/>
          <p:nvPr/>
        </p:nvSpPr>
        <p:spPr>
          <a:xfrm>
            <a:off x="4071732" y="288737"/>
            <a:ext cx="7928010" cy="442080"/>
          </a:xfrm>
          <a:prstGeom prst="rect">
            <a:avLst/>
          </a:prstGeom>
          <a:noFill/>
          <a:ln w="0">
            <a:noFill/>
          </a:ln>
        </p:spPr>
        <p:txBody>
          <a:bodyPr lIns="0" tIns="0" rIns="0" bIns="0" anchor="t">
            <a:noAutofit/>
          </a:bodyPr>
          <a:lstStyle/>
          <a:p>
            <a:r>
              <a:rPr lang="en-US" sz="2350" b="1" strike="noStrike" spc="-1" dirty="0">
                <a:solidFill>
                  <a:srgbClr val="004899"/>
                </a:solidFill>
                <a:latin typeface="Noto Sans"/>
              </a:rPr>
              <a:t>Wie </a:t>
            </a:r>
            <a:r>
              <a:rPr lang="en-US" sz="2350" b="1" strike="noStrike" spc="-1" dirty="0" err="1">
                <a:solidFill>
                  <a:srgbClr val="004899"/>
                </a:solidFill>
                <a:latin typeface="Noto Sans"/>
              </a:rPr>
              <a:t>werden</a:t>
            </a:r>
            <a:r>
              <a:rPr lang="en-US" sz="2350" b="1" strike="noStrike" spc="-1" dirty="0">
                <a:solidFill>
                  <a:srgbClr val="004899"/>
                </a:solidFill>
                <a:latin typeface="Noto Sans"/>
              </a:rPr>
              <a:t> </a:t>
            </a:r>
            <a:r>
              <a:rPr lang="en-US" sz="2350" b="1" strike="noStrike" spc="-1" dirty="0" err="1">
                <a:solidFill>
                  <a:srgbClr val="004899"/>
                </a:solidFill>
                <a:latin typeface="Noto Sans"/>
              </a:rPr>
              <a:t>Daten</a:t>
            </a:r>
            <a:r>
              <a:rPr lang="en-US" sz="2350" b="1" strike="noStrike" spc="-1" dirty="0">
                <a:solidFill>
                  <a:srgbClr val="004899"/>
                </a:solidFill>
                <a:latin typeface="Noto Sans"/>
              </a:rPr>
              <a:t> </a:t>
            </a:r>
            <a:r>
              <a:rPr lang="en-US" sz="2350" b="1" strike="noStrike" spc="-1" dirty="0" err="1">
                <a:solidFill>
                  <a:srgbClr val="004899"/>
                </a:solidFill>
                <a:latin typeface="Noto Sans"/>
              </a:rPr>
              <a:t>übertragen</a:t>
            </a:r>
            <a:r>
              <a:rPr lang="en-US" sz="2350" b="1" spc="-1" dirty="0">
                <a:solidFill>
                  <a:srgbClr val="004899"/>
                </a:solidFill>
                <a:latin typeface="Noto Sans"/>
              </a:rPr>
              <a:t> und </a:t>
            </a:r>
            <a:r>
              <a:rPr lang="en-US" sz="2350" b="1" spc="-1" dirty="0" err="1">
                <a:solidFill>
                  <a:srgbClr val="004899"/>
                </a:solidFill>
                <a:latin typeface="Noto Sans"/>
              </a:rPr>
              <a:t>prozessiert</a:t>
            </a:r>
            <a:r>
              <a:rPr lang="en-US" sz="2350" b="1" spc="-1" dirty="0">
                <a:solidFill>
                  <a:srgbClr val="004899"/>
                </a:solidFill>
                <a:latin typeface="Noto Sans"/>
              </a:rPr>
              <a:t>?</a:t>
            </a:r>
            <a:endParaRPr lang="en-US" sz="2350" b="0" strike="noStrike" spc="-1" dirty="0">
              <a:solidFill>
                <a:srgbClr val="000000"/>
              </a:solidFill>
              <a:latin typeface="Arial"/>
            </a:endParaRPr>
          </a:p>
        </p:txBody>
      </p:sp>
    </p:spTree>
    <p:extLst>
      <p:ext uri="{BB962C8B-B14F-4D97-AF65-F5344CB8AC3E}">
        <p14:creationId xmlns:p14="http://schemas.microsoft.com/office/powerpoint/2010/main" val="1384664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Welche</a:t>
            </a:r>
            <a:r>
              <a:rPr lang="en-US" sz="3190" b="1" strike="noStrike" spc="-1" dirty="0">
                <a:solidFill>
                  <a:srgbClr val="000000"/>
                </a:solidFill>
                <a:latin typeface="Noto Sans"/>
              </a:rPr>
              <a:t> </a:t>
            </a:r>
            <a:r>
              <a:rPr lang="en-US" sz="3190" b="1" strike="noStrike" spc="-1" dirty="0" err="1">
                <a:solidFill>
                  <a:srgbClr val="000000"/>
                </a:solidFill>
                <a:latin typeface="Noto Sans"/>
              </a:rPr>
              <a:t>Codierung</a:t>
            </a:r>
            <a:r>
              <a:rPr lang="en-US" sz="3190" b="1" strike="noStrike" spc="-1" dirty="0">
                <a:solidFill>
                  <a:srgbClr val="000000"/>
                </a:solidFill>
                <a:latin typeface="Noto Sans"/>
              </a:rPr>
              <a:t> hat die </a:t>
            </a:r>
            <a:r>
              <a:rPr lang="en-US" sz="3190" b="1" strike="noStrike" spc="-1" dirty="0" err="1">
                <a:solidFill>
                  <a:srgbClr val="000000"/>
                </a:solidFill>
                <a:latin typeface="Noto Sans"/>
              </a:rPr>
              <a:t>Datei</a:t>
            </a:r>
            <a:r>
              <a:rPr lang="en-US" sz="3190" b="1" strike="noStrike" spc="-1" dirty="0">
                <a:solidFill>
                  <a:srgbClr val="000000"/>
                </a:solidFill>
                <a:latin typeface="Noto Sans"/>
              </a:rPr>
              <a:t>?</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de-DE" sz="1130" b="1" dirty="0">
                <a:solidFill>
                  <a:srgbClr val="004899"/>
                </a:solidFill>
                <a:latin typeface="Noto Sans"/>
                <a:cs typeface="Noto Sans"/>
              </a:rPr>
              <a:t>UNIT 01 · ÜBUNG</a:t>
            </a: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14</a:t>
            </a:fld>
            <a:endParaRPr lang="en-US" sz="939" b="0" strike="noStrike" spc="-1">
              <a:solidFill>
                <a:srgbClr val="000000"/>
              </a:solidFill>
              <a:latin typeface="Arial"/>
            </a:endParaRPr>
          </a:p>
        </p:txBody>
      </p:sp>
      <p:sp>
        <p:nvSpPr>
          <p:cNvPr id="4" name="Textfeld 3">
            <a:extLst>
              <a:ext uri="{FF2B5EF4-FFF2-40B4-BE49-F238E27FC236}">
                <a16:creationId xmlns:a16="http://schemas.microsoft.com/office/drawing/2014/main" id="{EBB1501E-BE00-5229-6174-10D9CE8EA68E}"/>
              </a:ext>
            </a:extLst>
          </p:cNvPr>
          <p:cNvSpPr txBox="1"/>
          <p:nvPr/>
        </p:nvSpPr>
        <p:spPr>
          <a:xfrm>
            <a:off x="762120" y="2037877"/>
            <a:ext cx="10885929" cy="3170099"/>
          </a:xfrm>
          <a:prstGeom prst="rect">
            <a:avLst/>
          </a:prstGeom>
          <a:noFill/>
        </p:spPr>
        <p:txBody>
          <a:bodyPr wrap="square" rtlCol="0">
            <a:spAutoFit/>
          </a:bodyPr>
          <a:lstStyle/>
          <a:p>
            <a:pPr algn="l">
              <a:buFont typeface="+mj-lt"/>
              <a:buAutoNum type="arabicPeriod"/>
            </a:pPr>
            <a:r>
              <a:rPr lang="de-DE" sz="2000" b="0" i="0" dirty="0">
                <a:solidFill>
                  <a:srgbClr val="3D4144"/>
                </a:solidFill>
                <a:effectLst/>
                <a:latin typeface="Noto Sans"/>
              </a:rPr>
              <a:t>Laden Sie die Datei „Uebung01.txt“ aus [ILIAS-PFAD] herunter.</a:t>
            </a:r>
          </a:p>
          <a:p>
            <a:pPr algn="l">
              <a:buFont typeface="+mj-lt"/>
              <a:buAutoNum type="arabicPeriod"/>
            </a:pPr>
            <a:r>
              <a:rPr lang="de-DE" sz="2000" b="0" i="0" dirty="0">
                <a:solidFill>
                  <a:srgbClr val="3D4144"/>
                </a:solidFill>
                <a:effectLst/>
                <a:latin typeface="Noto Sans"/>
              </a:rPr>
              <a:t>Öffnen Sie die Datei per Rechtsklick → Öffnen mit → Notepad++.</a:t>
            </a:r>
          </a:p>
          <a:p>
            <a:pPr algn="l">
              <a:buFont typeface="+mj-lt"/>
              <a:buAutoNum type="arabicPeriod"/>
            </a:pPr>
            <a:r>
              <a:rPr lang="de-DE" sz="2000" b="0" i="0" dirty="0">
                <a:solidFill>
                  <a:srgbClr val="3D4144"/>
                </a:solidFill>
                <a:effectLst/>
                <a:latin typeface="Noto Sans"/>
              </a:rPr>
              <a:t>In Notepad++ können Sie unterschiedliche Codierungen auswählen. Testen Sie verschiedene Codierungen.</a:t>
            </a:r>
          </a:p>
          <a:p>
            <a:pPr algn="l">
              <a:buFont typeface="+mj-lt"/>
              <a:buAutoNum type="arabicPeriod"/>
            </a:pPr>
            <a:r>
              <a:rPr lang="de-DE" sz="2000" b="0" i="0" dirty="0">
                <a:solidFill>
                  <a:srgbClr val="3D4144"/>
                </a:solidFill>
                <a:effectLst/>
                <a:latin typeface="Noto Sans"/>
              </a:rPr>
              <a:t>Erstellen Sie im Texteditor eine Datei, schreiben Sie „0!“ hinein und speichern Sie sie als </a:t>
            </a:r>
            <a:r>
              <a:rPr lang="de-DE" sz="2000" b="0" i="0" dirty="0" err="1">
                <a:solidFill>
                  <a:srgbClr val="3D4144"/>
                </a:solidFill>
                <a:effectLst/>
                <a:latin typeface="Noto Sans"/>
              </a:rPr>
              <a:t>.txt-Datei</a:t>
            </a:r>
            <a:r>
              <a:rPr lang="de-DE" sz="2000" b="0" i="0" dirty="0">
                <a:solidFill>
                  <a:srgbClr val="3D4144"/>
                </a:solidFill>
                <a:effectLst/>
                <a:latin typeface="Noto Sans"/>
              </a:rPr>
              <a:t>.</a:t>
            </a:r>
          </a:p>
          <a:p>
            <a:pPr algn="l">
              <a:buFont typeface="+mj-lt"/>
              <a:buAutoNum type="arabicPeriod"/>
            </a:pPr>
            <a:r>
              <a:rPr lang="de-DE" sz="2000" b="0" i="0" dirty="0">
                <a:solidFill>
                  <a:srgbClr val="3D4144"/>
                </a:solidFill>
                <a:effectLst/>
                <a:latin typeface="Noto Sans"/>
              </a:rPr>
              <a:t>Machen Sie dasselbe mit einer Word-Datei und speichern Sie diese ebenso als .</a:t>
            </a:r>
            <a:r>
              <a:rPr lang="de-DE" sz="2000" b="0" i="0" dirty="0" err="1">
                <a:solidFill>
                  <a:srgbClr val="3D4144"/>
                </a:solidFill>
                <a:effectLst/>
                <a:latin typeface="Noto Sans"/>
              </a:rPr>
              <a:t>docx</a:t>
            </a:r>
            <a:r>
              <a:rPr lang="de-DE" sz="2000" dirty="0">
                <a:solidFill>
                  <a:srgbClr val="3D4144"/>
                </a:solidFill>
                <a:latin typeface="Noto Sans"/>
              </a:rPr>
              <a:t>-Datei</a:t>
            </a:r>
            <a:endParaRPr lang="de-DE" sz="2000" b="0" i="0" dirty="0">
              <a:solidFill>
                <a:srgbClr val="3D4144"/>
              </a:solidFill>
              <a:effectLst/>
              <a:latin typeface="Noto Sans"/>
            </a:endParaRPr>
          </a:p>
          <a:p>
            <a:pPr algn="l">
              <a:buFont typeface="+mj-lt"/>
              <a:buAutoNum type="arabicPeriod"/>
            </a:pPr>
            <a:r>
              <a:rPr lang="de-DE" sz="2000" b="0" i="0" dirty="0">
                <a:solidFill>
                  <a:srgbClr val="3D4144"/>
                </a:solidFill>
                <a:effectLst/>
                <a:latin typeface="Noto Sans"/>
              </a:rPr>
              <a:t>Vergleichen Sie die Dateigröße beider Dateien durch Aufrufen der Details in den Eigenschaften (Alt + Enter).</a:t>
            </a:r>
          </a:p>
        </p:txBody>
      </p:sp>
      <p:sp>
        <p:nvSpPr>
          <p:cNvPr id="2" name="Textfeld 1">
            <a:extLst>
              <a:ext uri="{FF2B5EF4-FFF2-40B4-BE49-F238E27FC236}">
                <a16:creationId xmlns:a16="http://schemas.microsoft.com/office/drawing/2014/main" id="{265CDB7A-684B-6874-C252-87D4A70A6984}"/>
              </a:ext>
            </a:extLst>
          </p:cNvPr>
          <p:cNvSpPr txBox="1"/>
          <p:nvPr/>
        </p:nvSpPr>
        <p:spPr>
          <a:xfrm>
            <a:off x="10024208" y="-37506"/>
            <a:ext cx="1817272" cy="954107"/>
          </a:xfrm>
          <a:prstGeom prst="rect">
            <a:avLst/>
          </a:prstGeom>
          <a:noFill/>
        </p:spPr>
        <p:txBody>
          <a:bodyPr wrap="square">
            <a:spAutoFit/>
          </a:bodyPr>
          <a:lstStyle/>
          <a:p>
            <a:pPr marL="473075" lvl="1" indent="0">
              <a:buNone/>
            </a:pPr>
            <a:endParaRPr lang="de-DE" sz="2000" dirty="0"/>
          </a:p>
          <a:p>
            <a:pPr lvl="0">
              <a:buFont typeface="Wingdings" pitchFamily="2" charset="2"/>
              <a:buChar char="6"/>
            </a:pPr>
            <a:r>
              <a:rPr lang="de-DE" sz="3600" dirty="0">
                <a:solidFill>
                  <a:schemeClr val="accent1"/>
                </a:solidFill>
                <a:sym typeface="Wingdings" pitchFamily="2" charset="2"/>
              </a:rPr>
              <a:t> </a:t>
            </a:r>
            <a:r>
              <a:rPr lang="de-DE" sz="3200" dirty="0">
                <a:solidFill>
                  <a:schemeClr val="accent1"/>
                </a:solidFill>
                <a:sym typeface="Wingdings" pitchFamily="2" charset="2"/>
              </a:rPr>
              <a:t>7 min</a:t>
            </a:r>
            <a:endParaRPr lang="de-DE" sz="3200" dirty="0">
              <a:solidFill>
                <a:schemeClr val="accent1"/>
              </a:solidFill>
            </a:endParaRPr>
          </a:p>
        </p:txBody>
      </p:sp>
    </p:spTree>
    <p:extLst>
      <p:ext uri="{BB962C8B-B14F-4D97-AF65-F5344CB8AC3E}">
        <p14:creationId xmlns:p14="http://schemas.microsoft.com/office/powerpoint/2010/main" val="4177990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1383B49D-3FEE-F2B6-7194-17B6753B2BC7}"/>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5" name="Text 3">
            <a:extLst>
              <a:ext uri="{FF2B5EF4-FFF2-40B4-BE49-F238E27FC236}">
                <a16:creationId xmlns:a16="http://schemas.microsoft.com/office/drawing/2014/main" id="{CB9C2383-7446-E499-5CBB-92B7B8585ED3}"/>
              </a:ext>
            </a:extLst>
          </p:cNvPr>
          <p:cNvSpPr/>
          <p:nvPr/>
        </p:nvSpPr>
        <p:spPr>
          <a:xfrm>
            <a:off x="965074" y="1610190"/>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6" name="Shape 4">
            <a:extLst>
              <a:ext uri="{FF2B5EF4-FFF2-40B4-BE49-F238E27FC236}">
                <a16:creationId xmlns:a16="http://schemas.microsoft.com/office/drawing/2014/main" id="{2870A345-4590-7A2C-3EA6-9587E0810307}"/>
              </a:ext>
            </a:extLst>
          </p:cNvPr>
          <p:cNvSpPr/>
          <p:nvPr/>
        </p:nvSpPr>
        <p:spPr>
          <a:xfrm>
            <a:off x="968249" y="2070559"/>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7" name="Shape 5">
            <a:extLst>
              <a:ext uri="{FF2B5EF4-FFF2-40B4-BE49-F238E27FC236}">
                <a16:creationId xmlns:a16="http://schemas.microsoft.com/office/drawing/2014/main" id="{AB98E82C-ED95-F29B-42A5-D3A79E53B6BB}"/>
              </a:ext>
            </a:extLst>
          </p:cNvPr>
          <p:cNvSpPr/>
          <p:nvPr/>
        </p:nvSpPr>
        <p:spPr>
          <a:xfrm>
            <a:off x="1072938" y="2175247"/>
            <a:ext cx="279384" cy="279384"/>
          </a:xfrm>
          <a:prstGeom prst="roundRect">
            <a:avLst>
              <a:gd name="adj" fmla="val 50000"/>
            </a:avLst>
          </a:prstGeom>
          <a:solidFill>
            <a:srgbClr val="16213E">
              <a:alpha val="40000"/>
            </a:srgbClr>
          </a:solidFill>
          <a:ln/>
        </p:spPr>
      </p:sp>
      <p:pic>
        <p:nvPicPr>
          <p:cNvPr id="8" name="Image 0" descr="preencoded.png">
            <a:extLst>
              <a:ext uri="{FF2B5EF4-FFF2-40B4-BE49-F238E27FC236}">
                <a16:creationId xmlns:a16="http://schemas.microsoft.com/office/drawing/2014/main" id="{E8E1A79E-1EF6-02B7-5E62-F4EB96AA7F87}"/>
              </a:ext>
            </a:extLst>
          </p:cNvPr>
          <p:cNvPicPr>
            <a:picLocks noChangeAspect="1"/>
          </p:cNvPicPr>
          <p:nvPr/>
        </p:nvPicPr>
        <p:blipFill>
          <a:blip r:embed="rId3">
            <a:alphaModFix amt="40000"/>
          </a:blip>
          <a:srcRect/>
          <a:stretch/>
        </p:blipFill>
        <p:spPr>
          <a:xfrm>
            <a:off x="1136399" y="2238707"/>
            <a:ext cx="152365" cy="152365"/>
          </a:xfrm>
          <a:prstGeom prst="rect">
            <a:avLst/>
          </a:prstGeom>
        </p:spPr>
      </p:pic>
      <p:sp>
        <p:nvSpPr>
          <p:cNvPr id="9" name="Text 6">
            <a:extLst>
              <a:ext uri="{FF2B5EF4-FFF2-40B4-BE49-F238E27FC236}">
                <a16:creationId xmlns:a16="http://schemas.microsoft.com/office/drawing/2014/main" id="{CA63BAA2-EA6C-DAB8-4F03-4788344599F7}"/>
              </a:ext>
            </a:extLst>
          </p:cNvPr>
          <p:cNvSpPr/>
          <p:nvPr/>
        </p:nvSpPr>
        <p:spPr>
          <a:xfrm>
            <a:off x="1072938" y="2505419"/>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10" name="Text 7">
            <a:extLst>
              <a:ext uri="{FF2B5EF4-FFF2-40B4-BE49-F238E27FC236}">
                <a16:creationId xmlns:a16="http://schemas.microsoft.com/office/drawing/2014/main" id="{358CA786-9A12-879F-C611-AEEA960FB809}"/>
              </a:ext>
            </a:extLst>
          </p:cNvPr>
          <p:cNvSpPr/>
          <p:nvPr/>
        </p:nvSpPr>
        <p:spPr>
          <a:xfrm>
            <a:off x="1072938" y="2731461"/>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11" name="Shape 8">
            <a:extLst>
              <a:ext uri="{FF2B5EF4-FFF2-40B4-BE49-F238E27FC236}">
                <a16:creationId xmlns:a16="http://schemas.microsoft.com/office/drawing/2014/main" id="{BDC3BEC3-1229-48E1-CD92-87F2FEC27B88}"/>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2" name="Shape 9">
            <a:extLst>
              <a:ext uri="{FF2B5EF4-FFF2-40B4-BE49-F238E27FC236}">
                <a16:creationId xmlns:a16="http://schemas.microsoft.com/office/drawing/2014/main" id="{8B937A73-6A56-8AB4-4C80-5DA5E68FC73E}"/>
              </a:ext>
            </a:extLst>
          </p:cNvPr>
          <p:cNvSpPr/>
          <p:nvPr/>
        </p:nvSpPr>
        <p:spPr>
          <a:xfrm>
            <a:off x="2838147" y="2187823"/>
            <a:ext cx="279384" cy="279384"/>
          </a:xfrm>
          <a:prstGeom prst="roundRect">
            <a:avLst>
              <a:gd name="adj" fmla="val 50000"/>
            </a:avLst>
          </a:prstGeom>
          <a:solidFill>
            <a:srgbClr val="16213E"/>
          </a:solidFill>
          <a:ln/>
        </p:spPr>
      </p:sp>
      <p:pic>
        <p:nvPicPr>
          <p:cNvPr id="13" name="Image 1" descr="preencoded.png">
            <a:extLst>
              <a:ext uri="{FF2B5EF4-FFF2-40B4-BE49-F238E27FC236}">
                <a16:creationId xmlns:a16="http://schemas.microsoft.com/office/drawing/2014/main" id="{EAA4CE31-28D2-7C42-8FCD-5BD64669D3B9}"/>
              </a:ext>
            </a:extLst>
          </p:cNvPr>
          <p:cNvPicPr>
            <a:picLocks noChangeAspect="1"/>
          </p:cNvPicPr>
          <p:nvPr/>
        </p:nvPicPr>
        <p:blipFill>
          <a:blip r:embed="rId4"/>
          <a:srcRect/>
          <a:stretch/>
        </p:blipFill>
        <p:spPr>
          <a:xfrm>
            <a:off x="2901608" y="2251283"/>
            <a:ext cx="152365" cy="152365"/>
          </a:xfrm>
          <a:prstGeom prst="rect">
            <a:avLst/>
          </a:prstGeom>
        </p:spPr>
      </p:pic>
      <p:sp>
        <p:nvSpPr>
          <p:cNvPr id="14" name="Text 10">
            <a:extLst>
              <a:ext uri="{FF2B5EF4-FFF2-40B4-BE49-F238E27FC236}">
                <a16:creationId xmlns:a16="http://schemas.microsoft.com/office/drawing/2014/main" id="{EDEEEAB9-3113-1F44-F2E6-4DB191BB4A0E}"/>
              </a:ext>
            </a:extLst>
          </p:cNvPr>
          <p:cNvSpPr/>
          <p:nvPr/>
        </p:nvSpPr>
        <p:spPr>
          <a:xfrm>
            <a:off x="2838147" y="2517995"/>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5" name="Text 11">
            <a:extLst>
              <a:ext uri="{FF2B5EF4-FFF2-40B4-BE49-F238E27FC236}">
                <a16:creationId xmlns:a16="http://schemas.microsoft.com/office/drawing/2014/main" id="{2DE7F8E5-057D-1AFC-3668-2232468C10E9}"/>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6" name="Shape 12">
            <a:extLst>
              <a:ext uri="{FF2B5EF4-FFF2-40B4-BE49-F238E27FC236}">
                <a16:creationId xmlns:a16="http://schemas.microsoft.com/office/drawing/2014/main" id="{33B8F168-95A1-8ECC-D41A-FB5D157DCFD8}"/>
              </a:ext>
            </a:extLst>
          </p:cNvPr>
          <p:cNvSpPr/>
          <p:nvPr/>
        </p:nvSpPr>
        <p:spPr>
          <a:xfrm>
            <a:off x="4625885" y="2070559"/>
            <a:ext cx="1441360"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17" name="Shape 13">
            <a:extLst>
              <a:ext uri="{FF2B5EF4-FFF2-40B4-BE49-F238E27FC236}">
                <a16:creationId xmlns:a16="http://schemas.microsoft.com/office/drawing/2014/main" id="{FA44CB3D-F368-6126-9827-071673B90221}"/>
              </a:ext>
            </a:extLst>
          </p:cNvPr>
          <p:cNvSpPr/>
          <p:nvPr/>
        </p:nvSpPr>
        <p:spPr>
          <a:xfrm>
            <a:off x="4730573" y="2175247"/>
            <a:ext cx="279384" cy="279384"/>
          </a:xfrm>
          <a:prstGeom prst="roundRect">
            <a:avLst>
              <a:gd name="adj" fmla="val 50000"/>
            </a:avLst>
          </a:prstGeom>
          <a:solidFill>
            <a:srgbClr val="16213E">
              <a:alpha val="40000"/>
            </a:srgbClr>
          </a:solidFill>
          <a:ln/>
        </p:spPr>
      </p:sp>
      <p:pic>
        <p:nvPicPr>
          <p:cNvPr id="18" name="Image 2" descr="preencoded.png">
            <a:extLst>
              <a:ext uri="{FF2B5EF4-FFF2-40B4-BE49-F238E27FC236}">
                <a16:creationId xmlns:a16="http://schemas.microsoft.com/office/drawing/2014/main" id="{BCCD3898-B7ED-1426-E1AE-51EF12DC39D5}"/>
              </a:ext>
            </a:extLst>
          </p:cNvPr>
          <p:cNvPicPr>
            <a:picLocks noChangeAspect="1"/>
          </p:cNvPicPr>
          <p:nvPr/>
        </p:nvPicPr>
        <p:blipFill>
          <a:blip r:embed="rId5">
            <a:alphaModFix amt="40000"/>
          </a:blip>
          <a:srcRect/>
          <a:stretch/>
        </p:blipFill>
        <p:spPr>
          <a:xfrm>
            <a:off x="4794034" y="2238707"/>
            <a:ext cx="152365" cy="152365"/>
          </a:xfrm>
          <a:prstGeom prst="rect">
            <a:avLst/>
          </a:prstGeom>
        </p:spPr>
      </p:pic>
      <p:sp>
        <p:nvSpPr>
          <p:cNvPr id="19" name="Text 14">
            <a:extLst>
              <a:ext uri="{FF2B5EF4-FFF2-40B4-BE49-F238E27FC236}">
                <a16:creationId xmlns:a16="http://schemas.microsoft.com/office/drawing/2014/main" id="{1DF3DFE4-5929-211C-388D-D3B44DE0B737}"/>
              </a:ext>
            </a:extLst>
          </p:cNvPr>
          <p:cNvSpPr/>
          <p:nvPr/>
        </p:nvSpPr>
        <p:spPr>
          <a:xfrm>
            <a:off x="4730573" y="2505419"/>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RAM</a:t>
            </a:r>
            <a:endParaRPr lang="en-US" sz="1400" dirty="0"/>
          </a:p>
        </p:txBody>
      </p:sp>
      <p:sp>
        <p:nvSpPr>
          <p:cNvPr id="20" name="Text 15">
            <a:extLst>
              <a:ext uri="{FF2B5EF4-FFF2-40B4-BE49-F238E27FC236}">
                <a16:creationId xmlns:a16="http://schemas.microsoft.com/office/drawing/2014/main" id="{4EBF35A1-A105-2475-BF33-D385E9460C55}"/>
              </a:ext>
            </a:extLst>
          </p:cNvPr>
          <p:cNvSpPr/>
          <p:nvPr/>
        </p:nvSpPr>
        <p:spPr>
          <a:xfrm>
            <a:off x="4730573" y="2731461"/>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KURZZEIT</a:t>
            </a:r>
            <a:endParaRPr lang="en-US" sz="1200" dirty="0"/>
          </a:p>
        </p:txBody>
      </p:sp>
      <p:sp>
        <p:nvSpPr>
          <p:cNvPr id="21" name="Shape 16">
            <a:extLst>
              <a:ext uri="{FF2B5EF4-FFF2-40B4-BE49-F238E27FC236}">
                <a16:creationId xmlns:a16="http://schemas.microsoft.com/office/drawing/2014/main" id="{DA5407D1-7CB2-7DDC-6127-5287A8771ED3}"/>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2" name="Shape 17">
            <a:extLst>
              <a:ext uri="{FF2B5EF4-FFF2-40B4-BE49-F238E27FC236}">
                <a16:creationId xmlns:a16="http://schemas.microsoft.com/office/drawing/2014/main" id="{D0177058-536B-295A-C072-A21B9D7E98BE}"/>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3" name="Image 3" descr="preencoded.png">
            <a:extLst>
              <a:ext uri="{FF2B5EF4-FFF2-40B4-BE49-F238E27FC236}">
                <a16:creationId xmlns:a16="http://schemas.microsoft.com/office/drawing/2014/main" id="{117B255E-E8BC-6876-B331-8C97972368D0}"/>
              </a:ext>
            </a:extLst>
          </p:cNvPr>
          <p:cNvPicPr>
            <a:picLocks noChangeAspect="1"/>
          </p:cNvPicPr>
          <p:nvPr/>
        </p:nvPicPr>
        <p:blipFill>
          <a:blip r:embed="rId6">
            <a:alphaModFix amt="40000"/>
          </a:blip>
          <a:srcRect/>
          <a:stretch/>
        </p:blipFill>
        <p:spPr>
          <a:xfrm>
            <a:off x="1136399" y="3699188"/>
            <a:ext cx="152365" cy="152365"/>
          </a:xfrm>
          <a:prstGeom prst="rect">
            <a:avLst/>
          </a:prstGeom>
        </p:spPr>
      </p:pic>
      <p:sp>
        <p:nvSpPr>
          <p:cNvPr id="24" name="Text 18">
            <a:extLst>
              <a:ext uri="{FF2B5EF4-FFF2-40B4-BE49-F238E27FC236}">
                <a16:creationId xmlns:a16="http://schemas.microsoft.com/office/drawing/2014/main" id="{D390380A-0B79-F82A-0D81-B754982BD08A}"/>
              </a:ext>
            </a:extLst>
          </p:cNvPr>
          <p:cNvSpPr/>
          <p:nvPr/>
        </p:nvSpPr>
        <p:spPr>
          <a:xfrm>
            <a:off x="1072938" y="396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5" name="Text 19">
            <a:extLst>
              <a:ext uri="{FF2B5EF4-FFF2-40B4-BE49-F238E27FC236}">
                <a16:creationId xmlns:a16="http://schemas.microsoft.com/office/drawing/2014/main" id="{F39EDF40-1666-5C16-FFA1-6D6803C221ED}"/>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6" name="Shape 20">
            <a:extLst>
              <a:ext uri="{FF2B5EF4-FFF2-40B4-BE49-F238E27FC236}">
                <a16:creationId xmlns:a16="http://schemas.microsoft.com/office/drawing/2014/main" id="{E06D8C08-3448-71C9-ACF9-F2B841BDD04F}"/>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7" name="Shape 21">
            <a:extLst>
              <a:ext uri="{FF2B5EF4-FFF2-40B4-BE49-F238E27FC236}">
                <a16:creationId xmlns:a16="http://schemas.microsoft.com/office/drawing/2014/main" id="{86E29D35-91AB-020E-8E5B-F9D9A487AB05}"/>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8" name="Image 4" descr="preencoded.png">
            <a:extLst>
              <a:ext uri="{FF2B5EF4-FFF2-40B4-BE49-F238E27FC236}">
                <a16:creationId xmlns:a16="http://schemas.microsoft.com/office/drawing/2014/main" id="{4699EA8C-4096-5939-B149-0CDBAEA3CF61}"/>
              </a:ext>
            </a:extLst>
          </p:cNvPr>
          <p:cNvPicPr>
            <a:picLocks noChangeAspect="1"/>
          </p:cNvPicPr>
          <p:nvPr/>
        </p:nvPicPr>
        <p:blipFill>
          <a:blip r:embed="rId7">
            <a:alphaModFix amt="40000"/>
          </a:blip>
          <a:srcRect/>
          <a:stretch/>
        </p:blipFill>
        <p:spPr>
          <a:xfrm>
            <a:off x="4794034" y="3699188"/>
            <a:ext cx="152365" cy="152365"/>
          </a:xfrm>
          <a:prstGeom prst="rect">
            <a:avLst/>
          </a:prstGeom>
        </p:spPr>
      </p:pic>
      <p:sp>
        <p:nvSpPr>
          <p:cNvPr id="29" name="Text 22">
            <a:extLst>
              <a:ext uri="{FF2B5EF4-FFF2-40B4-BE49-F238E27FC236}">
                <a16:creationId xmlns:a16="http://schemas.microsoft.com/office/drawing/2014/main" id="{C288DE54-4936-84DE-2CA2-A44B2C0A9BF8}"/>
              </a:ext>
            </a:extLst>
          </p:cNvPr>
          <p:cNvSpPr/>
          <p:nvPr/>
        </p:nvSpPr>
        <p:spPr>
          <a:xfrm>
            <a:off x="4730573" y="3965901"/>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30" name="Text 23">
            <a:extLst>
              <a:ext uri="{FF2B5EF4-FFF2-40B4-BE49-F238E27FC236}">
                <a16:creationId xmlns:a16="http://schemas.microsoft.com/office/drawing/2014/main" id="{552AF9D2-32F5-8148-03B3-A74C063DF78C}"/>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31" name="Shape 24">
            <a:extLst>
              <a:ext uri="{FF2B5EF4-FFF2-40B4-BE49-F238E27FC236}">
                <a16:creationId xmlns:a16="http://schemas.microsoft.com/office/drawing/2014/main" id="{26B2AA65-1C7E-475E-20A9-D89F856BFE54}"/>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2" name="Shape 25">
            <a:extLst>
              <a:ext uri="{FF2B5EF4-FFF2-40B4-BE49-F238E27FC236}">
                <a16:creationId xmlns:a16="http://schemas.microsoft.com/office/drawing/2014/main" id="{37B7B43B-016E-0CE1-49A2-4DAD4E153BF4}"/>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3" name="Image 5" descr="preencoded.png">
            <a:extLst>
              <a:ext uri="{FF2B5EF4-FFF2-40B4-BE49-F238E27FC236}">
                <a16:creationId xmlns:a16="http://schemas.microsoft.com/office/drawing/2014/main" id="{E53589B0-36D2-621D-CD14-EA98423D60BE}"/>
              </a:ext>
            </a:extLst>
          </p:cNvPr>
          <p:cNvPicPr>
            <a:picLocks noChangeAspect="1"/>
          </p:cNvPicPr>
          <p:nvPr/>
        </p:nvPicPr>
        <p:blipFill>
          <a:blip r:embed="rId8">
            <a:alphaModFix amt="40000"/>
          </a:blip>
          <a:srcRect/>
          <a:stretch/>
        </p:blipFill>
        <p:spPr>
          <a:xfrm>
            <a:off x="1136399" y="4969188"/>
            <a:ext cx="152365" cy="152365"/>
          </a:xfrm>
          <a:prstGeom prst="rect">
            <a:avLst/>
          </a:prstGeom>
        </p:spPr>
      </p:pic>
      <p:sp>
        <p:nvSpPr>
          <p:cNvPr id="34" name="Text 26">
            <a:extLst>
              <a:ext uri="{FF2B5EF4-FFF2-40B4-BE49-F238E27FC236}">
                <a16:creationId xmlns:a16="http://schemas.microsoft.com/office/drawing/2014/main" id="{F83E9580-CD14-280D-D3EF-8D9A980BB676}"/>
              </a:ext>
            </a:extLst>
          </p:cNvPr>
          <p:cNvSpPr/>
          <p:nvPr/>
        </p:nvSpPr>
        <p:spPr>
          <a:xfrm>
            <a:off x="1072938" y="523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5" name="Text 27">
            <a:extLst>
              <a:ext uri="{FF2B5EF4-FFF2-40B4-BE49-F238E27FC236}">
                <a16:creationId xmlns:a16="http://schemas.microsoft.com/office/drawing/2014/main" id="{2BCBBFB9-A082-80B7-85E9-1F70588E3A48}"/>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6" name="Shape 28">
            <a:extLst>
              <a:ext uri="{FF2B5EF4-FFF2-40B4-BE49-F238E27FC236}">
                <a16:creationId xmlns:a16="http://schemas.microsoft.com/office/drawing/2014/main" id="{8AA49AE3-1E23-DF38-F26D-A13133557262}"/>
              </a:ext>
            </a:extLst>
          </p:cNvPr>
          <p:cNvSpPr/>
          <p:nvPr/>
        </p:nvSpPr>
        <p:spPr>
          <a:xfrm>
            <a:off x="2720885" y="4801040"/>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7" name="Shape 29">
            <a:extLst>
              <a:ext uri="{FF2B5EF4-FFF2-40B4-BE49-F238E27FC236}">
                <a16:creationId xmlns:a16="http://schemas.microsoft.com/office/drawing/2014/main" id="{6E7FB769-6F2F-5B0F-CE9D-2169EFE091FD}"/>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8" name="Image 6" descr="preencoded.png">
            <a:extLst>
              <a:ext uri="{FF2B5EF4-FFF2-40B4-BE49-F238E27FC236}">
                <a16:creationId xmlns:a16="http://schemas.microsoft.com/office/drawing/2014/main" id="{63F727D9-90D2-B00E-818C-C8902153BA96}"/>
              </a:ext>
            </a:extLst>
          </p:cNvPr>
          <p:cNvPicPr>
            <a:picLocks noChangeAspect="1"/>
          </p:cNvPicPr>
          <p:nvPr/>
        </p:nvPicPr>
        <p:blipFill>
          <a:blip r:embed="rId9">
            <a:alphaModFix amt="40000"/>
          </a:blip>
          <a:srcRect/>
          <a:stretch/>
        </p:blipFill>
        <p:spPr>
          <a:xfrm>
            <a:off x="2889034" y="4969188"/>
            <a:ext cx="152365" cy="152365"/>
          </a:xfrm>
          <a:prstGeom prst="rect">
            <a:avLst/>
          </a:prstGeom>
        </p:spPr>
      </p:pic>
      <p:sp>
        <p:nvSpPr>
          <p:cNvPr id="39" name="Text 30">
            <a:extLst>
              <a:ext uri="{FF2B5EF4-FFF2-40B4-BE49-F238E27FC236}">
                <a16:creationId xmlns:a16="http://schemas.microsoft.com/office/drawing/2014/main" id="{EA31A8B5-43F7-85BC-5C44-556768DB8EAE}"/>
              </a:ext>
            </a:extLst>
          </p:cNvPr>
          <p:cNvSpPr/>
          <p:nvPr/>
        </p:nvSpPr>
        <p:spPr>
          <a:xfrm>
            <a:off x="2825573" y="5235901"/>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40" name="Text 31">
            <a:extLst>
              <a:ext uri="{FF2B5EF4-FFF2-40B4-BE49-F238E27FC236}">
                <a16:creationId xmlns:a16="http://schemas.microsoft.com/office/drawing/2014/main" id="{A0F8CE65-3891-11B0-41D3-F73E55A3D9B2}"/>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41" name="Shape 32">
            <a:extLst>
              <a:ext uri="{FF2B5EF4-FFF2-40B4-BE49-F238E27FC236}">
                <a16:creationId xmlns:a16="http://schemas.microsoft.com/office/drawing/2014/main" id="{AFCABA42-5717-880E-DB43-15F0DEB5B010}"/>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2" name="Shape 33">
            <a:extLst>
              <a:ext uri="{FF2B5EF4-FFF2-40B4-BE49-F238E27FC236}">
                <a16:creationId xmlns:a16="http://schemas.microsoft.com/office/drawing/2014/main" id="{8F47D212-E02E-CAC4-4216-5C32C1416B38}"/>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3" name="Image 7" descr="preencoded.png">
            <a:extLst>
              <a:ext uri="{FF2B5EF4-FFF2-40B4-BE49-F238E27FC236}">
                <a16:creationId xmlns:a16="http://schemas.microsoft.com/office/drawing/2014/main" id="{D705D816-F57D-E603-D0BB-9867EA8D84B4}"/>
              </a:ext>
            </a:extLst>
          </p:cNvPr>
          <p:cNvPicPr>
            <a:picLocks noChangeAspect="1"/>
          </p:cNvPicPr>
          <p:nvPr/>
        </p:nvPicPr>
        <p:blipFill>
          <a:blip r:embed="rId10">
            <a:alphaModFix amt="40000"/>
          </a:blip>
          <a:srcRect/>
          <a:stretch/>
        </p:blipFill>
        <p:spPr>
          <a:xfrm>
            <a:off x="4794034" y="4969188"/>
            <a:ext cx="152365" cy="152365"/>
          </a:xfrm>
          <a:prstGeom prst="rect">
            <a:avLst/>
          </a:prstGeom>
        </p:spPr>
      </p:pic>
      <p:sp>
        <p:nvSpPr>
          <p:cNvPr id="44" name="Text 34">
            <a:extLst>
              <a:ext uri="{FF2B5EF4-FFF2-40B4-BE49-F238E27FC236}">
                <a16:creationId xmlns:a16="http://schemas.microsoft.com/office/drawing/2014/main" id="{03C90109-2F45-842A-A6DE-52D4D997E9FA}"/>
              </a:ext>
            </a:extLst>
          </p:cNvPr>
          <p:cNvSpPr/>
          <p:nvPr/>
        </p:nvSpPr>
        <p:spPr>
          <a:xfrm>
            <a:off x="4730573" y="5235901"/>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5" name="Text 35">
            <a:extLst>
              <a:ext uri="{FF2B5EF4-FFF2-40B4-BE49-F238E27FC236}">
                <a16:creationId xmlns:a16="http://schemas.microsoft.com/office/drawing/2014/main" id="{74652DFD-A0BB-1C9E-CB17-5F0429B2AA87}"/>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6" name="Shape 36">
            <a:extLst>
              <a:ext uri="{FF2B5EF4-FFF2-40B4-BE49-F238E27FC236}">
                <a16:creationId xmlns:a16="http://schemas.microsoft.com/office/drawing/2014/main" id="{16BA24D3-7AB2-F78B-6BA7-706184B05C43}"/>
              </a:ext>
            </a:extLst>
          </p:cNvPr>
          <p:cNvSpPr/>
          <p:nvPr/>
        </p:nvSpPr>
        <p:spPr>
          <a:xfrm>
            <a:off x="6473676" y="2076909"/>
            <a:ext cx="131441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47" name="Shape 37">
            <a:extLst>
              <a:ext uri="{FF2B5EF4-FFF2-40B4-BE49-F238E27FC236}">
                <a16:creationId xmlns:a16="http://schemas.microsoft.com/office/drawing/2014/main" id="{0FCD3A0E-0B92-2FD3-97B8-4FC75388769C}"/>
              </a:ext>
            </a:extLst>
          </p:cNvPr>
          <p:cNvSpPr/>
          <p:nvPr/>
        </p:nvSpPr>
        <p:spPr>
          <a:xfrm>
            <a:off x="6584589" y="2187823"/>
            <a:ext cx="279384" cy="279384"/>
          </a:xfrm>
          <a:prstGeom prst="roundRect">
            <a:avLst>
              <a:gd name="adj" fmla="val 50000"/>
            </a:avLst>
          </a:prstGeom>
          <a:solidFill>
            <a:srgbClr val="16213E"/>
          </a:solidFill>
          <a:ln/>
        </p:spPr>
      </p:sp>
      <p:pic>
        <p:nvPicPr>
          <p:cNvPr id="48" name="Image 8" descr="preencoded.png">
            <a:extLst>
              <a:ext uri="{FF2B5EF4-FFF2-40B4-BE49-F238E27FC236}">
                <a16:creationId xmlns:a16="http://schemas.microsoft.com/office/drawing/2014/main" id="{64EBF23B-5728-ED24-B1E5-D6E97226C1C7}"/>
              </a:ext>
            </a:extLst>
          </p:cNvPr>
          <p:cNvPicPr>
            <a:picLocks noChangeAspect="1"/>
          </p:cNvPicPr>
          <p:nvPr/>
        </p:nvPicPr>
        <p:blipFill>
          <a:blip r:embed="rId11"/>
          <a:srcRect/>
          <a:stretch/>
        </p:blipFill>
        <p:spPr>
          <a:xfrm>
            <a:off x="6648049" y="2251283"/>
            <a:ext cx="152365" cy="152365"/>
          </a:xfrm>
          <a:prstGeom prst="rect">
            <a:avLst/>
          </a:prstGeom>
        </p:spPr>
      </p:pic>
      <p:sp>
        <p:nvSpPr>
          <p:cNvPr id="49" name="Text 38">
            <a:extLst>
              <a:ext uri="{FF2B5EF4-FFF2-40B4-BE49-F238E27FC236}">
                <a16:creationId xmlns:a16="http://schemas.microsoft.com/office/drawing/2014/main" id="{51F08191-E19A-9939-FB4C-1BDA97EB4558}"/>
              </a:ext>
            </a:extLst>
          </p:cNvPr>
          <p:cNvSpPr/>
          <p:nvPr/>
        </p:nvSpPr>
        <p:spPr>
          <a:xfrm>
            <a:off x="6584589" y="2517995"/>
            <a:ext cx="114338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Netzteil</a:t>
            </a:r>
            <a:endParaRPr lang="en-US" sz="1400" dirty="0"/>
          </a:p>
        </p:txBody>
      </p:sp>
      <p:sp>
        <p:nvSpPr>
          <p:cNvPr id="50" name="Text 39">
            <a:extLst>
              <a:ext uri="{FF2B5EF4-FFF2-40B4-BE49-F238E27FC236}">
                <a16:creationId xmlns:a16="http://schemas.microsoft.com/office/drawing/2014/main" id="{3FED9DAE-9A0B-A693-732D-113ED50E5302}"/>
              </a:ext>
            </a:extLst>
          </p:cNvPr>
          <p:cNvSpPr/>
          <p:nvPr/>
        </p:nvSpPr>
        <p:spPr>
          <a:xfrm>
            <a:off x="6584589" y="2744037"/>
            <a:ext cx="114338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STROM</a:t>
            </a:r>
            <a:endParaRPr lang="en-US" sz="1200" dirty="0"/>
          </a:p>
        </p:txBody>
      </p:sp>
      <p:sp>
        <p:nvSpPr>
          <p:cNvPr id="51" name="Shape 40">
            <a:extLst>
              <a:ext uri="{FF2B5EF4-FFF2-40B4-BE49-F238E27FC236}">
                <a16:creationId xmlns:a16="http://schemas.microsoft.com/office/drawing/2014/main" id="{35B1B865-44D2-79AF-6109-2D9E223728EF}"/>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2" name="Shape 41">
            <a:extLst>
              <a:ext uri="{FF2B5EF4-FFF2-40B4-BE49-F238E27FC236}">
                <a16:creationId xmlns:a16="http://schemas.microsoft.com/office/drawing/2014/main" id="{9A095407-1314-5BD8-E0E5-C95ED91A78F4}"/>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3" name="Image 9" descr="preencoded.png">
            <a:extLst>
              <a:ext uri="{FF2B5EF4-FFF2-40B4-BE49-F238E27FC236}">
                <a16:creationId xmlns:a16="http://schemas.microsoft.com/office/drawing/2014/main" id="{6475E336-7552-3A00-C102-229E4D617A56}"/>
              </a:ext>
            </a:extLst>
          </p:cNvPr>
          <p:cNvPicPr>
            <a:picLocks noChangeAspect="1"/>
          </p:cNvPicPr>
          <p:nvPr/>
        </p:nvPicPr>
        <p:blipFill>
          <a:blip r:embed="rId12">
            <a:alphaModFix amt="40000"/>
          </a:blip>
          <a:srcRect/>
          <a:stretch/>
        </p:blipFill>
        <p:spPr>
          <a:xfrm>
            <a:off x="6635475" y="3699188"/>
            <a:ext cx="152365" cy="152365"/>
          </a:xfrm>
          <a:prstGeom prst="rect">
            <a:avLst/>
          </a:prstGeom>
        </p:spPr>
      </p:pic>
      <p:sp>
        <p:nvSpPr>
          <p:cNvPr id="54" name="Text 42">
            <a:extLst>
              <a:ext uri="{FF2B5EF4-FFF2-40B4-BE49-F238E27FC236}">
                <a16:creationId xmlns:a16="http://schemas.microsoft.com/office/drawing/2014/main" id="{DFCE5B92-BD48-1FF5-CC09-0E4CB332CC77}"/>
              </a:ext>
            </a:extLst>
          </p:cNvPr>
          <p:cNvSpPr/>
          <p:nvPr/>
        </p:nvSpPr>
        <p:spPr>
          <a:xfrm>
            <a:off x="6572014" y="396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5" name="Text 43">
            <a:extLst>
              <a:ext uri="{FF2B5EF4-FFF2-40B4-BE49-F238E27FC236}">
                <a16:creationId xmlns:a16="http://schemas.microsoft.com/office/drawing/2014/main" id="{4ECFF658-C0F6-79A5-CCA3-78597CDA6C9C}"/>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6" name="Shape 44">
            <a:extLst>
              <a:ext uri="{FF2B5EF4-FFF2-40B4-BE49-F238E27FC236}">
                <a16:creationId xmlns:a16="http://schemas.microsoft.com/office/drawing/2014/main" id="{7EB67148-3DCF-9223-00ED-378D3CE4604F}"/>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7" name="Shape 45">
            <a:extLst>
              <a:ext uri="{FF2B5EF4-FFF2-40B4-BE49-F238E27FC236}">
                <a16:creationId xmlns:a16="http://schemas.microsoft.com/office/drawing/2014/main" id="{D22D0FFB-B9E7-2CAC-0759-FB5B24475BC8}"/>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8" name="Image 10" descr="preencoded.png">
            <a:extLst>
              <a:ext uri="{FF2B5EF4-FFF2-40B4-BE49-F238E27FC236}">
                <a16:creationId xmlns:a16="http://schemas.microsoft.com/office/drawing/2014/main" id="{BBDE4F20-BAF8-23A1-75F4-19609247E144}"/>
              </a:ext>
            </a:extLst>
          </p:cNvPr>
          <p:cNvPicPr>
            <a:picLocks noChangeAspect="1"/>
          </p:cNvPicPr>
          <p:nvPr/>
        </p:nvPicPr>
        <p:blipFill>
          <a:blip r:embed="rId13">
            <a:alphaModFix amt="40000"/>
          </a:blip>
          <a:srcRect/>
          <a:stretch/>
        </p:blipFill>
        <p:spPr>
          <a:xfrm>
            <a:off x="6635475" y="4969188"/>
            <a:ext cx="152365" cy="152365"/>
          </a:xfrm>
          <a:prstGeom prst="rect">
            <a:avLst/>
          </a:prstGeom>
        </p:spPr>
      </p:pic>
      <p:sp>
        <p:nvSpPr>
          <p:cNvPr id="59" name="Text 46">
            <a:extLst>
              <a:ext uri="{FF2B5EF4-FFF2-40B4-BE49-F238E27FC236}">
                <a16:creationId xmlns:a16="http://schemas.microsoft.com/office/drawing/2014/main" id="{DB1374A3-DC8E-6B77-F3A3-F59AEA473502}"/>
              </a:ext>
            </a:extLst>
          </p:cNvPr>
          <p:cNvSpPr/>
          <p:nvPr/>
        </p:nvSpPr>
        <p:spPr>
          <a:xfrm>
            <a:off x="6572014" y="523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60" name="Text 47">
            <a:extLst>
              <a:ext uri="{FF2B5EF4-FFF2-40B4-BE49-F238E27FC236}">
                <a16:creationId xmlns:a16="http://schemas.microsoft.com/office/drawing/2014/main" id="{2C1FF928-4F09-9B3B-85B6-6EAAFA032501}"/>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61" name="Image 11" descr="connector">
            <a:extLst>
              <a:ext uri="{FF2B5EF4-FFF2-40B4-BE49-F238E27FC236}">
                <a16:creationId xmlns:a16="http://schemas.microsoft.com/office/drawing/2014/main" id="{FCB8FD91-1872-B918-738E-9619E0C18840}"/>
              </a:ext>
            </a:extLst>
          </p:cNvPr>
          <p:cNvPicPr>
            <a:picLocks noChangeAspect="1"/>
          </p:cNvPicPr>
          <p:nvPr/>
        </p:nvPicPr>
        <p:blipFill>
          <a:blip r:embed="rId14"/>
          <a:srcRect l="-6" r="-6"/>
          <a:stretch/>
        </p:blipFill>
        <p:spPr>
          <a:xfrm>
            <a:off x="2336651" y="2619766"/>
            <a:ext cx="431749" cy="101576"/>
          </a:xfrm>
          <a:prstGeom prst="rect">
            <a:avLst/>
          </a:prstGeom>
        </p:spPr>
      </p:pic>
      <p:pic>
        <p:nvPicPr>
          <p:cNvPr id="62" name="Image 12" descr="connector">
            <a:extLst>
              <a:ext uri="{FF2B5EF4-FFF2-40B4-BE49-F238E27FC236}">
                <a16:creationId xmlns:a16="http://schemas.microsoft.com/office/drawing/2014/main" id="{42219216-79E4-DD52-4E21-B0D024FF9B2A}"/>
              </a:ext>
            </a:extLst>
          </p:cNvPr>
          <p:cNvPicPr>
            <a:picLocks noChangeAspect="1"/>
          </p:cNvPicPr>
          <p:nvPr/>
        </p:nvPicPr>
        <p:blipFill>
          <a:blip r:embed="rId15"/>
          <a:srcRect l="-5" r="-5"/>
          <a:stretch/>
        </p:blipFill>
        <p:spPr>
          <a:xfrm>
            <a:off x="4190862" y="2619766"/>
            <a:ext cx="482537" cy="101576"/>
          </a:xfrm>
          <a:prstGeom prst="rect">
            <a:avLst/>
          </a:prstGeom>
        </p:spPr>
      </p:pic>
      <p:pic>
        <p:nvPicPr>
          <p:cNvPr id="63" name="Image 13" descr="connector">
            <a:extLst>
              <a:ext uri="{FF2B5EF4-FFF2-40B4-BE49-F238E27FC236}">
                <a16:creationId xmlns:a16="http://schemas.microsoft.com/office/drawing/2014/main" id="{DD9B2F7C-A9E7-B74F-AE37-3C25BD785CBB}"/>
              </a:ext>
            </a:extLst>
          </p:cNvPr>
          <p:cNvPicPr>
            <a:picLocks noChangeAspect="1"/>
          </p:cNvPicPr>
          <p:nvPr/>
        </p:nvPicPr>
        <p:blipFill>
          <a:blip r:embed="rId16"/>
          <a:srcRect t="-9" b="-9"/>
          <a:stretch/>
        </p:blipFill>
        <p:spPr>
          <a:xfrm>
            <a:off x="3428843" y="3223037"/>
            <a:ext cx="101576" cy="1625517"/>
          </a:xfrm>
          <a:prstGeom prst="rect">
            <a:avLst/>
          </a:prstGeom>
        </p:spPr>
      </p:pic>
      <p:pic>
        <p:nvPicPr>
          <p:cNvPr id="192" name="Image 14" descr="connector">
            <a:extLst>
              <a:ext uri="{FF2B5EF4-FFF2-40B4-BE49-F238E27FC236}">
                <a16:creationId xmlns:a16="http://schemas.microsoft.com/office/drawing/2014/main" id="{05CF7383-3F7B-BB30-7BB4-1A59DF0D99AF}"/>
              </a:ext>
            </a:extLst>
          </p:cNvPr>
          <p:cNvPicPr>
            <a:picLocks noChangeAspect="1"/>
          </p:cNvPicPr>
          <p:nvPr/>
        </p:nvPicPr>
        <p:blipFill>
          <a:blip r:embed="rId17"/>
          <a:srcRect t="-1" b="-1"/>
          <a:stretch/>
        </p:blipFill>
        <p:spPr>
          <a:xfrm>
            <a:off x="3936823" y="3223037"/>
            <a:ext cx="736576" cy="863596"/>
          </a:xfrm>
          <a:prstGeom prst="rect">
            <a:avLst/>
          </a:prstGeom>
        </p:spPr>
      </p:pic>
      <p:pic>
        <p:nvPicPr>
          <p:cNvPr id="193" name="Image 15" descr="connector">
            <a:extLst>
              <a:ext uri="{FF2B5EF4-FFF2-40B4-BE49-F238E27FC236}">
                <a16:creationId xmlns:a16="http://schemas.microsoft.com/office/drawing/2014/main" id="{635E82F9-5842-4D08-C427-EDEDF584022F}"/>
              </a:ext>
            </a:extLst>
          </p:cNvPr>
          <p:cNvPicPr>
            <a:picLocks noChangeAspect="1"/>
          </p:cNvPicPr>
          <p:nvPr/>
        </p:nvPicPr>
        <p:blipFill>
          <a:blip r:embed="rId18"/>
          <a:srcRect l="-2" r="-2"/>
          <a:stretch/>
        </p:blipFill>
        <p:spPr>
          <a:xfrm>
            <a:off x="6019631" y="3985056"/>
            <a:ext cx="495210" cy="101576"/>
          </a:xfrm>
          <a:prstGeom prst="rect">
            <a:avLst/>
          </a:prstGeom>
        </p:spPr>
      </p:pic>
      <p:pic>
        <p:nvPicPr>
          <p:cNvPr id="194" name="Image 16" descr="connector">
            <a:extLst>
              <a:ext uri="{FF2B5EF4-FFF2-40B4-BE49-F238E27FC236}">
                <a16:creationId xmlns:a16="http://schemas.microsoft.com/office/drawing/2014/main" id="{B3F510A5-605C-8A0B-A982-3C1C0BFFC47D}"/>
              </a:ext>
            </a:extLst>
          </p:cNvPr>
          <p:cNvPicPr>
            <a:picLocks noChangeAspect="1"/>
          </p:cNvPicPr>
          <p:nvPr/>
        </p:nvPicPr>
        <p:blipFill>
          <a:blip r:embed="rId14"/>
          <a:srcRect l="-6" r="-6"/>
          <a:stretch/>
        </p:blipFill>
        <p:spPr>
          <a:xfrm>
            <a:off x="2336651" y="5255056"/>
            <a:ext cx="431749" cy="101576"/>
          </a:xfrm>
          <a:prstGeom prst="rect">
            <a:avLst/>
          </a:prstGeom>
        </p:spPr>
      </p:pic>
      <p:pic>
        <p:nvPicPr>
          <p:cNvPr id="195" name="Image 17" descr="connector">
            <a:extLst>
              <a:ext uri="{FF2B5EF4-FFF2-40B4-BE49-F238E27FC236}">
                <a16:creationId xmlns:a16="http://schemas.microsoft.com/office/drawing/2014/main" id="{AE4E8C9A-6668-9A1E-E52C-CD152B8CE21D}"/>
              </a:ext>
            </a:extLst>
          </p:cNvPr>
          <p:cNvPicPr>
            <a:picLocks noChangeAspect="1"/>
          </p:cNvPicPr>
          <p:nvPr/>
        </p:nvPicPr>
        <p:blipFill>
          <a:blip r:embed="rId15"/>
          <a:srcRect l="-5" r="-5"/>
          <a:stretch/>
        </p:blipFill>
        <p:spPr>
          <a:xfrm>
            <a:off x="4190862" y="5255056"/>
            <a:ext cx="482537" cy="101576"/>
          </a:xfrm>
          <a:prstGeom prst="rect">
            <a:avLst/>
          </a:prstGeom>
        </p:spPr>
      </p:pic>
      <p:pic>
        <p:nvPicPr>
          <p:cNvPr id="196" name="Image 18" descr="connector">
            <a:extLst>
              <a:ext uri="{FF2B5EF4-FFF2-40B4-BE49-F238E27FC236}">
                <a16:creationId xmlns:a16="http://schemas.microsoft.com/office/drawing/2014/main" id="{E2DC56BB-EE4B-2F5B-F4C5-263E204C611E}"/>
              </a:ext>
            </a:extLst>
          </p:cNvPr>
          <p:cNvPicPr>
            <a:picLocks noChangeAspect="1"/>
          </p:cNvPicPr>
          <p:nvPr/>
        </p:nvPicPr>
        <p:blipFill>
          <a:blip r:embed="rId18"/>
          <a:srcRect l="-2" r="-2"/>
          <a:stretch/>
        </p:blipFill>
        <p:spPr>
          <a:xfrm>
            <a:off x="6019631" y="5255056"/>
            <a:ext cx="495210" cy="101576"/>
          </a:xfrm>
          <a:prstGeom prst="rect">
            <a:avLst/>
          </a:prstGeom>
        </p:spPr>
      </p:pic>
      <p:pic>
        <p:nvPicPr>
          <p:cNvPr id="197" name="Image 19" descr="connector">
            <a:extLst>
              <a:ext uri="{FF2B5EF4-FFF2-40B4-BE49-F238E27FC236}">
                <a16:creationId xmlns:a16="http://schemas.microsoft.com/office/drawing/2014/main" id="{D993BC51-075E-0BFE-D7C5-888DCFFE51C3}"/>
              </a:ext>
            </a:extLst>
          </p:cNvPr>
          <p:cNvPicPr>
            <a:picLocks noChangeAspect="1"/>
          </p:cNvPicPr>
          <p:nvPr/>
        </p:nvPicPr>
        <p:blipFill>
          <a:blip r:embed="rId19"/>
          <a:srcRect/>
          <a:stretch/>
        </p:blipFill>
        <p:spPr>
          <a:xfrm>
            <a:off x="6133978" y="2594421"/>
            <a:ext cx="406306" cy="152365"/>
          </a:xfrm>
          <a:prstGeom prst="rect">
            <a:avLst/>
          </a:prstGeom>
        </p:spPr>
      </p:pic>
      <p:sp>
        <p:nvSpPr>
          <p:cNvPr id="198" name="Shape 48">
            <a:extLst>
              <a:ext uri="{FF2B5EF4-FFF2-40B4-BE49-F238E27FC236}">
                <a16:creationId xmlns:a16="http://schemas.microsoft.com/office/drawing/2014/main" id="{0E94905C-0347-454D-1583-F69BA6572F0A}"/>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9" name="Text 49">
            <a:extLst>
              <a:ext uri="{FF2B5EF4-FFF2-40B4-BE49-F238E27FC236}">
                <a16:creationId xmlns:a16="http://schemas.microsoft.com/office/drawing/2014/main" id="{C0D8AABF-1B9D-7E5E-1336-F7824630C5D8}"/>
              </a:ext>
            </a:extLst>
          </p:cNvPr>
          <p:cNvSpPr/>
          <p:nvPr/>
        </p:nvSpPr>
        <p:spPr>
          <a:xfrm>
            <a:off x="8311879" y="1819632"/>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1 VON 8</a:t>
            </a:r>
            <a:endParaRPr lang="en-US" sz="1200" dirty="0"/>
          </a:p>
        </p:txBody>
      </p:sp>
      <p:sp>
        <p:nvSpPr>
          <p:cNvPr id="200" name="Text 50">
            <a:extLst>
              <a:ext uri="{FF2B5EF4-FFF2-40B4-BE49-F238E27FC236}">
                <a16:creationId xmlns:a16="http://schemas.microsoft.com/office/drawing/2014/main" id="{2247DFCB-E785-EE64-CBD3-BB4F48ACD1C1}"/>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Das Netzteil versorgt das Mainboard</a:t>
            </a:r>
            <a:endParaRPr lang="en-US" sz="1600" dirty="0"/>
          </a:p>
        </p:txBody>
      </p:sp>
      <p:sp>
        <p:nvSpPr>
          <p:cNvPr id="201" name="Text 51">
            <a:extLst>
              <a:ext uri="{FF2B5EF4-FFF2-40B4-BE49-F238E27FC236}">
                <a16:creationId xmlns:a16="http://schemas.microsoft.com/office/drawing/2014/main" id="{D06E80DF-D31F-F3E1-88B2-AA099563C6A3}"/>
              </a:ext>
            </a:extLst>
          </p:cNvPr>
          <p:cNvSpPr/>
          <p:nvPr/>
        </p:nvSpPr>
        <p:spPr>
          <a:xfrm>
            <a:off x="8404335" y="2774193"/>
            <a:ext cx="2791040" cy="1305027"/>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Einschaltknopf startet das Netzteil</a:t>
            </a:r>
            <a:endParaRPr lang="en-US" sz="1200" dirty="0"/>
          </a:p>
          <a:p>
            <a:pPr marL="161544" indent="-161544" algn="l">
              <a:lnSpc>
                <a:spcPts val="1680"/>
              </a:lnSpc>
              <a:buSzPct val="100000"/>
              <a:buChar char="•"/>
            </a:pPr>
            <a:r>
              <a:rPr lang="en-US" sz="1200" dirty="0" err="1">
                <a:solidFill>
                  <a:srgbClr val="3D4656"/>
                </a:solidFill>
                <a:latin typeface="Open Sans" pitchFamily="34" charset="0"/>
                <a:ea typeface="Open Sans" pitchFamily="34" charset="-122"/>
                <a:cs typeface="Open Sans" pitchFamily="34" charset="-120"/>
              </a:rPr>
              <a:t>Spannungen</a:t>
            </a:r>
            <a:r>
              <a:rPr lang="en-US" sz="1200" dirty="0">
                <a:solidFill>
                  <a:srgbClr val="3D4656"/>
                </a:solidFill>
                <a:latin typeface="Open Sans" pitchFamily="34" charset="0"/>
                <a:ea typeface="Open Sans" pitchFamily="34" charset="-122"/>
                <a:cs typeface="Open Sans" pitchFamily="34" charset="-120"/>
              </a:rPr>
              <a:t> stabil → Signal „Power Good“</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erst dann startet die CPU</a:t>
            </a:r>
            <a:endParaRPr lang="en-US" sz="1200" dirty="0"/>
          </a:p>
        </p:txBody>
      </p:sp>
      <p:sp>
        <p:nvSpPr>
          <p:cNvPr id="202" name="Shape 52">
            <a:extLst>
              <a:ext uri="{FF2B5EF4-FFF2-40B4-BE49-F238E27FC236}">
                <a16:creationId xmlns:a16="http://schemas.microsoft.com/office/drawing/2014/main" id="{BE134895-0A9F-1157-A576-0DFB76547ED7}"/>
              </a:ext>
            </a:extLst>
          </p:cNvPr>
          <p:cNvSpPr/>
          <p:nvPr/>
        </p:nvSpPr>
        <p:spPr>
          <a:xfrm>
            <a:off x="8311879" y="5131702"/>
            <a:ext cx="2806908" cy="0"/>
          </a:xfrm>
          <a:prstGeom prst="line">
            <a:avLst/>
          </a:prstGeom>
          <a:noFill/>
          <a:ln w="6350">
            <a:solidFill>
              <a:srgbClr val="E3E7EE"/>
            </a:solidFill>
            <a:prstDash val="solid"/>
          </a:ln>
        </p:spPr>
      </p:sp>
      <p:sp>
        <p:nvSpPr>
          <p:cNvPr id="203" name="Text 53">
            <a:extLst>
              <a:ext uri="{FF2B5EF4-FFF2-40B4-BE49-F238E27FC236}">
                <a16:creationId xmlns:a16="http://schemas.microsoft.com/office/drawing/2014/main" id="{03170DE4-86A4-066D-B66A-09EF94D83F25}"/>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4" name="Text 54">
            <a:extLst>
              <a:ext uri="{FF2B5EF4-FFF2-40B4-BE49-F238E27FC236}">
                <a16:creationId xmlns:a16="http://schemas.microsoft.com/office/drawing/2014/main" id="{FF0E5595-4B55-57D2-A4BF-EC2988136632}"/>
              </a:ext>
            </a:extLst>
          </p:cNvPr>
          <p:cNvSpPr/>
          <p:nvPr/>
        </p:nvSpPr>
        <p:spPr>
          <a:xfrm>
            <a:off x="8311879" y="5513025"/>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Netzteil → Mainboard → CPU</a:t>
            </a:r>
            <a:endParaRPr lang="en-US" sz="1400" dirty="0"/>
          </a:p>
        </p:txBody>
      </p:sp>
      <p:sp>
        <p:nvSpPr>
          <p:cNvPr id="3" name="Shape 12">
            <a:extLst>
              <a:ext uri="{FF2B5EF4-FFF2-40B4-BE49-F238E27FC236}">
                <a16:creationId xmlns:a16="http://schemas.microsoft.com/office/drawing/2014/main" id="{7B539C45-54C3-1530-1BEC-6F34588288E8}"/>
              </a:ext>
            </a:extLst>
          </p:cNvPr>
          <p:cNvSpPr/>
          <p:nvPr/>
        </p:nvSpPr>
        <p:spPr>
          <a:xfrm>
            <a:off x="8115300" y="3823504"/>
            <a:ext cx="3209740" cy="1178163"/>
          </a:xfrm>
          <a:prstGeom prst="roundRect">
            <a:avLst>
              <a:gd name="adj" fmla="val 6979"/>
            </a:avLst>
          </a:prstGeom>
          <a:solidFill>
            <a:schemeClr val="bg1">
              <a:lumMod val="85000"/>
            </a:schemeClr>
          </a:solidFill>
          <a:ln w="6350">
            <a:solidFill>
              <a:srgbClr val="E3E7EE"/>
            </a:solidFill>
            <a:prstDash val="solid"/>
          </a:ln>
          <a:effectLst>
            <a:outerShdw blurRad="114300" dist="25400" dir="5400000" algn="bl" rotWithShape="0">
              <a:srgbClr val="DFE4EC">
                <a:alpha val="100000"/>
              </a:srgbClr>
            </a:outerShdw>
          </a:effectLst>
        </p:spPr>
      </p:sp>
      <p:sp>
        <p:nvSpPr>
          <p:cNvPr id="4" name="Shape 13">
            <a:extLst>
              <a:ext uri="{FF2B5EF4-FFF2-40B4-BE49-F238E27FC236}">
                <a16:creationId xmlns:a16="http://schemas.microsoft.com/office/drawing/2014/main" id="{A2634F7C-F7A2-FB29-45FA-FC5250605821}"/>
              </a:ext>
            </a:extLst>
          </p:cNvPr>
          <p:cNvSpPr/>
          <p:nvPr/>
        </p:nvSpPr>
        <p:spPr>
          <a:xfrm>
            <a:off x="8286436" y="3959887"/>
            <a:ext cx="355517" cy="355517"/>
          </a:xfrm>
          <a:prstGeom prst="roundRect">
            <a:avLst>
              <a:gd name="adj" fmla="val 50000"/>
            </a:avLst>
          </a:prstGeom>
          <a:solidFill>
            <a:srgbClr val="16213E"/>
          </a:solidFill>
          <a:ln/>
        </p:spPr>
      </p:sp>
      <p:pic>
        <p:nvPicPr>
          <p:cNvPr id="205" name="Image 2" descr="preencoded.png">
            <a:extLst>
              <a:ext uri="{FF2B5EF4-FFF2-40B4-BE49-F238E27FC236}">
                <a16:creationId xmlns:a16="http://schemas.microsoft.com/office/drawing/2014/main" id="{E4A54D8A-4DED-CF54-E2ED-F02A4C56F6C4}"/>
              </a:ext>
            </a:extLst>
          </p:cNvPr>
          <p:cNvPicPr>
            <a:picLocks noChangeAspect="1"/>
          </p:cNvPicPr>
          <p:nvPr/>
        </p:nvPicPr>
        <p:blipFill>
          <a:blip r:embed="rId20"/>
          <a:srcRect/>
          <a:stretch/>
        </p:blipFill>
        <p:spPr>
          <a:xfrm>
            <a:off x="8368955" y="4042406"/>
            <a:ext cx="190480" cy="190480"/>
          </a:xfrm>
          <a:prstGeom prst="rect">
            <a:avLst/>
          </a:prstGeom>
        </p:spPr>
      </p:pic>
      <p:sp>
        <p:nvSpPr>
          <p:cNvPr id="206" name="Text 14">
            <a:extLst>
              <a:ext uri="{FF2B5EF4-FFF2-40B4-BE49-F238E27FC236}">
                <a16:creationId xmlns:a16="http://schemas.microsoft.com/office/drawing/2014/main" id="{D8F8FA50-C8E8-33E4-9559-EB048403C1CF}"/>
              </a:ext>
            </a:extLst>
          </p:cNvPr>
          <p:cNvSpPr/>
          <p:nvPr/>
        </p:nvSpPr>
        <p:spPr>
          <a:xfrm>
            <a:off x="8768876" y="3902811"/>
            <a:ext cx="714289" cy="26912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CPU</a:t>
            </a:r>
            <a:endParaRPr lang="en-US" sz="1600" dirty="0"/>
          </a:p>
        </p:txBody>
      </p:sp>
      <p:sp>
        <p:nvSpPr>
          <p:cNvPr id="207" name="Text 15">
            <a:extLst>
              <a:ext uri="{FF2B5EF4-FFF2-40B4-BE49-F238E27FC236}">
                <a16:creationId xmlns:a16="http://schemas.microsoft.com/office/drawing/2014/main" id="{E50732BC-AF30-F94F-4517-CA240BCF6BF0}"/>
              </a:ext>
            </a:extLst>
          </p:cNvPr>
          <p:cNvSpPr/>
          <p:nvPr/>
        </p:nvSpPr>
        <p:spPr>
          <a:xfrm>
            <a:off x="8768876" y="4159209"/>
            <a:ext cx="1086324" cy="271394"/>
          </a:xfrm>
          <a:prstGeom prst="rect">
            <a:avLst/>
          </a:prstGeom>
          <a:noFill/>
          <a:ln/>
        </p:spPr>
        <p:txBody>
          <a:bodyPr wrap="square" lIns="0" tIns="0" rIns="0" bIns="0" rtlCol="0" anchor="t">
            <a:normAutofit fontScale="77500" lnSpcReduction="20000"/>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BEARBEITER:IN</a:t>
            </a:r>
            <a:endParaRPr lang="en-US" sz="1200" dirty="0"/>
          </a:p>
        </p:txBody>
      </p:sp>
      <p:sp>
        <p:nvSpPr>
          <p:cNvPr id="208" name="Text 16">
            <a:extLst>
              <a:ext uri="{FF2B5EF4-FFF2-40B4-BE49-F238E27FC236}">
                <a16:creationId xmlns:a16="http://schemas.microsoft.com/office/drawing/2014/main" id="{2F031BFD-BD95-5542-7BB6-E4F9900C1E26}"/>
              </a:ext>
            </a:extLst>
          </p:cNvPr>
          <p:cNvSpPr/>
          <p:nvPr/>
        </p:nvSpPr>
        <p:spPr>
          <a:xfrm>
            <a:off x="8286436" y="4474055"/>
            <a:ext cx="3004441" cy="4519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656"/>
                </a:solidFill>
                <a:latin typeface="Open Sans" pitchFamily="34" charset="0"/>
                <a:ea typeface="Open Sans" pitchFamily="34" charset="-122"/>
                <a:cs typeface="Open Sans" pitchFamily="34" charset="-120"/>
              </a:rPr>
              <a:t>Verarbeitet alle Befehle – mit Rechenwerk, Steuerwerk und Registern.</a:t>
            </a:r>
            <a:endParaRPr lang="en-US" sz="1200" dirty="0"/>
          </a:p>
        </p:txBody>
      </p:sp>
    </p:spTree>
    <p:extLst>
      <p:ext uri="{BB962C8B-B14F-4D97-AF65-F5344CB8AC3E}">
        <p14:creationId xmlns:p14="http://schemas.microsoft.com/office/powerpoint/2010/main" val="3545118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3" name="Shape 2">
            <a:extLst>
              <a:ext uri="{FF2B5EF4-FFF2-40B4-BE49-F238E27FC236}">
                <a16:creationId xmlns:a16="http://schemas.microsoft.com/office/drawing/2014/main" id="{97C9434C-CFA0-86C7-6A47-7A01A4AEED12}"/>
              </a:ext>
            </a:extLst>
          </p:cNvPr>
          <p:cNvSpPr/>
          <p:nvPr/>
        </p:nvSpPr>
        <p:spPr>
          <a:xfrm>
            <a:off x="815885" y="1753062"/>
            <a:ext cx="5391150" cy="4248071"/>
          </a:xfrm>
          <a:prstGeom prst="roundRect">
            <a:avLst>
              <a:gd name="adj" fmla="val 3513"/>
            </a:avLst>
          </a:prstGeom>
          <a:solidFill>
            <a:srgbClr val="EEF1F5"/>
          </a:solidFill>
          <a:ln w="6350">
            <a:solidFill>
              <a:srgbClr val="D8DEE7"/>
            </a:solidFill>
            <a:prstDash val="solid"/>
          </a:ln>
        </p:spPr>
      </p:sp>
      <p:sp>
        <p:nvSpPr>
          <p:cNvPr id="4" name="Text 3">
            <a:extLst>
              <a:ext uri="{FF2B5EF4-FFF2-40B4-BE49-F238E27FC236}">
                <a16:creationId xmlns:a16="http://schemas.microsoft.com/office/drawing/2014/main" id="{2B2C3127-B97F-2B4B-9AC0-02CECE728234}"/>
              </a:ext>
            </a:extLst>
          </p:cNvPr>
          <p:cNvSpPr/>
          <p:nvPr/>
        </p:nvSpPr>
        <p:spPr>
          <a:xfrm>
            <a:off x="965074" y="1610193"/>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205" name="Shape 4">
            <a:extLst>
              <a:ext uri="{FF2B5EF4-FFF2-40B4-BE49-F238E27FC236}">
                <a16:creationId xmlns:a16="http://schemas.microsoft.com/office/drawing/2014/main" id="{CE48AB8F-D406-0006-75A8-3256B371BBEE}"/>
              </a:ext>
            </a:extLst>
          </p:cNvPr>
          <p:cNvSpPr/>
          <p:nvPr/>
        </p:nvSpPr>
        <p:spPr>
          <a:xfrm>
            <a:off x="968249" y="2070562"/>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6" name="Shape 5">
            <a:extLst>
              <a:ext uri="{FF2B5EF4-FFF2-40B4-BE49-F238E27FC236}">
                <a16:creationId xmlns:a16="http://schemas.microsoft.com/office/drawing/2014/main" id="{D85220CB-03B5-8C70-22F0-5BB68528E455}"/>
              </a:ext>
            </a:extLst>
          </p:cNvPr>
          <p:cNvSpPr/>
          <p:nvPr/>
        </p:nvSpPr>
        <p:spPr>
          <a:xfrm>
            <a:off x="1072938" y="2175250"/>
            <a:ext cx="279384" cy="279384"/>
          </a:xfrm>
          <a:prstGeom prst="roundRect">
            <a:avLst>
              <a:gd name="adj" fmla="val 50000"/>
            </a:avLst>
          </a:prstGeom>
          <a:solidFill>
            <a:srgbClr val="16213E">
              <a:alpha val="40000"/>
            </a:srgbClr>
          </a:solidFill>
          <a:ln/>
        </p:spPr>
      </p:sp>
      <p:pic>
        <p:nvPicPr>
          <p:cNvPr id="207" name="Image 0" descr="preencoded.png">
            <a:extLst>
              <a:ext uri="{FF2B5EF4-FFF2-40B4-BE49-F238E27FC236}">
                <a16:creationId xmlns:a16="http://schemas.microsoft.com/office/drawing/2014/main" id="{06E21D22-F9ED-B94D-0E28-8987BCC4E914}"/>
              </a:ext>
            </a:extLst>
          </p:cNvPr>
          <p:cNvPicPr>
            <a:picLocks noChangeAspect="1"/>
          </p:cNvPicPr>
          <p:nvPr/>
        </p:nvPicPr>
        <p:blipFill>
          <a:blip r:embed="rId3">
            <a:alphaModFix amt="40000"/>
          </a:blip>
          <a:srcRect/>
          <a:stretch/>
        </p:blipFill>
        <p:spPr>
          <a:xfrm>
            <a:off x="1136399" y="2238710"/>
            <a:ext cx="152365" cy="152365"/>
          </a:xfrm>
          <a:prstGeom prst="rect">
            <a:avLst/>
          </a:prstGeom>
        </p:spPr>
      </p:pic>
      <p:sp>
        <p:nvSpPr>
          <p:cNvPr id="208" name="Text 6">
            <a:extLst>
              <a:ext uri="{FF2B5EF4-FFF2-40B4-BE49-F238E27FC236}">
                <a16:creationId xmlns:a16="http://schemas.microsoft.com/office/drawing/2014/main" id="{F2113D89-5BD0-1F28-5950-F1EA274C3BB2}"/>
              </a:ext>
            </a:extLst>
          </p:cNvPr>
          <p:cNvSpPr/>
          <p:nvPr/>
        </p:nvSpPr>
        <p:spPr>
          <a:xfrm>
            <a:off x="1072938" y="2505422"/>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209" name="Text 7">
            <a:extLst>
              <a:ext uri="{FF2B5EF4-FFF2-40B4-BE49-F238E27FC236}">
                <a16:creationId xmlns:a16="http://schemas.microsoft.com/office/drawing/2014/main" id="{D064530F-81F7-D91A-933D-6B82707C357B}"/>
              </a:ext>
            </a:extLst>
          </p:cNvPr>
          <p:cNvSpPr/>
          <p:nvPr/>
        </p:nvSpPr>
        <p:spPr>
          <a:xfrm>
            <a:off x="1072938" y="2731464"/>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210" name="Shape 8">
            <a:extLst>
              <a:ext uri="{FF2B5EF4-FFF2-40B4-BE49-F238E27FC236}">
                <a16:creationId xmlns:a16="http://schemas.microsoft.com/office/drawing/2014/main" id="{468A2DCE-0073-A475-BD70-F50B9958FBA4}"/>
              </a:ext>
            </a:extLst>
          </p:cNvPr>
          <p:cNvSpPr/>
          <p:nvPr/>
        </p:nvSpPr>
        <p:spPr>
          <a:xfrm>
            <a:off x="2727235" y="2076912"/>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11" name="Shape 9">
            <a:extLst>
              <a:ext uri="{FF2B5EF4-FFF2-40B4-BE49-F238E27FC236}">
                <a16:creationId xmlns:a16="http://schemas.microsoft.com/office/drawing/2014/main" id="{A3D3C493-CAF0-DB64-A0F4-B4DC7C3C4325}"/>
              </a:ext>
            </a:extLst>
          </p:cNvPr>
          <p:cNvSpPr/>
          <p:nvPr/>
        </p:nvSpPr>
        <p:spPr>
          <a:xfrm>
            <a:off x="2838147" y="2187823"/>
            <a:ext cx="279384" cy="279384"/>
          </a:xfrm>
          <a:prstGeom prst="roundRect">
            <a:avLst>
              <a:gd name="adj" fmla="val 50000"/>
            </a:avLst>
          </a:prstGeom>
          <a:solidFill>
            <a:srgbClr val="16213E"/>
          </a:solidFill>
          <a:ln/>
        </p:spPr>
      </p:sp>
      <p:pic>
        <p:nvPicPr>
          <p:cNvPr id="212" name="Image 1" descr="preencoded.png">
            <a:extLst>
              <a:ext uri="{FF2B5EF4-FFF2-40B4-BE49-F238E27FC236}">
                <a16:creationId xmlns:a16="http://schemas.microsoft.com/office/drawing/2014/main" id="{02CC9690-51D4-1314-670A-E0DB7E2282A8}"/>
              </a:ext>
            </a:extLst>
          </p:cNvPr>
          <p:cNvPicPr>
            <a:picLocks noChangeAspect="1"/>
          </p:cNvPicPr>
          <p:nvPr/>
        </p:nvPicPr>
        <p:blipFill>
          <a:blip r:embed="rId4"/>
          <a:srcRect/>
          <a:stretch/>
        </p:blipFill>
        <p:spPr>
          <a:xfrm>
            <a:off x="2901608" y="2251286"/>
            <a:ext cx="152365" cy="152365"/>
          </a:xfrm>
          <a:prstGeom prst="rect">
            <a:avLst/>
          </a:prstGeom>
        </p:spPr>
      </p:pic>
      <p:sp>
        <p:nvSpPr>
          <p:cNvPr id="213" name="Text 10">
            <a:extLst>
              <a:ext uri="{FF2B5EF4-FFF2-40B4-BE49-F238E27FC236}">
                <a16:creationId xmlns:a16="http://schemas.microsoft.com/office/drawing/2014/main" id="{37C0BC69-5BBC-B107-06EE-6FCFF711DEF6}"/>
              </a:ext>
            </a:extLst>
          </p:cNvPr>
          <p:cNvSpPr/>
          <p:nvPr/>
        </p:nvSpPr>
        <p:spPr>
          <a:xfrm>
            <a:off x="2838147" y="2517995"/>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214" name="Text 11">
            <a:extLst>
              <a:ext uri="{FF2B5EF4-FFF2-40B4-BE49-F238E27FC236}">
                <a16:creationId xmlns:a16="http://schemas.microsoft.com/office/drawing/2014/main" id="{619F7540-387B-B0FF-9FCD-5AF7566353C0}"/>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215" name="Shape 12">
            <a:extLst>
              <a:ext uri="{FF2B5EF4-FFF2-40B4-BE49-F238E27FC236}">
                <a16:creationId xmlns:a16="http://schemas.microsoft.com/office/drawing/2014/main" id="{6A399A7A-B6F3-3842-B9B9-3EF886AE10E5}"/>
              </a:ext>
            </a:extLst>
          </p:cNvPr>
          <p:cNvSpPr/>
          <p:nvPr/>
        </p:nvSpPr>
        <p:spPr>
          <a:xfrm>
            <a:off x="4625885" y="2070562"/>
            <a:ext cx="1441360"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16" name="Shape 13">
            <a:extLst>
              <a:ext uri="{FF2B5EF4-FFF2-40B4-BE49-F238E27FC236}">
                <a16:creationId xmlns:a16="http://schemas.microsoft.com/office/drawing/2014/main" id="{88288474-1E98-E696-1B48-354A43573940}"/>
              </a:ext>
            </a:extLst>
          </p:cNvPr>
          <p:cNvSpPr/>
          <p:nvPr/>
        </p:nvSpPr>
        <p:spPr>
          <a:xfrm>
            <a:off x="4730573" y="2175250"/>
            <a:ext cx="279384" cy="279384"/>
          </a:xfrm>
          <a:prstGeom prst="roundRect">
            <a:avLst>
              <a:gd name="adj" fmla="val 50000"/>
            </a:avLst>
          </a:prstGeom>
          <a:solidFill>
            <a:srgbClr val="16213E">
              <a:alpha val="40000"/>
            </a:srgbClr>
          </a:solidFill>
          <a:ln/>
        </p:spPr>
      </p:sp>
      <p:pic>
        <p:nvPicPr>
          <p:cNvPr id="217" name="Image 2" descr="preencoded.png">
            <a:extLst>
              <a:ext uri="{FF2B5EF4-FFF2-40B4-BE49-F238E27FC236}">
                <a16:creationId xmlns:a16="http://schemas.microsoft.com/office/drawing/2014/main" id="{B28D494A-DC79-8CBD-B63F-DD89D84D781F}"/>
              </a:ext>
            </a:extLst>
          </p:cNvPr>
          <p:cNvPicPr>
            <a:picLocks noChangeAspect="1"/>
          </p:cNvPicPr>
          <p:nvPr/>
        </p:nvPicPr>
        <p:blipFill>
          <a:blip r:embed="rId5">
            <a:alphaModFix amt="40000"/>
          </a:blip>
          <a:srcRect/>
          <a:stretch/>
        </p:blipFill>
        <p:spPr>
          <a:xfrm>
            <a:off x="4794034" y="2238710"/>
            <a:ext cx="152365" cy="152365"/>
          </a:xfrm>
          <a:prstGeom prst="rect">
            <a:avLst/>
          </a:prstGeom>
        </p:spPr>
      </p:pic>
      <p:sp>
        <p:nvSpPr>
          <p:cNvPr id="218" name="Text 14">
            <a:extLst>
              <a:ext uri="{FF2B5EF4-FFF2-40B4-BE49-F238E27FC236}">
                <a16:creationId xmlns:a16="http://schemas.microsoft.com/office/drawing/2014/main" id="{B26C1E27-19E0-84EF-A31C-F14A62CCB9BB}"/>
              </a:ext>
            </a:extLst>
          </p:cNvPr>
          <p:cNvSpPr/>
          <p:nvPr/>
        </p:nvSpPr>
        <p:spPr>
          <a:xfrm>
            <a:off x="4730573" y="2505422"/>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RAM</a:t>
            </a:r>
            <a:endParaRPr lang="en-US" sz="1400" dirty="0"/>
          </a:p>
        </p:txBody>
      </p:sp>
      <p:sp>
        <p:nvSpPr>
          <p:cNvPr id="219" name="Text 15">
            <a:extLst>
              <a:ext uri="{FF2B5EF4-FFF2-40B4-BE49-F238E27FC236}">
                <a16:creationId xmlns:a16="http://schemas.microsoft.com/office/drawing/2014/main" id="{1F0F7B76-0A5E-28DA-601B-6B1FE4CF843A}"/>
              </a:ext>
            </a:extLst>
          </p:cNvPr>
          <p:cNvSpPr/>
          <p:nvPr/>
        </p:nvSpPr>
        <p:spPr>
          <a:xfrm>
            <a:off x="4730573" y="2731464"/>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KURZZEIT</a:t>
            </a:r>
            <a:endParaRPr lang="en-US" sz="1200" dirty="0"/>
          </a:p>
        </p:txBody>
      </p:sp>
      <p:sp>
        <p:nvSpPr>
          <p:cNvPr id="220" name="Shape 16">
            <a:extLst>
              <a:ext uri="{FF2B5EF4-FFF2-40B4-BE49-F238E27FC236}">
                <a16:creationId xmlns:a16="http://schemas.microsoft.com/office/drawing/2014/main" id="{D0B8DCAE-F86E-75EE-5BB2-484EF3AE8D5E}"/>
              </a:ext>
            </a:extLst>
          </p:cNvPr>
          <p:cNvSpPr/>
          <p:nvPr/>
        </p:nvSpPr>
        <p:spPr>
          <a:xfrm>
            <a:off x="974599" y="3537390"/>
            <a:ext cx="1403315"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21" name="Shape 17">
            <a:extLst>
              <a:ext uri="{FF2B5EF4-FFF2-40B4-BE49-F238E27FC236}">
                <a16:creationId xmlns:a16="http://schemas.microsoft.com/office/drawing/2014/main" id="{C84F25B9-555D-D728-3259-A5E84317B391}"/>
              </a:ext>
            </a:extLst>
          </p:cNvPr>
          <p:cNvSpPr/>
          <p:nvPr/>
        </p:nvSpPr>
        <p:spPr>
          <a:xfrm>
            <a:off x="1085512" y="3648304"/>
            <a:ext cx="279384" cy="279384"/>
          </a:xfrm>
          <a:prstGeom prst="roundRect">
            <a:avLst>
              <a:gd name="adj" fmla="val 50000"/>
            </a:avLst>
          </a:prstGeom>
          <a:solidFill>
            <a:srgbClr val="16213E"/>
          </a:solidFill>
          <a:ln/>
        </p:spPr>
      </p:sp>
      <p:pic>
        <p:nvPicPr>
          <p:cNvPr id="222" name="Image 3" descr="preencoded.png">
            <a:extLst>
              <a:ext uri="{FF2B5EF4-FFF2-40B4-BE49-F238E27FC236}">
                <a16:creationId xmlns:a16="http://schemas.microsoft.com/office/drawing/2014/main" id="{4E1FEB98-9514-585C-1767-692C022AD33E}"/>
              </a:ext>
            </a:extLst>
          </p:cNvPr>
          <p:cNvPicPr>
            <a:picLocks noChangeAspect="1"/>
          </p:cNvPicPr>
          <p:nvPr/>
        </p:nvPicPr>
        <p:blipFill>
          <a:blip r:embed="rId6"/>
          <a:srcRect/>
          <a:stretch/>
        </p:blipFill>
        <p:spPr>
          <a:xfrm>
            <a:off x="1148973" y="3711764"/>
            <a:ext cx="152365" cy="152365"/>
          </a:xfrm>
          <a:prstGeom prst="rect">
            <a:avLst/>
          </a:prstGeom>
        </p:spPr>
      </p:pic>
      <p:sp>
        <p:nvSpPr>
          <p:cNvPr id="223" name="Text 18">
            <a:extLst>
              <a:ext uri="{FF2B5EF4-FFF2-40B4-BE49-F238E27FC236}">
                <a16:creationId xmlns:a16="http://schemas.microsoft.com/office/drawing/2014/main" id="{327AED86-8EBE-33A1-9420-4519F69E349E}"/>
              </a:ext>
            </a:extLst>
          </p:cNvPr>
          <p:cNvSpPr/>
          <p:nvPr/>
        </p:nvSpPr>
        <p:spPr>
          <a:xfrm>
            <a:off x="1085512" y="3978477"/>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Batterie</a:t>
            </a:r>
            <a:endParaRPr lang="en-US" sz="1400" dirty="0"/>
          </a:p>
        </p:txBody>
      </p:sp>
      <p:sp>
        <p:nvSpPr>
          <p:cNvPr id="224" name="Text 19">
            <a:extLst>
              <a:ext uri="{FF2B5EF4-FFF2-40B4-BE49-F238E27FC236}">
                <a16:creationId xmlns:a16="http://schemas.microsoft.com/office/drawing/2014/main" id="{7BB755BE-C306-584D-21AC-7A765DC597BE}"/>
              </a:ext>
            </a:extLst>
          </p:cNvPr>
          <p:cNvSpPr/>
          <p:nvPr/>
        </p:nvSpPr>
        <p:spPr>
          <a:xfrm>
            <a:off x="1085512" y="4204519"/>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CMOS</a:t>
            </a:r>
            <a:endParaRPr lang="en-US" sz="1200" dirty="0"/>
          </a:p>
        </p:txBody>
      </p:sp>
      <p:sp>
        <p:nvSpPr>
          <p:cNvPr id="225" name="Shape 20">
            <a:extLst>
              <a:ext uri="{FF2B5EF4-FFF2-40B4-BE49-F238E27FC236}">
                <a16:creationId xmlns:a16="http://schemas.microsoft.com/office/drawing/2014/main" id="{F5FAE497-3DD1-36C0-C162-A6071E25C59F}"/>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26" name="Shape 21">
            <a:extLst>
              <a:ext uri="{FF2B5EF4-FFF2-40B4-BE49-F238E27FC236}">
                <a16:creationId xmlns:a16="http://schemas.microsoft.com/office/drawing/2014/main" id="{5A485583-C285-ACC4-C79E-487DD633589C}"/>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27" name="Image 4" descr="preencoded.png">
            <a:extLst>
              <a:ext uri="{FF2B5EF4-FFF2-40B4-BE49-F238E27FC236}">
                <a16:creationId xmlns:a16="http://schemas.microsoft.com/office/drawing/2014/main" id="{CF05A22B-D7EA-EEA4-B729-2531E5897906}"/>
              </a:ext>
            </a:extLst>
          </p:cNvPr>
          <p:cNvPicPr>
            <a:picLocks noChangeAspect="1"/>
          </p:cNvPicPr>
          <p:nvPr/>
        </p:nvPicPr>
        <p:blipFill>
          <a:blip r:embed="rId7">
            <a:alphaModFix amt="40000"/>
          </a:blip>
          <a:srcRect/>
          <a:stretch/>
        </p:blipFill>
        <p:spPr>
          <a:xfrm>
            <a:off x="4794034" y="3699191"/>
            <a:ext cx="152365" cy="152365"/>
          </a:xfrm>
          <a:prstGeom prst="rect">
            <a:avLst/>
          </a:prstGeom>
        </p:spPr>
      </p:pic>
      <p:sp>
        <p:nvSpPr>
          <p:cNvPr id="228" name="Text 22">
            <a:extLst>
              <a:ext uri="{FF2B5EF4-FFF2-40B4-BE49-F238E27FC236}">
                <a16:creationId xmlns:a16="http://schemas.microsoft.com/office/drawing/2014/main" id="{55E66244-26F7-D45D-B0FC-7FF03F198053}"/>
              </a:ext>
            </a:extLst>
          </p:cNvPr>
          <p:cNvSpPr/>
          <p:nvPr/>
        </p:nvSpPr>
        <p:spPr>
          <a:xfrm>
            <a:off x="4730573" y="396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29" name="Text 23">
            <a:extLst>
              <a:ext uri="{FF2B5EF4-FFF2-40B4-BE49-F238E27FC236}">
                <a16:creationId xmlns:a16="http://schemas.microsoft.com/office/drawing/2014/main" id="{F579468A-98C8-1A71-6F92-AF3DEA518742}"/>
              </a:ext>
            </a:extLst>
          </p:cNvPr>
          <p:cNvSpPr/>
          <p:nvPr/>
        </p:nvSpPr>
        <p:spPr>
          <a:xfrm>
            <a:off x="4730573" y="4191946"/>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30" name="Shape 24">
            <a:extLst>
              <a:ext uri="{FF2B5EF4-FFF2-40B4-BE49-F238E27FC236}">
                <a16:creationId xmlns:a16="http://schemas.microsoft.com/office/drawing/2014/main" id="{B8C676FF-43BF-8109-3CA8-4FEE27204284}"/>
              </a:ext>
            </a:extLst>
          </p:cNvPr>
          <p:cNvSpPr/>
          <p:nvPr/>
        </p:nvSpPr>
        <p:spPr>
          <a:xfrm>
            <a:off x="974599" y="4807390"/>
            <a:ext cx="1403315"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31" name="Shape 25">
            <a:extLst>
              <a:ext uri="{FF2B5EF4-FFF2-40B4-BE49-F238E27FC236}">
                <a16:creationId xmlns:a16="http://schemas.microsoft.com/office/drawing/2014/main" id="{9170DE74-C5A0-3C0A-C5E7-9669D5600E08}"/>
              </a:ext>
            </a:extLst>
          </p:cNvPr>
          <p:cNvSpPr/>
          <p:nvPr/>
        </p:nvSpPr>
        <p:spPr>
          <a:xfrm>
            <a:off x="1085512" y="4918304"/>
            <a:ext cx="279384" cy="279384"/>
          </a:xfrm>
          <a:prstGeom prst="roundRect">
            <a:avLst>
              <a:gd name="adj" fmla="val 50000"/>
            </a:avLst>
          </a:prstGeom>
          <a:solidFill>
            <a:srgbClr val="16213E"/>
          </a:solidFill>
          <a:ln/>
        </p:spPr>
      </p:sp>
      <p:pic>
        <p:nvPicPr>
          <p:cNvPr id="232" name="Image 5" descr="preencoded.png">
            <a:extLst>
              <a:ext uri="{FF2B5EF4-FFF2-40B4-BE49-F238E27FC236}">
                <a16:creationId xmlns:a16="http://schemas.microsoft.com/office/drawing/2014/main" id="{1A6342EC-DE42-5599-02B4-DF3D62E6D991}"/>
              </a:ext>
            </a:extLst>
          </p:cNvPr>
          <p:cNvPicPr>
            <a:picLocks noChangeAspect="1"/>
          </p:cNvPicPr>
          <p:nvPr/>
        </p:nvPicPr>
        <p:blipFill>
          <a:blip r:embed="rId8"/>
          <a:srcRect/>
          <a:stretch/>
        </p:blipFill>
        <p:spPr>
          <a:xfrm>
            <a:off x="1148973" y="4981764"/>
            <a:ext cx="152365" cy="152365"/>
          </a:xfrm>
          <a:prstGeom prst="rect">
            <a:avLst/>
          </a:prstGeom>
        </p:spPr>
      </p:pic>
      <p:sp>
        <p:nvSpPr>
          <p:cNvPr id="237" name="Text 26">
            <a:extLst>
              <a:ext uri="{FF2B5EF4-FFF2-40B4-BE49-F238E27FC236}">
                <a16:creationId xmlns:a16="http://schemas.microsoft.com/office/drawing/2014/main" id="{847A195D-ADF0-B98B-8764-86B0E539A98B}"/>
              </a:ext>
            </a:extLst>
          </p:cNvPr>
          <p:cNvSpPr/>
          <p:nvPr/>
        </p:nvSpPr>
        <p:spPr>
          <a:xfrm>
            <a:off x="1085512" y="5248477"/>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BIOS/UEFI</a:t>
            </a:r>
            <a:endParaRPr lang="en-US" sz="1400" dirty="0"/>
          </a:p>
        </p:txBody>
      </p:sp>
      <p:sp>
        <p:nvSpPr>
          <p:cNvPr id="238" name="Text 27">
            <a:extLst>
              <a:ext uri="{FF2B5EF4-FFF2-40B4-BE49-F238E27FC236}">
                <a16:creationId xmlns:a16="http://schemas.microsoft.com/office/drawing/2014/main" id="{8BBF41CA-7687-341F-3D9E-9472465BFFD2}"/>
              </a:ext>
            </a:extLst>
          </p:cNvPr>
          <p:cNvSpPr/>
          <p:nvPr/>
        </p:nvSpPr>
        <p:spPr>
          <a:xfrm>
            <a:off x="1085512" y="5474519"/>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FIRMWARE</a:t>
            </a:r>
            <a:endParaRPr lang="en-US" sz="1200" dirty="0"/>
          </a:p>
        </p:txBody>
      </p:sp>
      <p:sp>
        <p:nvSpPr>
          <p:cNvPr id="239" name="Shape 28">
            <a:extLst>
              <a:ext uri="{FF2B5EF4-FFF2-40B4-BE49-F238E27FC236}">
                <a16:creationId xmlns:a16="http://schemas.microsoft.com/office/drawing/2014/main" id="{004912C2-AF29-AD09-7195-B42BC1D7943A}"/>
              </a:ext>
            </a:extLst>
          </p:cNvPr>
          <p:cNvSpPr/>
          <p:nvPr/>
        </p:nvSpPr>
        <p:spPr>
          <a:xfrm>
            <a:off x="2727235" y="4807390"/>
            <a:ext cx="150489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40" name="Shape 29">
            <a:extLst>
              <a:ext uri="{FF2B5EF4-FFF2-40B4-BE49-F238E27FC236}">
                <a16:creationId xmlns:a16="http://schemas.microsoft.com/office/drawing/2014/main" id="{CCC67378-2CAE-06A7-4D25-C277D1D46498}"/>
              </a:ext>
            </a:extLst>
          </p:cNvPr>
          <p:cNvSpPr/>
          <p:nvPr/>
        </p:nvSpPr>
        <p:spPr>
          <a:xfrm>
            <a:off x="2838147" y="4918304"/>
            <a:ext cx="279384" cy="279384"/>
          </a:xfrm>
          <a:prstGeom prst="roundRect">
            <a:avLst>
              <a:gd name="adj" fmla="val 50000"/>
            </a:avLst>
          </a:prstGeom>
          <a:solidFill>
            <a:srgbClr val="16213E"/>
          </a:solidFill>
          <a:ln/>
        </p:spPr>
      </p:sp>
      <p:pic>
        <p:nvPicPr>
          <p:cNvPr id="241" name="Image 6" descr="preencoded.png">
            <a:extLst>
              <a:ext uri="{FF2B5EF4-FFF2-40B4-BE49-F238E27FC236}">
                <a16:creationId xmlns:a16="http://schemas.microsoft.com/office/drawing/2014/main" id="{1D5F9329-A16E-E372-8195-671F35A2B84D}"/>
              </a:ext>
            </a:extLst>
          </p:cNvPr>
          <p:cNvPicPr>
            <a:picLocks noChangeAspect="1"/>
          </p:cNvPicPr>
          <p:nvPr/>
        </p:nvPicPr>
        <p:blipFill>
          <a:blip r:embed="rId9"/>
          <a:srcRect/>
          <a:stretch/>
        </p:blipFill>
        <p:spPr>
          <a:xfrm>
            <a:off x="2901608" y="4981764"/>
            <a:ext cx="152365" cy="152365"/>
          </a:xfrm>
          <a:prstGeom prst="rect">
            <a:avLst/>
          </a:prstGeom>
        </p:spPr>
      </p:pic>
      <p:sp>
        <p:nvSpPr>
          <p:cNvPr id="242" name="Text 30">
            <a:extLst>
              <a:ext uri="{FF2B5EF4-FFF2-40B4-BE49-F238E27FC236}">
                <a16:creationId xmlns:a16="http://schemas.microsoft.com/office/drawing/2014/main" id="{9EA45374-2965-DE1F-3158-A9428BF4F51D}"/>
              </a:ext>
            </a:extLst>
          </p:cNvPr>
          <p:cNvSpPr/>
          <p:nvPr/>
        </p:nvSpPr>
        <p:spPr>
          <a:xfrm>
            <a:off x="2838147" y="5248477"/>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Chipsatz</a:t>
            </a:r>
            <a:endParaRPr lang="en-US" sz="1400" dirty="0"/>
          </a:p>
        </p:txBody>
      </p:sp>
      <p:sp>
        <p:nvSpPr>
          <p:cNvPr id="243" name="Text 31">
            <a:extLst>
              <a:ext uri="{FF2B5EF4-FFF2-40B4-BE49-F238E27FC236}">
                <a16:creationId xmlns:a16="http://schemas.microsoft.com/office/drawing/2014/main" id="{5E259633-8234-4EE8-00C0-C3BED418AD14}"/>
              </a:ext>
            </a:extLst>
          </p:cNvPr>
          <p:cNvSpPr/>
          <p:nvPr/>
        </p:nvSpPr>
        <p:spPr>
          <a:xfrm>
            <a:off x="2838147" y="5474519"/>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VERTEILER</a:t>
            </a:r>
            <a:endParaRPr lang="en-US" sz="1200" dirty="0"/>
          </a:p>
        </p:txBody>
      </p:sp>
      <p:sp>
        <p:nvSpPr>
          <p:cNvPr id="244" name="Shape 32">
            <a:extLst>
              <a:ext uri="{FF2B5EF4-FFF2-40B4-BE49-F238E27FC236}">
                <a16:creationId xmlns:a16="http://schemas.microsoft.com/office/drawing/2014/main" id="{E7EC1247-F55A-A500-B782-F946D90E4657}"/>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45" name="Shape 33">
            <a:extLst>
              <a:ext uri="{FF2B5EF4-FFF2-40B4-BE49-F238E27FC236}">
                <a16:creationId xmlns:a16="http://schemas.microsoft.com/office/drawing/2014/main" id="{FDD6E305-9955-C3B0-D03A-C148E263879A}"/>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246" name="Image 7" descr="preencoded.png">
            <a:extLst>
              <a:ext uri="{FF2B5EF4-FFF2-40B4-BE49-F238E27FC236}">
                <a16:creationId xmlns:a16="http://schemas.microsoft.com/office/drawing/2014/main" id="{57A7CF4A-4DDD-E367-D61F-4FC3EF43FA90}"/>
              </a:ext>
            </a:extLst>
          </p:cNvPr>
          <p:cNvPicPr>
            <a:picLocks noChangeAspect="1"/>
          </p:cNvPicPr>
          <p:nvPr/>
        </p:nvPicPr>
        <p:blipFill>
          <a:blip r:embed="rId10">
            <a:alphaModFix amt="40000"/>
          </a:blip>
          <a:srcRect/>
          <a:stretch/>
        </p:blipFill>
        <p:spPr>
          <a:xfrm>
            <a:off x="4794034" y="4969191"/>
            <a:ext cx="152365" cy="152365"/>
          </a:xfrm>
          <a:prstGeom prst="rect">
            <a:avLst/>
          </a:prstGeom>
        </p:spPr>
      </p:pic>
      <p:sp>
        <p:nvSpPr>
          <p:cNvPr id="247" name="Text 34">
            <a:extLst>
              <a:ext uri="{FF2B5EF4-FFF2-40B4-BE49-F238E27FC236}">
                <a16:creationId xmlns:a16="http://schemas.microsoft.com/office/drawing/2014/main" id="{51311FEF-E6E6-75EF-51CB-5FE75CA52DBC}"/>
              </a:ext>
            </a:extLst>
          </p:cNvPr>
          <p:cNvSpPr/>
          <p:nvPr/>
        </p:nvSpPr>
        <p:spPr>
          <a:xfrm>
            <a:off x="4730573" y="523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248" name="Text 35">
            <a:extLst>
              <a:ext uri="{FF2B5EF4-FFF2-40B4-BE49-F238E27FC236}">
                <a16:creationId xmlns:a16="http://schemas.microsoft.com/office/drawing/2014/main" id="{9A2EFE8C-3DBF-C86A-0169-CA1CEF1F9FC5}"/>
              </a:ext>
            </a:extLst>
          </p:cNvPr>
          <p:cNvSpPr/>
          <p:nvPr/>
        </p:nvSpPr>
        <p:spPr>
          <a:xfrm>
            <a:off x="4730573" y="5461946"/>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249" name="Shape 36">
            <a:extLst>
              <a:ext uri="{FF2B5EF4-FFF2-40B4-BE49-F238E27FC236}">
                <a16:creationId xmlns:a16="http://schemas.microsoft.com/office/drawing/2014/main" id="{104BC17C-D41C-67C7-C58A-E1CBD8766BBD}"/>
              </a:ext>
            </a:extLst>
          </p:cNvPr>
          <p:cNvSpPr/>
          <p:nvPr/>
        </p:nvSpPr>
        <p:spPr>
          <a:xfrm>
            <a:off x="6467326" y="2070562"/>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0" name="Shape 37">
            <a:extLst>
              <a:ext uri="{FF2B5EF4-FFF2-40B4-BE49-F238E27FC236}">
                <a16:creationId xmlns:a16="http://schemas.microsoft.com/office/drawing/2014/main" id="{09B2E6B7-6422-2A38-B90F-6CE21EC85F40}"/>
              </a:ext>
            </a:extLst>
          </p:cNvPr>
          <p:cNvSpPr/>
          <p:nvPr/>
        </p:nvSpPr>
        <p:spPr>
          <a:xfrm>
            <a:off x="6572014" y="2175250"/>
            <a:ext cx="279384" cy="279384"/>
          </a:xfrm>
          <a:prstGeom prst="roundRect">
            <a:avLst>
              <a:gd name="adj" fmla="val 50000"/>
            </a:avLst>
          </a:prstGeom>
          <a:solidFill>
            <a:srgbClr val="16213E">
              <a:alpha val="40000"/>
            </a:srgbClr>
          </a:solidFill>
          <a:ln/>
        </p:spPr>
      </p:sp>
      <p:pic>
        <p:nvPicPr>
          <p:cNvPr id="251" name="Image 8" descr="preencoded.png">
            <a:extLst>
              <a:ext uri="{FF2B5EF4-FFF2-40B4-BE49-F238E27FC236}">
                <a16:creationId xmlns:a16="http://schemas.microsoft.com/office/drawing/2014/main" id="{F5019A10-957F-1431-033E-D5D051CD91E9}"/>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252" name="Text 38">
            <a:extLst>
              <a:ext uri="{FF2B5EF4-FFF2-40B4-BE49-F238E27FC236}">
                <a16:creationId xmlns:a16="http://schemas.microsoft.com/office/drawing/2014/main" id="{952023B5-ED12-7755-6257-38695618E8D0}"/>
              </a:ext>
            </a:extLst>
          </p:cNvPr>
          <p:cNvSpPr/>
          <p:nvPr/>
        </p:nvSpPr>
        <p:spPr>
          <a:xfrm>
            <a:off x="6572014" y="2505422"/>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253" name="Text 39">
            <a:extLst>
              <a:ext uri="{FF2B5EF4-FFF2-40B4-BE49-F238E27FC236}">
                <a16:creationId xmlns:a16="http://schemas.microsoft.com/office/drawing/2014/main" id="{CFCC6F84-70B0-5509-92BA-3D9555BA4622}"/>
              </a:ext>
            </a:extLst>
          </p:cNvPr>
          <p:cNvSpPr/>
          <p:nvPr/>
        </p:nvSpPr>
        <p:spPr>
          <a:xfrm>
            <a:off x="6572014" y="2731464"/>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254" name="Shape 40">
            <a:extLst>
              <a:ext uri="{FF2B5EF4-FFF2-40B4-BE49-F238E27FC236}">
                <a16:creationId xmlns:a16="http://schemas.microsoft.com/office/drawing/2014/main" id="{205E5C56-52FA-6AFF-F592-A39238FA1462}"/>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5" name="Shape 41">
            <a:extLst>
              <a:ext uri="{FF2B5EF4-FFF2-40B4-BE49-F238E27FC236}">
                <a16:creationId xmlns:a16="http://schemas.microsoft.com/office/drawing/2014/main" id="{D5A65BD9-34AA-8B05-5275-17A61841335C}"/>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256" name="Image 9" descr="preencoded.png">
            <a:extLst>
              <a:ext uri="{FF2B5EF4-FFF2-40B4-BE49-F238E27FC236}">
                <a16:creationId xmlns:a16="http://schemas.microsoft.com/office/drawing/2014/main" id="{00926327-C1C5-C958-8785-054B07C14BFB}"/>
              </a:ext>
            </a:extLst>
          </p:cNvPr>
          <p:cNvPicPr>
            <a:picLocks noChangeAspect="1"/>
          </p:cNvPicPr>
          <p:nvPr/>
        </p:nvPicPr>
        <p:blipFill>
          <a:blip r:embed="rId12">
            <a:alphaModFix amt="40000"/>
          </a:blip>
          <a:srcRect/>
          <a:stretch/>
        </p:blipFill>
        <p:spPr>
          <a:xfrm>
            <a:off x="6635475" y="3699191"/>
            <a:ext cx="152365" cy="152365"/>
          </a:xfrm>
          <a:prstGeom prst="rect">
            <a:avLst/>
          </a:prstGeom>
        </p:spPr>
      </p:pic>
      <p:sp>
        <p:nvSpPr>
          <p:cNvPr id="257" name="Text 42">
            <a:extLst>
              <a:ext uri="{FF2B5EF4-FFF2-40B4-BE49-F238E27FC236}">
                <a16:creationId xmlns:a16="http://schemas.microsoft.com/office/drawing/2014/main" id="{94112555-8E80-C4F7-B50D-1ACD8C0912A8}"/>
              </a:ext>
            </a:extLst>
          </p:cNvPr>
          <p:cNvSpPr/>
          <p:nvPr/>
        </p:nvSpPr>
        <p:spPr>
          <a:xfrm>
            <a:off x="6572014" y="396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258" name="Text 43">
            <a:extLst>
              <a:ext uri="{FF2B5EF4-FFF2-40B4-BE49-F238E27FC236}">
                <a16:creationId xmlns:a16="http://schemas.microsoft.com/office/drawing/2014/main" id="{53772F5D-7197-F027-10EE-E048B5FCCDAA}"/>
              </a:ext>
            </a:extLst>
          </p:cNvPr>
          <p:cNvSpPr/>
          <p:nvPr/>
        </p:nvSpPr>
        <p:spPr>
          <a:xfrm>
            <a:off x="6572014" y="4191946"/>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259" name="Shape 44">
            <a:extLst>
              <a:ext uri="{FF2B5EF4-FFF2-40B4-BE49-F238E27FC236}">
                <a16:creationId xmlns:a16="http://schemas.microsoft.com/office/drawing/2014/main" id="{0D5E13CE-F7D1-8538-7A9E-C413B7C0747B}"/>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60" name="Shape 45">
            <a:extLst>
              <a:ext uri="{FF2B5EF4-FFF2-40B4-BE49-F238E27FC236}">
                <a16:creationId xmlns:a16="http://schemas.microsoft.com/office/drawing/2014/main" id="{B5245711-6600-82F5-ABCD-81D924F580DE}"/>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261" name="Image 10" descr="preencoded.png">
            <a:extLst>
              <a:ext uri="{FF2B5EF4-FFF2-40B4-BE49-F238E27FC236}">
                <a16:creationId xmlns:a16="http://schemas.microsoft.com/office/drawing/2014/main" id="{3AC2EC93-A94A-0B57-C938-14A7FDE0C814}"/>
              </a:ext>
            </a:extLst>
          </p:cNvPr>
          <p:cNvPicPr>
            <a:picLocks noChangeAspect="1"/>
          </p:cNvPicPr>
          <p:nvPr/>
        </p:nvPicPr>
        <p:blipFill>
          <a:blip r:embed="rId13">
            <a:alphaModFix amt="40000"/>
          </a:blip>
          <a:srcRect/>
          <a:stretch/>
        </p:blipFill>
        <p:spPr>
          <a:xfrm>
            <a:off x="6635475" y="4969191"/>
            <a:ext cx="152365" cy="152365"/>
          </a:xfrm>
          <a:prstGeom prst="rect">
            <a:avLst/>
          </a:prstGeom>
        </p:spPr>
      </p:pic>
      <p:sp>
        <p:nvSpPr>
          <p:cNvPr id="262" name="Text 46">
            <a:extLst>
              <a:ext uri="{FF2B5EF4-FFF2-40B4-BE49-F238E27FC236}">
                <a16:creationId xmlns:a16="http://schemas.microsoft.com/office/drawing/2014/main" id="{BD8A5B11-11F1-63AB-EB87-EF5EE597B58B}"/>
              </a:ext>
            </a:extLst>
          </p:cNvPr>
          <p:cNvSpPr/>
          <p:nvPr/>
        </p:nvSpPr>
        <p:spPr>
          <a:xfrm>
            <a:off x="6572014" y="523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263" name="Text 47">
            <a:extLst>
              <a:ext uri="{FF2B5EF4-FFF2-40B4-BE49-F238E27FC236}">
                <a16:creationId xmlns:a16="http://schemas.microsoft.com/office/drawing/2014/main" id="{1A93E298-D638-1196-ADA1-436D4347E1C5}"/>
              </a:ext>
            </a:extLst>
          </p:cNvPr>
          <p:cNvSpPr/>
          <p:nvPr/>
        </p:nvSpPr>
        <p:spPr>
          <a:xfrm>
            <a:off x="6572014" y="5461946"/>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264" name="Image 11" descr="connector">
            <a:extLst>
              <a:ext uri="{FF2B5EF4-FFF2-40B4-BE49-F238E27FC236}">
                <a16:creationId xmlns:a16="http://schemas.microsoft.com/office/drawing/2014/main" id="{95EE27C8-9FFE-5C19-E4BF-EF5D12CBBCD7}"/>
              </a:ext>
            </a:extLst>
          </p:cNvPr>
          <p:cNvPicPr>
            <a:picLocks noChangeAspect="1"/>
          </p:cNvPicPr>
          <p:nvPr/>
        </p:nvPicPr>
        <p:blipFill>
          <a:blip r:embed="rId14"/>
          <a:srcRect l="-6" r="-6"/>
          <a:stretch/>
        </p:blipFill>
        <p:spPr>
          <a:xfrm>
            <a:off x="2336651" y="2619769"/>
            <a:ext cx="431749" cy="101576"/>
          </a:xfrm>
          <a:prstGeom prst="rect">
            <a:avLst/>
          </a:prstGeom>
        </p:spPr>
      </p:pic>
      <p:pic>
        <p:nvPicPr>
          <p:cNvPr id="265" name="Image 12" descr="connector">
            <a:extLst>
              <a:ext uri="{FF2B5EF4-FFF2-40B4-BE49-F238E27FC236}">
                <a16:creationId xmlns:a16="http://schemas.microsoft.com/office/drawing/2014/main" id="{1C968F65-CB99-FB3C-83E5-760A77ACD788}"/>
              </a:ext>
            </a:extLst>
          </p:cNvPr>
          <p:cNvPicPr>
            <a:picLocks noChangeAspect="1"/>
          </p:cNvPicPr>
          <p:nvPr/>
        </p:nvPicPr>
        <p:blipFill>
          <a:blip r:embed="rId15"/>
          <a:srcRect l="-5" r="-5"/>
          <a:stretch/>
        </p:blipFill>
        <p:spPr>
          <a:xfrm>
            <a:off x="4190862" y="2619769"/>
            <a:ext cx="482537" cy="101576"/>
          </a:xfrm>
          <a:prstGeom prst="rect">
            <a:avLst/>
          </a:prstGeom>
        </p:spPr>
      </p:pic>
      <p:pic>
        <p:nvPicPr>
          <p:cNvPr id="266" name="Image 13" descr="connector">
            <a:extLst>
              <a:ext uri="{FF2B5EF4-FFF2-40B4-BE49-F238E27FC236}">
                <a16:creationId xmlns:a16="http://schemas.microsoft.com/office/drawing/2014/main" id="{D456C248-A08F-87D4-F77D-9D1F27193188}"/>
              </a:ext>
            </a:extLst>
          </p:cNvPr>
          <p:cNvPicPr>
            <a:picLocks noChangeAspect="1"/>
          </p:cNvPicPr>
          <p:nvPr/>
        </p:nvPicPr>
        <p:blipFill>
          <a:blip r:embed="rId16"/>
          <a:srcRect t="-9" b="-9"/>
          <a:stretch/>
        </p:blipFill>
        <p:spPr>
          <a:xfrm>
            <a:off x="3403498" y="3197693"/>
            <a:ext cx="152365" cy="1676306"/>
          </a:xfrm>
          <a:prstGeom prst="rect">
            <a:avLst/>
          </a:prstGeom>
        </p:spPr>
      </p:pic>
      <p:pic>
        <p:nvPicPr>
          <p:cNvPr id="267" name="Image 14" descr="connector">
            <a:extLst>
              <a:ext uri="{FF2B5EF4-FFF2-40B4-BE49-F238E27FC236}">
                <a16:creationId xmlns:a16="http://schemas.microsoft.com/office/drawing/2014/main" id="{79B6C389-A9A5-3713-25A5-7EC660D10828}"/>
              </a:ext>
            </a:extLst>
          </p:cNvPr>
          <p:cNvPicPr>
            <a:picLocks noChangeAspect="1"/>
          </p:cNvPicPr>
          <p:nvPr/>
        </p:nvPicPr>
        <p:blipFill>
          <a:blip r:embed="rId17"/>
          <a:srcRect t="-1" b="-1"/>
          <a:stretch/>
        </p:blipFill>
        <p:spPr>
          <a:xfrm>
            <a:off x="3936823" y="3223037"/>
            <a:ext cx="736576" cy="863596"/>
          </a:xfrm>
          <a:prstGeom prst="rect">
            <a:avLst/>
          </a:prstGeom>
        </p:spPr>
      </p:pic>
      <p:pic>
        <p:nvPicPr>
          <p:cNvPr id="268" name="Image 15" descr="connector">
            <a:extLst>
              <a:ext uri="{FF2B5EF4-FFF2-40B4-BE49-F238E27FC236}">
                <a16:creationId xmlns:a16="http://schemas.microsoft.com/office/drawing/2014/main" id="{2045FF19-17FC-4AEA-52AC-B33F67A71E6E}"/>
              </a:ext>
            </a:extLst>
          </p:cNvPr>
          <p:cNvPicPr>
            <a:picLocks noChangeAspect="1"/>
          </p:cNvPicPr>
          <p:nvPr/>
        </p:nvPicPr>
        <p:blipFill>
          <a:blip r:embed="rId18"/>
          <a:srcRect l="-2" r="-2"/>
          <a:stretch/>
        </p:blipFill>
        <p:spPr>
          <a:xfrm>
            <a:off x="6019631" y="3985059"/>
            <a:ext cx="495210" cy="101576"/>
          </a:xfrm>
          <a:prstGeom prst="rect">
            <a:avLst/>
          </a:prstGeom>
        </p:spPr>
      </p:pic>
      <p:pic>
        <p:nvPicPr>
          <p:cNvPr id="269" name="Image 16" descr="connector">
            <a:extLst>
              <a:ext uri="{FF2B5EF4-FFF2-40B4-BE49-F238E27FC236}">
                <a16:creationId xmlns:a16="http://schemas.microsoft.com/office/drawing/2014/main" id="{C2569253-764E-0AE8-713A-39FE3CE5C7BB}"/>
              </a:ext>
            </a:extLst>
          </p:cNvPr>
          <p:cNvPicPr>
            <a:picLocks noChangeAspect="1"/>
          </p:cNvPicPr>
          <p:nvPr/>
        </p:nvPicPr>
        <p:blipFill>
          <a:blip r:embed="rId19"/>
          <a:srcRect l="-5" r="-5"/>
          <a:stretch/>
        </p:blipFill>
        <p:spPr>
          <a:xfrm>
            <a:off x="2311306" y="5229616"/>
            <a:ext cx="482537" cy="152365"/>
          </a:xfrm>
          <a:prstGeom prst="rect">
            <a:avLst/>
          </a:prstGeom>
        </p:spPr>
      </p:pic>
      <p:pic>
        <p:nvPicPr>
          <p:cNvPr id="270" name="Image 17" descr="connector">
            <a:extLst>
              <a:ext uri="{FF2B5EF4-FFF2-40B4-BE49-F238E27FC236}">
                <a16:creationId xmlns:a16="http://schemas.microsoft.com/office/drawing/2014/main" id="{BD2DE279-289C-27B0-D14C-5F1E29D66A54}"/>
              </a:ext>
            </a:extLst>
          </p:cNvPr>
          <p:cNvPicPr>
            <a:picLocks noChangeAspect="1"/>
          </p:cNvPicPr>
          <p:nvPr/>
        </p:nvPicPr>
        <p:blipFill>
          <a:blip r:embed="rId15"/>
          <a:srcRect l="-5" r="-5"/>
          <a:stretch/>
        </p:blipFill>
        <p:spPr>
          <a:xfrm>
            <a:off x="4190862" y="5255059"/>
            <a:ext cx="482537" cy="101576"/>
          </a:xfrm>
          <a:prstGeom prst="rect">
            <a:avLst/>
          </a:prstGeom>
        </p:spPr>
      </p:pic>
      <p:pic>
        <p:nvPicPr>
          <p:cNvPr id="271" name="Image 18" descr="connector">
            <a:extLst>
              <a:ext uri="{FF2B5EF4-FFF2-40B4-BE49-F238E27FC236}">
                <a16:creationId xmlns:a16="http://schemas.microsoft.com/office/drawing/2014/main" id="{E74AEC85-4230-C29E-8B26-1CB43273ED46}"/>
              </a:ext>
            </a:extLst>
          </p:cNvPr>
          <p:cNvPicPr>
            <a:picLocks noChangeAspect="1"/>
          </p:cNvPicPr>
          <p:nvPr/>
        </p:nvPicPr>
        <p:blipFill>
          <a:blip r:embed="rId18"/>
          <a:srcRect l="-2" r="-2"/>
          <a:stretch/>
        </p:blipFill>
        <p:spPr>
          <a:xfrm>
            <a:off x="6019631" y="5255059"/>
            <a:ext cx="495210" cy="101576"/>
          </a:xfrm>
          <a:prstGeom prst="rect">
            <a:avLst/>
          </a:prstGeom>
        </p:spPr>
      </p:pic>
      <p:pic>
        <p:nvPicPr>
          <p:cNvPr id="272" name="Image 19" descr="connector">
            <a:extLst>
              <a:ext uri="{FF2B5EF4-FFF2-40B4-BE49-F238E27FC236}">
                <a16:creationId xmlns:a16="http://schemas.microsoft.com/office/drawing/2014/main" id="{8F2EE4FF-E874-35D1-5B73-B2D1206DF448}"/>
              </a:ext>
            </a:extLst>
          </p:cNvPr>
          <p:cNvPicPr>
            <a:picLocks noChangeAspect="1"/>
          </p:cNvPicPr>
          <p:nvPr/>
        </p:nvPicPr>
        <p:blipFill>
          <a:blip r:embed="rId20"/>
          <a:srcRect/>
          <a:stretch/>
        </p:blipFill>
        <p:spPr>
          <a:xfrm>
            <a:off x="6159323" y="2619769"/>
            <a:ext cx="355517" cy="101576"/>
          </a:xfrm>
          <a:prstGeom prst="rect">
            <a:avLst/>
          </a:prstGeom>
        </p:spPr>
      </p:pic>
      <p:sp>
        <p:nvSpPr>
          <p:cNvPr id="273" name="Shape 48">
            <a:extLst>
              <a:ext uri="{FF2B5EF4-FFF2-40B4-BE49-F238E27FC236}">
                <a16:creationId xmlns:a16="http://schemas.microsoft.com/office/drawing/2014/main" id="{EBD4AF6B-7319-141D-2491-6D06748DC9EA}"/>
              </a:ext>
            </a:extLst>
          </p:cNvPr>
          <p:cNvSpPr/>
          <p:nvPr/>
        </p:nvSpPr>
        <p:spPr>
          <a:xfrm>
            <a:off x="8054825" y="1562581"/>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274" name="Text 49">
            <a:extLst>
              <a:ext uri="{FF2B5EF4-FFF2-40B4-BE49-F238E27FC236}">
                <a16:creationId xmlns:a16="http://schemas.microsoft.com/office/drawing/2014/main" id="{81AD1E79-B2D5-2660-262A-1146893584A6}"/>
              </a:ext>
            </a:extLst>
          </p:cNvPr>
          <p:cNvSpPr/>
          <p:nvPr/>
        </p:nvSpPr>
        <p:spPr>
          <a:xfrm>
            <a:off x="8311879" y="1819635"/>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2 VON 8</a:t>
            </a:r>
            <a:endParaRPr lang="en-US" sz="1200" dirty="0"/>
          </a:p>
        </p:txBody>
      </p:sp>
      <p:sp>
        <p:nvSpPr>
          <p:cNvPr id="275" name="Text 50">
            <a:extLst>
              <a:ext uri="{FF2B5EF4-FFF2-40B4-BE49-F238E27FC236}">
                <a16:creationId xmlns:a16="http://schemas.microsoft.com/office/drawing/2014/main" id="{92CADE1B-325E-846A-7676-328F7FAF07ED}"/>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Die CPU </a:t>
            </a:r>
            <a:r>
              <a:rPr lang="en-US" sz="1600" b="1" dirty="0" err="1">
                <a:solidFill>
                  <a:srgbClr val="16213E"/>
                </a:solidFill>
                <a:latin typeface="Open Sans" pitchFamily="34" charset="0"/>
                <a:ea typeface="Open Sans" pitchFamily="34" charset="-122"/>
                <a:cs typeface="Open Sans" pitchFamily="34" charset="-120"/>
              </a:rPr>
              <a:t>führt</a:t>
            </a:r>
            <a:r>
              <a:rPr lang="en-US" sz="1600" b="1" dirty="0">
                <a:solidFill>
                  <a:srgbClr val="16213E"/>
                </a:solidFill>
                <a:latin typeface="Open Sans" pitchFamily="34" charset="0"/>
                <a:ea typeface="Open Sans" pitchFamily="34" charset="-122"/>
                <a:cs typeface="Open Sans" pitchFamily="34" charset="-120"/>
              </a:rPr>
              <a:t> BIOS/UEFI </a:t>
            </a:r>
            <a:r>
              <a:rPr lang="en-US" sz="1600" b="1" dirty="0" err="1">
                <a:solidFill>
                  <a:srgbClr val="16213E"/>
                </a:solidFill>
                <a:latin typeface="Open Sans" pitchFamily="34" charset="0"/>
                <a:ea typeface="Open Sans" pitchFamily="34" charset="-122"/>
                <a:cs typeface="Open Sans" pitchFamily="34" charset="-120"/>
              </a:rPr>
              <a:t>aus</a:t>
            </a:r>
            <a:endParaRPr lang="en-US" sz="1600" dirty="0"/>
          </a:p>
        </p:txBody>
      </p:sp>
      <p:sp>
        <p:nvSpPr>
          <p:cNvPr id="276" name="Text 51">
            <a:extLst>
              <a:ext uri="{FF2B5EF4-FFF2-40B4-BE49-F238E27FC236}">
                <a16:creationId xmlns:a16="http://schemas.microsoft.com/office/drawing/2014/main" id="{370B0BFF-7F4C-01C6-8596-6F727508297C}"/>
              </a:ext>
            </a:extLst>
          </p:cNvPr>
          <p:cNvSpPr/>
          <p:nvPr/>
        </p:nvSpPr>
        <p:spPr>
          <a:xfrm>
            <a:off x="8404335" y="2774197"/>
            <a:ext cx="2791040" cy="1518298"/>
          </a:xfrm>
          <a:prstGeom prst="rect">
            <a:avLst/>
          </a:prstGeom>
          <a:noFill/>
          <a:ln/>
        </p:spPr>
        <p:txBody>
          <a:bodyPr wrap="square" lIns="0" tIns="0" rIns="0" bIns="0" rtlCol="0" anchor="t">
            <a:normAutofit/>
          </a:bodyPr>
          <a:lstStyle/>
          <a:p>
            <a:pPr marL="161544" indent="-161544" algn="l">
              <a:lnSpc>
                <a:spcPts val="1680"/>
              </a:lnSpc>
              <a:buSzPct val="100000"/>
              <a:buChar char="•"/>
            </a:pPr>
            <a:r>
              <a:rPr lang="de-DE" sz="1200" dirty="0">
                <a:solidFill>
                  <a:srgbClr val="3D4656"/>
                </a:solidFill>
                <a:latin typeface="Open Sans" pitchFamily="34" charset="0"/>
                <a:ea typeface="Open Sans" pitchFamily="34" charset="-122"/>
                <a:cs typeface="Open Sans" pitchFamily="34" charset="-120"/>
              </a:rPr>
              <a:t>Die CPU liest ihre ersten Befehle aus dem BIOS/UEFI-Chip auf dem Mainboard und führt sie aus.</a:t>
            </a:r>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CMOS-Batterie hält Uhrzeit und Einstellungen</a:t>
            </a:r>
            <a:endParaRPr lang="en-US" sz="1200" dirty="0"/>
          </a:p>
        </p:txBody>
      </p:sp>
      <p:sp>
        <p:nvSpPr>
          <p:cNvPr id="277" name="Shape 52">
            <a:extLst>
              <a:ext uri="{FF2B5EF4-FFF2-40B4-BE49-F238E27FC236}">
                <a16:creationId xmlns:a16="http://schemas.microsoft.com/office/drawing/2014/main" id="{263AC79A-BC86-7360-E64C-303836F0B1A9}"/>
              </a:ext>
            </a:extLst>
          </p:cNvPr>
          <p:cNvSpPr/>
          <p:nvPr/>
        </p:nvSpPr>
        <p:spPr>
          <a:xfrm>
            <a:off x="8311879" y="5131705"/>
            <a:ext cx="2806908" cy="0"/>
          </a:xfrm>
          <a:prstGeom prst="line">
            <a:avLst/>
          </a:prstGeom>
          <a:noFill/>
          <a:ln w="6350">
            <a:solidFill>
              <a:srgbClr val="E3E7EE"/>
            </a:solidFill>
            <a:prstDash val="solid"/>
          </a:ln>
        </p:spPr>
      </p:sp>
      <p:sp>
        <p:nvSpPr>
          <p:cNvPr id="278" name="Text 53">
            <a:extLst>
              <a:ext uri="{FF2B5EF4-FFF2-40B4-BE49-F238E27FC236}">
                <a16:creationId xmlns:a16="http://schemas.microsoft.com/office/drawing/2014/main" id="{4E629A79-1328-5324-993E-EAFD14D55C3F}"/>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79" name="Text 54">
            <a:extLst>
              <a:ext uri="{FF2B5EF4-FFF2-40B4-BE49-F238E27FC236}">
                <a16:creationId xmlns:a16="http://schemas.microsoft.com/office/drawing/2014/main" id="{3E5834D4-D4C3-4B77-80BA-89A67F9C9DD8}"/>
              </a:ext>
            </a:extLst>
          </p:cNvPr>
          <p:cNvSpPr/>
          <p:nvPr/>
        </p:nvSpPr>
        <p:spPr>
          <a:xfrm>
            <a:off x="8311879" y="5513028"/>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BIOS-Chip → Chipsatz → CPU</a:t>
            </a:r>
            <a:endParaRPr lang="en-US" sz="1400" dirty="0"/>
          </a:p>
        </p:txBody>
      </p:sp>
      <p:sp>
        <p:nvSpPr>
          <p:cNvPr id="281" name="Shape 7">
            <a:extLst>
              <a:ext uri="{FF2B5EF4-FFF2-40B4-BE49-F238E27FC236}">
                <a16:creationId xmlns:a16="http://schemas.microsoft.com/office/drawing/2014/main" id="{90E05D88-BBA8-501F-FEC1-31E39BC529EE}"/>
              </a:ext>
            </a:extLst>
          </p:cNvPr>
          <p:cNvSpPr/>
          <p:nvPr/>
        </p:nvSpPr>
        <p:spPr>
          <a:xfrm>
            <a:off x="8140700" y="3915112"/>
            <a:ext cx="3171640" cy="1282576"/>
          </a:xfrm>
          <a:prstGeom prst="roundRect">
            <a:avLst>
              <a:gd name="adj" fmla="val 6979"/>
            </a:avLst>
          </a:prstGeom>
          <a:solidFill>
            <a:schemeClr val="bg1">
              <a:lumMod val="85000"/>
            </a:schemeClr>
          </a:solidFill>
          <a:ln w="6350">
            <a:solidFill>
              <a:srgbClr val="E3E7EE"/>
            </a:solidFill>
            <a:prstDash val="solid"/>
          </a:ln>
          <a:effectLst>
            <a:outerShdw blurRad="114300" dist="25400" dir="5400000" algn="bl" rotWithShape="0">
              <a:srgbClr val="DFE4EC">
                <a:alpha val="100000"/>
              </a:srgbClr>
            </a:outerShdw>
          </a:effectLst>
        </p:spPr>
      </p:sp>
      <p:sp>
        <p:nvSpPr>
          <p:cNvPr id="282" name="Shape 8">
            <a:extLst>
              <a:ext uri="{FF2B5EF4-FFF2-40B4-BE49-F238E27FC236}">
                <a16:creationId xmlns:a16="http://schemas.microsoft.com/office/drawing/2014/main" id="{36BE3DCB-DD8B-6FC8-FECB-E447EB816912}"/>
              </a:ext>
            </a:extLst>
          </p:cNvPr>
          <p:cNvSpPr/>
          <p:nvPr/>
        </p:nvSpPr>
        <p:spPr>
          <a:xfrm>
            <a:off x="8281719" y="4109538"/>
            <a:ext cx="355517" cy="355517"/>
          </a:xfrm>
          <a:prstGeom prst="roundRect">
            <a:avLst>
              <a:gd name="adj" fmla="val 50000"/>
            </a:avLst>
          </a:prstGeom>
          <a:solidFill>
            <a:srgbClr val="16213E"/>
          </a:solidFill>
          <a:ln/>
        </p:spPr>
      </p:sp>
      <p:pic>
        <p:nvPicPr>
          <p:cNvPr id="283" name="Image 1" descr="preencoded.png">
            <a:extLst>
              <a:ext uri="{FF2B5EF4-FFF2-40B4-BE49-F238E27FC236}">
                <a16:creationId xmlns:a16="http://schemas.microsoft.com/office/drawing/2014/main" id="{AD0C1969-AD1F-3824-D222-4152CD274AB4}"/>
              </a:ext>
            </a:extLst>
          </p:cNvPr>
          <p:cNvPicPr>
            <a:picLocks noChangeAspect="1"/>
          </p:cNvPicPr>
          <p:nvPr/>
        </p:nvPicPr>
        <p:blipFill>
          <a:blip r:embed="rId21"/>
          <a:srcRect/>
          <a:stretch/>
        </p:blipFill>
        <p:spPr>
          <a:xfrm>
            <a:off x="8364238" y="4192057"/>
            <a:ext cx="190480" cy="190480"/>
          </a:xfrm>
          <a:prstGeom prst="rect">
            <a:avLst/>
          </a:prstGeom>
        </p:spPr>
      </p:pic>
      <p:sp>
        <p:nvSpPr>
          <p:cNvPr id="284" name="Text 9">
            <a:extLst>
              <a:ext uri="{FF2B5EF4-FFF2-40B4-BE49-F238E27FC236}">
                <a16:creationId xmlns:a16="http://schemas.microsoft.com/office/drawing/2014/main" id="{7259D721-FAE7-9EE2-0306-9B045F0B12B0}"/>
              </a:ext>
            </a:extLst>
          </p:cNvPr>
          <p:cNvSpPr/>
          <p:nvPr/>
        </p:nvSpPr>
        <p:spPr>
          <a:xfrm>
            <a:off x="8764158" y="4052462"/>
            <a:ext cx="1209133" cy="269124"/>
          </a:xfrm>
          <a:prstGeom prst="rect">
            <a:avLst/>
          </a:prstGeom>
          <a:noFill/>
          <a:ln/>
        </p:spPr>
        <p:txBody>
          <a:bodyPr wrap="square" lIns="0" tIns="0" rIns="0" bIns="0" rtlCol="0" anchor="t">
            <a:normAutofit/>
          </a:bodyPr>
          <a:lstStyle/>
          <a:p>
            <a:pPr>
              <a:lnSpc>
                <a:spcPts val="1920"/>
              </a:lnSpc>
            </a:pPr>
            <a:r>
              <a:rPr lang="en-US" sz="1600" b="1" dirty="0">
                <a:solidFill>
                  <a:srgbClr val="16213E"/>
                </a:solidFill>
                <a:latin typeface="Open Sans" pitchFamily="34" charset="0"/>
                <a:ea typeface="Open Sans" pitchFamily="34" charset="-122"/>
                <a:cs typeface="Open Sans" pitchFamily="34" charset="-120"/>
              </a:rPr>
              <a:t>BIOS/UEFI</a:t>
            </a:r>
            <a:endParaRPr lang="en-US" sz="1600" dirty="0">
              <a:solidFill>
                <a:srgbClr val="16213E"/>
              </a:solidFill>
              <a:latin typeface="Open Sans"/>
            </a:endParaRPr>
          </a:p>
        </p:txBody>
      </p:sp>
      <p:sp>
        <p:nvSpPr>
          <p:cNvPr id="285" name="Text 10">
            <a:extLst>
              <a:ext uri="{FF2B5EF4-FFF2-40B4-BE49-F238E27FC236}">
                <a16:creationId xmlns:a16="http://schemas.microsoft.com/office/drawing/2014/main" id="{2DD4CAA6-7CA8-AE0F-CB87-F7C95A2C0CE1}"/>
              </a:ext>
            </a:extLst>
          </p:cNvPr>
          <p:cNvSpPr/>
          <p:nvPr/>
        </p:nvSpPr>
        <p:spPr>
          <a:xfrm>
            <a:off x="8764158" y="4308860"/>
            <a:ext cx="1421242" cy="231792"/>
          </a:xfrm>
          <a:prstGeom prst="rect">
            <a:avLst/>
          </a:prstGeom>
          <a:noFill/>
          <a:ln/>
        </p:spPr>
        <p:txBody>
          <a:bodyPr wrap="square" lIns="0" tIns="0" rIns="0" bIns="0" rtlCol="0" anchor="t">
            <a:normAutofit fontScale="70000" lnSpcReduction="20000"/>
          </a:bodyPr>
          <a:lstStyle/>
          <a:p>
            <a:pPr>
              <a:lnSpc>
                <a:spcPts val="1680"/>
              </a:lnSpc>
            </a:pPr>
            <a:r>
              <a:rPr lang="en-US" sz="1200" b="1" kern="0" spc="100" dirty="0">
                <a:solidFill>
                  <a:srgbClr val="B25F0C"/>
                </a:solidFill>
                <a:latin typeface="Open Sans" pitchFamily="34" charset="0"/>
                <a:ea typeface="Open Sans" pitchFamily="34" charset="-122"/>
                <a:cs typeface="Open Sans" pitchFamily="34" charset="-120"/>
              </a:rPr>
              <a:t>FACILITY MANAGER:IN</a:t>
            </a:r>
            <a:endParaRPr lang="en-US" sz="1200" dirty="0">
              <a:solidFill>
                <a:srgbClr val="16213E"/>
              </a:solidFill>
              <a:latin typeface="Open Sans"/>
            </a:endParaRPr>
          </a:p>
        </p:txBody>
      </p:sp>
      <p:sp>
        <p:nvSpPr>
          <p:cNvPr id="286" name="Text 11">
            <a:extLst>
              <a:ext uri="{FF2B5EF4-FFF2-40B4-BE49-F238E27FC236}">
                <a16:creationId xmlns:a16="http://schemas.microsoft.com/office/drawing/2014/main" id="{2F2B95D2-84E6-7B93-1CBC-093DEDD2E54D}"/>
              </a:ext>
            </a:extLst>
          </p:cNvPr>
          <p:cNvSpPr/>
          <p:nvPr/>
        </p:nvSpPr>
        <p:spPr>
          <a:xfrm>
            <a:off x="8281719" y="4623706"/>
            <a:ext cx="3004441" cy="451942"/>
          </a:xfrm>
          <a:prstGeom prst="rect">
            <a:avLst/>
          </a:prstGeom>
          <a:noFill/>
          <a:ln/>
        </p:spPr>
        <p:txBody>
          <a:bodyPr wrap="square" lIns="0" tIns="0" rIns="0" bIns="0" rtlCol="0" anchor="t">
            <a:normAutofit/>
          </a:bodyPr>
          <a:lstStyle/>
          <a:p>
            <a:pPr>
              <a:lnSpc>
                <a:spcPts val="1680"/>
              </a:lnSpc>
            </a:pPr>
            <a:r>
              <a:rPr lang="en-US" sz="1200" dirty="0">
                <a:solidFill>
                  <a:srgbClr val="3D4656"/>
                </a:solidFill>
                <a:latin typeface="Open Sans" pitchFamily="34" charset="0"/>
                <a:ea typeface="Open Sans" pitchFamily="34" charset="-122"/>
                <a:cs typeface="Open Sans" pitchFamily="34" charset="-120"/>
              </a:rPr>
              <a:t>Liefert der CPU die ersten Befehle und prüft die Hardware.</a:t>
            </a:r>
            <a:endParaRPr lang="en-US" sz="1200" dirty="0">
              <a:solidFill>
                <a:srgbClr val="16213E"/>
              </a:solidFill>
              <a:latin typeface="Open Sans"/>
            </a:endParaRPr>
          </a:p>
        </p:txBody>
      </p:sp>
    </p:spTree>
    <p:extLst>
      <p:ext uri="{BB962C8B-B14F-4D97-AF65-F5344CB8AC3E}">
        <p14:creationId xmlns:p14="http://schemas.microsoft.com/office/powerpoint/2010/main" val="2557459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9EFC650F-3E8E-5540-2EB4-90B184941B0F}"/>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FBE53248-3346-C408-71D5-F3F718BA0DF8}"/>
              </a:ext>
            </a:extLst>
          </p:cNvPr>
          <p:cNvSpPr/>
          <p:nvPr/>
        </p:nvSpPr>
        <p:spPr>
          <a:xfrm>
            <a:off x="965074" y="1610193"/>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789C2A08-1388-0F49-BB03-95F3DD4F2A88}"/>
              </a:ext>
            </a:extLst>
          </p:cNvPr>
          <p:cNvSpPr/>
          <p:nvPr/>
        </p:nvSpPr>
        <p:spPr>
          <a:xfrm>
            <a:off x="974599" y="2076909"/>
            <a:ext cx="1403315"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 name="Shape 5">
            <a:extLst>
              <a:ext uri="{FF2B5EF4-FFF2-40B4-BE49-F238E27FC236}">
                <a16:creationId xmlns:a16="http://schemas.microsoft.com/office/drawing/2014/main" id="{2743E4A7-6654-C5B8-3DBD-FC286872ABE4}"/>
              </a:ext>
            </a:extLst>
          </p:cNvPr>
          <p:cNvSpPr/>
          <p:nvPr/>
        </p:nvSpPr>
        <p:spPr>
          <a:xfrm>
            <a:off x="1085512" y="2187823"/>
            <a:ext cx="279384" cy="279384"/>
          </a:xfrm>
          <a:prstGeom prst="roundRect">
            <a:avLst>
              <a:gd name="adj" fmla="val 50000"/>
            </a:avLst>
          </a:prstGeom>
          <a:solidFill>
            <a:srgbClr val="16213E"/>
          </a:solidFill>
          <a:ln/>
        </p:spPr>
      </p:sp>
      <p:pic>
        <p:nvPicPr>
          <p:cNvPr id="6" name="Image 0" descr="preencoded.png">
            <a:extLst>
              <a:ext uri="{FF2B5EF4-FFF2-40B4-BE49-F238E27FC236}">
                <a16:creationId xmlns:a16="http://schemas.microsoft.com/office/drawing/2014/main" id="{FD70CA0F-4118-9611-E76A-B21EE23139EB}"/>
              </a:ext>
            </a:extLst>
          </p:cNvPr>
          <p:cNvPicPr>
            <a:picLocks noChangeAspect="1"/>
          </p:cNvPicPr>
          <p:nvPr/>
        </p:nvPicPr>
        <p:blipFill>
          <a:blip r:embed="rId3"/>
          <a:srcRect/>
          <a:stretch/>
        </p:blipFill>
        <p:spPr>
          <a:xfrm>
            <a:off x="1148973" y="2251283"/>
            <a:ext cx="152365" cy="152365"/>
          </a:xfrm>
          <a:prstGeom prst="rect">
            <a:avLst/>
          </a:prstGeom>
        </p:spPr>
      </p:pic>
      <p:sp>
        <p:nvSpPr>
          <p:cNvPr id="7" name="Text 6">
            <a:extLst>
              <a:ext uri="{FF2B5EF4-FFF2-40B4-BE49-F238E27FC236}">
                <a16:creationId xmlns:a16="http://schemas.microsoft.com/office/drawing/2014/main" id="{047484AA-EC67-B7D2-A796-FF2FE17CC8B4}"/>
              </a:ext>
            </a:extLst>
          </p:cNvPr>
          <p:cNvSpPr/>
          <p:nvPr/>
        </p:nvSpPr>
        <p:spPr>
          <a:xfrm>
            <a:off x="1085512" y="2517995"/>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9F862E60-6650-19D4-AD27-EAB7C7CB2FB8}"/>
              </a:ext>
            </a:extLst>
          </p:cNvPr>
          <p:cNvSpPr/>
          <p:nvPr/>
        </p:nvSpPr>
        <p:spPr>
          <a:xfrm>
            <a:off x="1085512" y="2744037"/>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BD127AE2-999D-8A84-ED32-2B56C923B2C6}"/>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7E8B9A26-D291-7A65-30EB-CDC3D7407BFF}"/>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D2E711FD-A187-0716-DA59-4E9D553CF7EC}"/>
              </a:ext>
            </a:extLst>
          </p:cNvPr>
          <p:cNvPicPr>
            <a:picLocks noChangeAspect="1"/>
          </p:cNvPicPr>
          <p:nvPr/>
        </p:nvPicPr>
        <p:blipFill>
          <a:blip r:embed="rId4"/>
          <a:srcRect/>
          <a:stretch/>
        </p:blipFill>
        <p:spPr>
          <a:xfrm>
            <a:off x="2901608" y="2251283"/>
            <a:ext cx="152365" cy="152365"/>
          </a:xfrm>
          <a:prstGeom prst="rect">
            <a:avLst/>
          </a:prstGeom>
        </p:spPr>
      </p:pic>
      <p:sp>
        <p:nvSpPr>
          <p:cNvPr id="12" name="Text 10">
            <a:extLst>
              <a:ext uri="{FF2B5EF4-FFF2-40B4-BE49-F238E27FC236}">
                <a16:creationId xmlns:a16="http://schemas.microsoft.com/office/drawing/2014/main" id="{FCA52FAF-B63A-A191-9F4C-893927A0916E}"/>
              </a:ext>
            </a:extLst>
          </p:cNvPr>
          <p:cNvSpPr/>
          <p:nvPr/>
        </p:nvSpPr>
        <p:spPr>
          <a:xfrm>
            <a:off x="2838147" y="2517995"/>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7CA96326-31D2-99D8-FA8E-E6CC5C1B195E}"/>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9FE5AE5E-8894-1F2B-3D92-3F11E50BBEDC}"/>
              </a:ext>
            </a:extLst>
          </p:cNvPr>
          <p:cNvSpPr/>
          <p:nvPr/>
        </p:nvSpPr>
        <p:spPr>
          <a:xfrm>
            <a:off x="4632235" y="2076909"/>
            <a:ext cx="1428660"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5" name="Shape 13">
            <a:extLst>
              <a:ext uri="{FF2B5EF4-FFF2-40B4-BE49-F238E27FC236}">
                <a16:creationId xmlns:a16="http://schemas.microsoft.com/office/drawing/2014/main" id="{8E8F2103-1621-1341-B3E3-D15459CC8D0F}"/>
              </a:ext>
            </a:extLst>
          </p:cNvPr>
          <p:cNvSpPr/>
          <p:nvPr/>
        </p:nvSpPr>
        <p:spPr>
          <a:xfrm>
            <a:off x="4743147" y="2187823"/>
            <a:ext cx="279384" cy="279384"/>
          </a:xfrm>
          <a:prstGeom prst="roundRect">
            <a:avLst>
              <a:gd name="adj" fmla="val 50000"/>
            </a:avLst>
          </a:prstGeom>
          <a:solidFill>
            <a:srgbClr val="16213E"/>
          </a:solidFill>
          <a:ln/>
        </p:spPr>
      </p:sp>
      <p:pic>
        <p:nvPicPr>
          <p:cNvPr id="16" name="Image 2" descr="preencoded.png">
            <a:extLst>
              <a:ext uri="{FF2B5EF4-FFF2-40B4-BE49-F238E27FC236}">
                <a16:creationId xmlns:a16="http://schemas.microsoft.com/office/drawing/2014/main" id="{3962AC5F-3D79-4B03-7CE5-FD0B56BA39AD}"/>
              </a:ext>
            </a:extLst>
          </p:cNvPr>
          <p:cNvPicPr>
            <a:picLocks noChangeAspect="1"/>
          </p:cNvPicPr>
          <p:nvPr/>
        </p:nvPicPr>
        <p:blipFill>
          <a:blip r:embed="rId5"/>
          <a:srcRect/>
          <a:stretch/>
        </p:blipFill>
        <p:spPr>
          <a:xfrm>
            <a:off x="4806608" y="2251283"/>
            <a:ext cx="152365" cy="152365"/>
          </a:xfrm>
          <a:prstGeom prst="rect">
            <a:avLst/>
          </a:prstGeom>
        </p:spPr>
      </p:pic>
      <p:sp>
        <p:nvSpPr>
          <p:cNvPr id="17" name="Text 14">
            <a:extLst>
              <a:ext uri="{FF2B5EF4-FFF2-40B4-BE49-F238E27FC236}">
                <a16:creationId xmlns:a16="http://schemas.microsoft.com/office/drawing/2014/main" id="{A6CE2A9C-8926-D8DE-5DFB-C59A5355FBEB}"/>
              </a:ext>
            </a:extLst>
          </p:cNvPr>
          <p:cNvSpPr/>
          <p:nvPr/>
        </p:nvSpPr>
        <p:spPr>
          <a:xfrm>
            <a:off x="4743147" y="2517995"/>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AF276870-850D-728B-5154-BB477D12AFE9}"/>
              </a:ext>
            </a:extLst>
          </p:cNvPr>
          <p:cNvSpPr/>
          <p:nvPr/>
        </p:nvSpPr>
        <p:spPr>
          <a:xfrm>
            <a:off x="4743147" y="2744037"/>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6F9A60F7-40F2-93AD-A415-064E0879A490}"/>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0812701D-0650-C46B-0428-F97AF00B6738}"/>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13FE46E4-3171-EF74-3717-D80FC8760D31}"/>
              </a:ext>
            </a:extLst>
          </p:cNvPr>
          <p:cNvPicPr>
            <a:picLocks noChangeAspect="1"/>
          </p:cNvPicPr>
          <p:nvPr/>
        </p:nvPicPr>
        <p:blipFill>
          <a:blip r:embed="rId6">
            <a:alphaModFix amt="40000"/>
          </a:blip>
          <a:srcRect/>
          <a:stretch/>
        </p:blipFill>
        <p:spPr>
          <a:xfrm>
            <a:off x="1136399" y="3699188"/>
            <a:ext cx="152365" cy="152365"/>
          </a:xfrm>
          <a:prstGeom prst="rect">
            <a:avLst/>
          </a:prstGeom>
        </p:spPr>
      </p:pic>
      <p:sp>
        <p:nvSpPr>
          <p:cNvPr id="22" name="Text 18">
            <a:extLst>
              <a:ext uri="{FF2B5EF4-FFF2-40B4-BE49-F238E27FC236}">
                <a16:creationId xmlns:a16="http://schemas.microsoft.com/office/drawing/2014/main" id="{F02B320A-9AD7-BA15-4786-892244CC4324}"/>
              </a:ext>
            </a:extLst>
          </p:cNvPr>
          <p:cNvSpPr/>
          <p:nvPr/>
        </p:nvSpPr>
        <p:spPr>
          <a:xfrm>
            <a:off x="1072938" y="396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325DCF36-6E69-7B41-66AA-219F9AFCC872}"/>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FCFF3990-15BA-AD05-41EB-25F31BF578B8}"/>
              </a:ext>
            </a:extLst>
          </p:cNvPr>
          <p:cNvSpPr/>
          <p:nvPr/>
        </p:nvSpPr>
        <p:spPr>
          <a:xfrm>
            <a:off x="4632235" y="3537390"/>
            <a:ext cx="1428660"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5" name="Shape 21">
            <a:extLst>
              <a:ext uri="{FF2B5EF4-FFF2-40B4-BE49-F238E27FC236}">
                <a16:creationId xmlns:a16="http://schemas.microsoft.com/office/drawing/2014/main" id="{6E54C2D3-11C0-1E52-46CA-45D41C39B33B}"/>
              </a:ext>
            </a:extLst>
          </p:cNvPr>
          <p:cNvSpPr/>
          <p:nvPr/>
        </p:nvSpPr>
        <p:spPr>
          <a:xfrm>
            <a:off x="4743147" y="3648304"/>
            <a:ext cx="279384" cy="279384"/>
          </a:xfrm>
          <a:prstGeom prst="roundRect">
            <a:avLst>
              <a:gd name="adj" fmla="val 50000"/>
            </a:avLst>
          </a:prstGeom>
          <a:solidFill>
            <a:srgbClr val="16213E"/>
          </a:solidFill>
          <a:ln/>
        </p:spPr>
      </p:sp>
      <p:pic>
        <p:nvPicPr>
          <p:cNvPr id="26" name="Image 4" descr="preencoded.png">
            <a:extLst>
              <a:ext uri="{FF2B5EF4-FFF2-40B4-BE49-F238E27FC236}">
                <a16:creationId xmlns:a16="http://schemas.microsoft.com/office/drawing/2014/main" id="{EF724CD5-AB41-123C-BD60-4C00234F2017}"/>
              </a:ext>
            </a:extLst>
          </p:cNvPr>
          <p:cNvPicPr>
            <a:picLocks noChangeAspect="1"/>
          </p:cNvPicPr>
          <p:nvPr/>
        </p:nvPicPr>
        <p:blipFill>
          <a:blip r:embed="rId7"/>
          <a:srcRect/>
          <a:stretch/>
        </p:blipFill>
        <p:spPr>
          <a:xfrm>
            <a:off x="4806608" y="3711764"/>
            <a:ext cx="152365" cy="152365"/>
          </a:xfrm>
          <a:prstGeom prst="rect">
            <a:avLst/>
          </a:prstGeom>
        </p:spPr>
      </p:pic>
      <p:sp>
        <p:nvSpPr>
          <p:cNvPr id="27" name="Text 22">
            <a:extLst>
              <a:ext uri="{FF2B5EF4-FFF2-40B4-BE49-F238E27FC236}">
                <a16:creationId xmlns:a16="http://schemas.microsoft.com/office/drawing/2014/main" id="{339888F9-71A3-2E73-60C9-957D75349F6B}"/>
              </a:ext>
            </a:extLst>
          </p:cNvPr>
          <p:cNvSpPr/>
          <p:nvPr/>
        </p:nvSpPr>
        <p:spPr>
          <a:xfrm>
            <a:off x="4743147" y="3978477"/>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D42CD1C2-4549-3439-3DEC-9B1276585945}"/>
              </a:ext>
            </a:extLst>
          </p:cNvPr>
          <p:cNvSpPr/>
          <p:nvPr/>
        </p:nvSpPr>
        <p:spPr>
          <a:xfrm>
            <a:off x="4743147" y="4204519"/>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AC398E07-3361-D225-7A2E-AE84AAFE3C9F}"/>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BEFFE200-4405-CAA6-90AD-1393A1489C6E}"/>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2354B4E5-2D0F-A4B0-66DB-D795AACDA90D}"/>
              </a:ext>
            </a:extLst>
          </p:cNvPr>
          <p:cNvPicPr>
            <a:picLocks noChangeAspect="1"/>
          </p:cNvPicPr>
          <p:nvPr/>
        </p:nvPicPr>
        <p:blipFill>
          <a:blip r:embed="rId8">
            <a:alphaModFix amt="40000"/>
          </a:blip>
          <a:srcRect/>
          <a:stretch/>
        </p:blipFill>
        <p:spPr>
          <a:xfrm>
            <a:off x="1136399" y="4969188"/>
            <a:ext cx="152365" cy="152365"/>
          </a:xfrm>
          <a:prstGeom prst="rect">
            <a:avLst/>
          </a:prstGeom>
        </p:spPr>
      </p:pic>
      <p:sp>
        <p:nvSpPr>
          <p:cNvPr id="32" name="Text 26">
            <a:extLst>
              <a:ext uri="{FF2B5EF4-FFF2-40B4-BE49-F238E27FC236}">
                <a16:creationId xmlns:a16="http://schemas.microsoft.com/office/drawing/2014/main" id="{BDDE1215-2C3C-93E0-F13C-231112435808}"/>
              </a:ext>
            </a:extLst>
          </p:cNvPr>
          <p:cNvSpPr/>
          <p:nvPr/>
        </p:nvSpPr>
        <p:spPr>
          <a:xfrm>
            <a:off x="1072938" y="523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216A2F80-09AE-8B9C-C29D-145A99A3F960}"/>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B14840AF-F09C-5E2E-483E-55535726ECA7}"/>
              </a:ext>
            </a:extLst>
          </p:cNvPr>
          <p:cNvSpPr/>
          <p:nvPr/>
        </p:nvSpPr>
        <p:spPr>
          <a:xfrm>
            <a:off x="2727235" y="4807390"/>
            <a:ext cx="150489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35" name="Shape 29">
            <a:extLst>
              <a:ext uri="{FF2B5EF4-FFF2-40B4-BE49-F238E27FC236}">
                <a16:creationId xmlns:a16="http://schemas.microsoft.com/office/drawing/2014/main" id="{766FBB18-7413-EC8B-162E-E34C5CD44D5F}"/>
              </a:ext>
            </a:extLst>
          </p:cNvPr>
          <p:cNvSpPr/>
          <p:nvPr/>
        </p:nvSpPr>
        <p:spPr>
          <a:xfrm>
            <a:off x="2838147" y="4918304"/>
            <a:ext cx="279384" cy="279384"/>
          </a:xfrm>
          <a:prstGeom prst="roundRect">
            <a:avLst>
              <a:gd name="adj" fmla="val 50000"/>
            </a:avLst>
          </a:prstGeom>
          <a:solidFill>
            <a:srgbClr val="16213E"/>
          </a:solidFill>
          <a:ln/>
        </p:spPr>
      </p:sp>
      <p:pic>
        <p:nvPicPr>
          <p:cNvPr id="36" name="Image 6" descr="preencoded.png">
            <a:extLst>
              <a:ext uri="{FF2B5EF4-FFF2-40B4-BE49-F238E27FC236}">
                <a16:creationId xmlns:a16="http://schemas.microsoft.com/office/drawing/2014/main" id="{FECD8F9A-F99B-F00B-6AC7-4A3DA8E4AE6A}"/>
              </a:ext>
            </a:extLst>
          </p:cNvPr>
          <p:cNvPicPr>
            <a:picLocks noChangeAspect="1"/>
          </p:cNvPicPr>
          <p:nvPr/>
        </p:nvPicPr>
        <p:blipFill>
          <a:blip r:embed="rId9"/>
          <a:srcRect/>
          <a:stretch/>
        </p:blipFill>
        <p:spPr>
          <a:xfrm>
            <a:off x="2901608" y="4981764"/>
            <a:ext cx="152365" cy="152365"/>
          </a:xfrm>
          <a:prstGeom prst="rect">
            <a:avLst/>
          </a:prstGeom>
        </p:spPr>
      </p:pic>
      <p:sp>
        <p:nvSpPr>
          <p:cNvPr id="37" name="Text 30">
            <a:extLst>
              <a:ext uri="{FF2B5EF4-FFF2-40B4-BE49-F238E27FC236}">
                <a16:creationId xmlns:a16="http://schemas.microsoft.com/office/drawing/2014/main" id="{F9E5C43E-0104-B3E9-3345-1245B5497734}"/>
              </a:ext>
            </a:extLst>
          </p:cNvPr>
          <p:cNvSpPr/>
          <p:nvPr/>
        </p:nvSpPr>
        <p:spPr>
          <a:xfrm>
            <a:off x="2838147" y="5248477"/>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BD510AEC-A539-EB05-6C36-B01BC958BD95}"/>
              </a:ext>
            </a:extLst>
          </p:cNvPr>
          <p:cNvSpPr/>
          <p:nvPr/>
        </p:nvSpPr>
        <p:spPr>
          <a:xfrm>
            <a:off x="2838147" y="5474519"/>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EF7B9FF3-376C-93B0-7EA6-DB54336276B8}"/>
              </a:ext>
            </a:extLst>
          </p:cNvPr>
          <p:cNvSpPr/>
          <p:nvPr/>
        </p:nvSpPr>
        <p:spPr>
          <a:xfrm>
            <a:off x="4632235" y="4807390"/>
            <a:ext cx="1428660"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40" name="Shape 33">
            <a:extLst>
              <a:ext uri="{FF2B5EF4-FFF2-40B4-BE49-F238E27FC236}">
                <a16:creationId xmlns:a16="http://schemas.microsoft.com/office/drawing/2014/main" id="{51110740-B885-DB12-00DC-E9F6303B4F41}"/>
              </a:ext>
            </a:extLst>
          </p:cNvPr>
          <p:cNvSpPr/>
          <p:nvPr/>
        </p:nvSpPr>
        <p:spPr>
          <a:xfrm>
            <a:off x="4743147" y="4918304"/>
            <a:ext cx="279384" cy="279384"/>
          </a:xfrm>
          <a:prstGeom prst="roundRect">
            <a:avLst>
              <a:gd name="adj" fmla="val 50000"/>
            </a:avLst>
          </a:prstGeom>
          <a:solidFill>
            <a:srgbClr val="16213E"/>
          </a:solidFill>
          <a:ln/>
        </p:spPr>
      </p:sp>
      <p:pic>
        <p:nvPicPr>
          <p:cNvPr id="41" name="Image 7" descr="preencoded.png">
            <a:extLst>
              <a:ext uri="{FF2B5EF4-FFF2-40B4-BE49-F238E27FC236}">
                <a16:creationId xmlns:a16="http://schemas.microsoft.com/office/drawing/2014/main" id="{413CE09F-955F-F4DB-D138-4FB1DEF93C24}"/>
              </a:ext>
            </a:extLst>
          </p:cNvPr>
          <p:cNvPicPr>
            <a:picLocks noChangeAspect="1"/>
          </p:cNvPicPr>
          <p:nvPr/>
        </p:nvPicPr>
        <p:blipFill>
          <a:blip r:embed="rId10"/>
          <a:srcRect/>
          <a:stretch/>
        </p:blipFill>
        <p:spPr>
          <a:xfrm>
            <a:off x="4806608" y="4981764"/>
            <a:ext cx="152365" cy="152365"/>
          </a:xfrm>
          <a:prstGeom prst="rect">
            <a:avLst/>
          </a:prstGeom>
        </p:spPr>
      </p:pic>
      <p:sp>
        <p:nvSpPr>
          <p:cNvPr id="42" name="Text 34">
            <a:extLst>
              <a:ext uri="{FF2B5EF4-FFF2-40B4-BE49-F238E27FC236}">
                <a16:creationId xmlns:a16="http://schemas.microsoft.com/office/drawing/2014/main" id="{632193DE-2158-51C2-CD0B-31C744B2D9F2}"/>
              </a:ext>
            </a:extLst>
          </p:cNvPr>
          <p:cNvSpPr/>
          <p:nvPr/>
        </p:nvSpPr>
        <p:spPr>
          <a:xfrm>
            <a:off x="4743147" y="5248477"/>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36B0BED1-1317-3CF3-8AA9-0F75551ADC9B}"/>
              </a:ext>
            </a:extLst>
          </p:cNvPr>
          <p:cNvSpPr/>
          <p:nvPr/>
        </p:nvSpPr>
        <p:spPr>
          <a:xfrm>
            <a:off x="4743147" y="5474519"/>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B270BA62-EF8E-221C-7427-B8CBECA88EC0}"/>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01DCDE49-1F2F-C411-D104-4584EE67311E}"/>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5532EA3F-D26D-BC63-52BE-17B456BD91C7}"/>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47" name="Text 38">
            <a:extLst>
              <a:ext uri="{FF2B5EF4-FFF2-40B4-BE49-F238E27FC236}">
                <a16:creationId xmlns:a16="http://schemas.microsoft.com/office/drawing/2014/main" id="{71DDC347-49C4-6D96-4489-67F821A604FA}"/>
              </a:ext>
            </a:extLst>
          </p:cNvPr>
          <p:cNvSpPr/>
          <p:nvPr/>
        </p:nvSpPr>
        <p:spPr>
          <a:xfrm>
            <a:off x="6572014" y="2505422"/>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E3F8938C-19CB-2157-02D3-AB44B57AEBEC}"/>
              </a:ext>
            </a:extLst>
          </p:cNvPr>
          <p:cNvSpPr/>
          <p:nvPr/>
        </p:nvSpPr>
        <p:spPr>
          <a:xfrm>
            <a:off x="6572014" y="2731464"/>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CE39D788-712A-6DF6-0256-9E502613CCD8}"/>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47163C56-321E-19EB-A9C9-0DF018AE8686}"/>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E6CE74D7-6FE4-81D6-95DA-D9A858C56F4A}"/>
              </a:ext>
            </a:extLst>
          </p:cNvPr>
          <p:cNvPicPr>
            <a:picLocks noChangeAspect="1"/>
          </p:cNvPicPr>
          <p:nvPr/>
        </p:nvPicPr>
        <p:blipFill>
          <a:blip r:embed="rId12">
            <a:alphaModFix amt="40000"/>
          </a:blip>
          <a:srcRect/>
          <a:stretch/>
        </p:blipFill>
        <p:spPr>
          <a:xfrm>
            <a:off x="6635475" y="3699188"/>
            <a:ext cx="152365" cy="152365"/>
          </a:xfrm>
          <a:prstGeom prst="rect">
            <a:avLst/>
          </a:prstGeom>
        </p:spPr>
      </p:pic>
      <p:sp>
        <p:nvSpPr>
          <p:cNvPr id="52" name="Text 42">
            <a:extLst>
              <a:ext uri="{FF2B5EF4-FFF2-40B4-BE49-F238E27FC236}">
                <a16:creationId xmlns:a16="http://schemas.microsoft.com/office/drawing/2014/main" id="{91F799E6-675F-07A6-928A-2742F911E8C7}"/>
              </a:ext>
            </a:extLst>
          </p:cNvPr>
          <p:cNvSpPr/>
          <p:nvPr/>
        </p:nvSpPr>
        <p:spPr>
          <a:xfrm>
            <a:off x="6572014" y="396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22A64477-37A8-ABDE-AEB5-5B3F912D8944}"/>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7D2DCB36-9578-1C8A-8259-61A69237A166}"/>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74D73B3E-FF04-1F40-8151-CEAD28C169D7}"/>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F4CA9D25-3AA6-57F2-D44E-5F55F64EA4F5}"/>
              </a:ext>
            </a:extLst>
          </p:cNvPr>
          <p:cNvPicPr>
            <a:picLocks noChangeAspect="1"/>
          </p:cNvPicPr>
          <p:nvPr/>
        </p:nvPicPr>
        <p:blipFill>
          <a:blip r:embed="rId13">
            <a:alphaModFix amt="40000"/>
          </a:blip>
          <a:srcRect/>
          <a:stretch/>
        </p:blipFill>
        <p:spPr>
          <a:xfrm>
            <a:off x="6635475" y="4969188"/>
            <a:ext cx="152365" cy="152365"/>
          </a:xfrm>
          <a:prstGeom prst="rect">
            <a:avLst/>
          </a:prstGeom>
        </p:spPr>
      </p:pic>
      <p:sp>
        <p:nvSpPr>
          <p:cNvPr id="57" name="Text 46">
            <a:extLst>
              <a:ext uri="{FF2B5EF4-FFF2-40B4-BE49-F238E27FC236}">
                <a16:creationId xmlns:a16="http://schemas.microsoft.com/office/drawing/2014/main" id="{F391C0A5-9320-BBEE-23B8-D5E963F76947}"/>
              </a:ext>
            </a:extLst>
          </p:cNvPr>
          <p:cNvSpPr/>
          <p:nvPr/>
        </p:nvSpPr>
        <p:spPr>
          <a:xfrm>
            <a:off x="6572014" y="523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D7C05A6D-C1C3-FE3F-00ED-46652B0E8270}"/>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9D2552CE-C4F7-0DC2-49CB-08CD465D4C58}"/>
              </a:ext>
            </a:extLst>
          </p:cNvPr>
          <p:cNvPicPr>
            <a:picLocks noChangeAspect="1"/>
          </p:cNvPicPr>
          <p:nvPr/>
        </p:nvPicPr>
        <p:blipFill>
          <a:blip r:embed="rId14"/>
          <a:srcRect l="-5" r="-5"/>
          <a:stretch/>
        </p:blipFill>
        <p:spPr>
          <a:xfrm>
            <a:off x="2311306" y="2594421"/>
            <a:ext cx="482537" cy="152365"/>
          </a:xfrm>
          <a:prstGeom prst="rect">
            <a:avLst/>
          </a:prstGeom>
        </p:spPr>
      </p:pic>
      <p:pic>
        <p:nvPicPr>
          <p:cNvPr id="60" name="Image 12" descr="connector">
            <a:extLst>
              <a:ext uri="{FF2B5EF4-FFF2-40B4-BE49-F238E27FC236}">
                <a16:creationId xmlns:a16="http://schemas.microsoft.com/office/drawing/2014/main" id="{03488BEA-278B-27D2-8F2F-BE28366F138B}"/>
              </a:ext>
            </a:extLst>
          </p:cNvPr>
          <p:cNvPicPr>
            <a:picLocks noChangeAspect="1"/>
          </p:cNvPicPr>
          <p:nvPr/>
        </p:nvPicPr>
        <p:blipFill>
          <a:blip r:embed="rId15"/>
          <a:srcRect l="-5" r="-5"/>
          <a:stretch/>
        </p:blipFill>
        <p:spPr>
          <a:xfrm>
            <a:off x="4165419" y="2594421"/>
            <a:ext cx="533325" cy="152365"/>
          </a:xfrm>
          <a:prstGeom prst="rect">
            <a:avLst/>
          </a:prstGeom>
        </p:spPr>
      </p:pic>
      <p:pic>
        <p:nvPicPr>
          <p:cNvPr id="61" name="Image 13" descr="connector">
            <a:extLst>
              <a:ext uri="{FF2B5EF4-FFF2-40B4-BE49-F238E27FC236}">
                <a16:creationId xmlns:a16="http://schemas.microsoft.com/office/drawing/2014/main" id="{8BB6EE1D-3C02-1271-236D-EABC42729293}"/>
              </a:ext>
            </a:extLst>
          </p:cNvPr>
          <p:cNvPicPr>
            <a:picLocks noChangeAspect="1"/>
          </p:cNvPicPr>
          <p:nvPr/>
        </p:nvPicPr>
        <p:blipFill>
          <a:blip r:embed="rId16"/>
          <a:srcRect t="-9" b="-9"/>
          <a:stretch/>
        </p:blipFill>
        <p:spPr>
          <a:xfrm>
            <a:off x="3403498" y="3197693"/>
            <a:ext cx="152365" cy="1676306"/>
          </a:xfrm>
          <a:prstGeom prst="rect">
            <a:avLst/>
          </a:prstGeom>
        </p:spPr>
      </p:pic>
      <p:pic>
        <p:nvPicPr>
          <p:cNvPr id="62" name="Image 14" descr="connector">
            <a:extLst>
              <a:ext uri="{FF2B5EF4-FFF2-40B4-BE49-F238E27FC236}">
                <a16:creationId xmlns:a16="http://schemas.microsoft.com/office/drawing/2014/main" id="{4F824343-6FDC-3F8D-C56D-E9A8BC4543CC}"/>
              </a:ext>
            </a:extLst>
          </p:cNvPr>
          <p:cNvPicPr>
            <a:picLocks noChangeAspect="1"/>
          </p:cNvPicPr>
          <p:nvPr/>
        </p:nvPicPr>
        <p:blipFill>
          <a:blip r:embed="rId17"/>
          <a:srcRect t="-1" b="-1"/>
          <a:stretch/>
        </p:blipFill>
        <p:spPr>
          <a:xfrm>
            <a:off x="3911478" y="3197693"/>
            <a:ext cx="787365" cy="914384"/>
          </a:xfrm>
          <a:prstGeom prst="rect">
            <a:avLst/>
          </a:prstGeom>
        </p:spPr>
      </p:pic>
      <p:pic>
        <p:nvPicPr>
          <p:cNvPr id="63" name="Image 15" descr="connector">
            <a:extLst>
              <a:ext uri="{FF2B5EF4-FFF2-40B4-BE49-F238E27FC236}">
                <a16:creationId xmlns:a16="http://schemas.microsoft.com/office/drawing/2014/main" id="{C301F968-9F22-AA04-1B1F-24A6BDAEB7A4}"/>
              </a:ext>
            </a:extLst>
          </p:cNvPr>
          <p:cNvPicPr>
            <a:picLocks noChangeAspect="1"/>
          </p:cNvPicPr>
          <p:nvPr/>
        </p:nvPicPr>
        <p:blipFill>
          <a:blip r:embed="rId18"/>
          <a:srcRect l="-2" r="-2"/>
          <a:stretch/>
        </p:blipFill>
        <p:spPr>
          <a:xfrm>
            <a:off x="6019631" y="3985056"/>
            <a:ext cx="495210" cy="101576"/>
          </a:xfrm>
          <a:prstGeom prst="rect">
            <a:avLst/>
          </a:prstGeom>
        </p:spPr>
      </p:pic>
      <p:pic>
        <p:nvPicPr>
          <p:cNvPr id="192" name="Image 16" descr="connector">
            <a:extLst>
              <a:ext uri="{FF2B5EF4-FFF2-40B4-BE49-F238E27FC236}">
                <a16:creationId xmlns:a16="http://schemas.microsoft.com/office/drawing/2014/main" id="{2148B1CC-6177-15FE-53C7-0D97D5C00403}"/>
              </a:ext>
            </a:extLst>
          </p:cNvPr>
          <p:cNvPicPr>
            <a:picLocks noChangeAspect="1"/>
          </p:cNvPicPr>
          <p:nvPr/>
        </p:nvPicPr>
        <p:blipFill>
          <a:blip r:embed="rId19"/>
          <a:srcRect l="-6" r="-6"/>
          <a:stretch/>
        </p:blipFill>
        <p:spPr>
          <a:xfrm>
            <a:off x="2336651" y="5255056"/>
            <a:ext cx="431749" cy="101576"/>
          </a:xfrm>
          <a:prstGeom prst="rect">
            <a:avLst/>
          </a:prstGeom>
        </p:spPr>
      </p:pic>
      <p:pic>
        <p:nvPicPr>
          <p:cNvPr id="193" name="Image 17" descr="connector">
            <a:extLst>
              <a:ext uri="{FF2B5EF4-FFF2-40B4-BE49-F238E27FC236}">
                <a16:creationId xmlns:a16="http://schemas.microsoft.com/office/drawing/2014/main" id="{12158E01-A2F4-EE28-D6E5-E8CE3ED6FCAC}"/>
              </a:ext>
            </a:extLst>
          </p:cNvPr>
          <p:cNvPicPr>
            <a:picLocks noChangeAspect="1"/>
          </p:cNvPicPr>
          <p:nvPr/>
        </p:nvPicPr>
        <p:blipFill>
          <a:blip r:embed="rId15"/>
          <a:srcRect l="-5" r="-5"/>
          <a:stretch/>
        </p:blipFill>
        <p:spPr>
          <a:xfrm>
            <a:off x="4165419" y="5229613"/>
            <a:ext cx="533325" cy="152365"/>
          </a:xfrm>
          <a:prstGeom prst="rect">
            <a:avLst/>
          </a:prstGeom>
        </p:spPr>
      </p:pic>
      <p:pic>
        <p:nvPicPr>
          <p:cNvPr id="194" name="Image 18" descr="connector">
            <a:extLst>
              <a:ext uri="{FF2B5EF4-FFF2-40B4-BE49-F238E27FC236}">
                <a16:creationId xmlns:a16="http://schemas.microsoft.com/office/drawing/2014/main" id="{ACD1545E-8BD4-2727-EB54-3FF5C95E40F7}"/>
              </a:ext>
            </a:extLst>
          </p:cNvPr>
          <p:cNvPicPr>
            <a:picLocks noChangeAspect="1"/>
          </p:cNvPicPr>
          <p:nvPr/>
        </p:nvPicPr>
        <p:blipFill>
          <a:blip r:embed="rId18"/>
          <a:srcRect l="-2" r="-2"/>
          <a:stretch/>
        </p:blipFill>
        <p:spPr>
          <a:xfrm>
            <a:off x="6019631" y="5255056"/>
            <a:ext cx="495210" cy="101576"/>
          </a:xfrm>
          <a:prstGeom prst="rect">
            <a:avLst/>
          </a:prstGeom>
        </p:spPr>
      </p:pic>
      <p:pic>
        <p:nvPicPr>
          <p:cNvPr id="195" name="Image 19" descr="connector">
            <a:extLst>
              <a:ext uri="{FF2B5EF4-FFF2-40B4-BE49-F238E27FC236}">
                <a16:creationId xmlns:a16="http://schemas.microsoft.com/office/drawing/2014/main" id="{16387ED7-58DE-FCEC-6182-6BAD69C1D15A}"/>
              </a:ext>
            </a:extLst>
          </p:cNvPr>
          <p:cNvPicPr>
            <a:picLocks noChangeAspect="1"/>
          </p:cNvPicPr>
          <p:nvPr/>
        </p:nvPicPr>
        <p:blipFill>
          <a:blip r:embed="rId20"/>
          <a:srcRect/>
          <a:stretch/>
        </p:blipFill>
        <p:spPr>
          <a:xfrm>
            <a:off x="6159323" y="2619769"/>
            <a:ext cx="355517" cy="101576"/>
          </a:xfrm>
          <a:prstGeom prst="rect">
            <a:avLst/>
          </a:prstGeom>
        </p:spPr>
      </p:pic>
      <p:sp>
        <p:nvSpPr>
          <p:cNvPr id="196" name="Text 49">
            <a:extLst>
              <a:ext uri="{FF2B5EF4-FFF2-40B4-BE49-F238E27FC236}">
                <a16:creationId xmlns:a16="http://schemas.microsoft.com/office/drawing/2014/main" id="{AB70057A-730A-6BD6-A9C7-8897616112FF}"/>
              </a:ext>
            </a:extLst>
          </p:cNvPr>
          <p:cNvSpPr/>
          <p:nvPr/>
        </p:nvSpPr>
        <p:spPr>
          <a:xfrm>
            <a:off x="8311879" y="1819632"/>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3 VON 8</a:t>
            </a:r>
            <a:endParaRPr lang="en-US" sz="1200" dirty="0"/>
          </a:p>
        </p:txBody>
      </p:sp>
      <p:sp>
        <p:nvSpPr>
          <p:cNvPr id="197" name="Text 50">
            <a:extLst>
              <a:ext uri="{FF2B5EF4-FFF2-40B4-BE49-F238E27FC236}">
                <a16:creationId xmlns:a16="http://schemas.microsoft.com/office/drawing/2014/main" id="{0B964185-F023-8A94-B419-F05EEA3DF4C8}"/>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POST: der Selbsttest beim Start</a:t>
            </a:r>
            <a:endParaRPr lang="en-US" sz="1600" dirty="0"/>
          </a:p>
        </p:txBody>
      </p:sp>
      <p:sp>
        <p:nvSpPr>
          <p:cNvPr id="198" name="Text 51">
            <a:extLst>
              <a:ext uri="{FF2B5EF4-FFF2-40B4-BE49-F238E27FC236}">
                <a16:creationId xmlns:a16="http://schemas.microsoft.com/office/drawing/2014/main" id="{D955D8DA-5768-7344-E055-5B71541DEC38}"/>
              </a:ext>
            </a:extLst>
          </p:cNvPr>
          <p:cNvSpPr/>
          <p:nvPr/>
        </p:nvSpPr>
        <p:spPr>
          <a:xfrm>
            <a:off x="8404335" y="2774197"/>
            <a:ext cx="2791040" cy="1091756"/>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Power-On Self-Test der Firmware</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prüft und initialisiert RAM, GPU, SSD und USB</a:t>
            </a:r>
            <a:endParaRPr lang="en-US" sz="1200" dirty="0"/>
          </a:p>
        </p:txBody>
      </p:sp>
      <p:sp>
        <p:nvSpPr>
          <p:cNvPr id="199" name="Shape 52">
            <a:extLst>
              <a:ext uri="{FF2B5EF4-FFF2-40B4-BE49-F238E27FC236}">
                <a16:creationId xmlns:a16="http://schemas.microsoft.com/office/drawing/2014/main" id="{DCD4ED67-2170-8497-7A46-418324A9BDDB}"/>
              </a:ext>
            </a:extLst>
          </p:cNvPr>
          <p:cNvSpPr/>
          <p:nvPr/>
        </p:nvSpPr>
        <p:spPr>
          <a:xfrm>
            <a:off x="8311879" y="5131705"/>
            <a:ext cx="2806908" cy="0"/>
          </a:xfrm>
          <a:prstGeom prst="line">
            <a:avLst/>
          </a:prstGeom>
          <a:noFill/>
          <a:ln w="6350">
            <a:solidFill>
              <a:srgbClr val="E3E7EE"/>
            </a:solidFill>
            <a:prstDash val="solid"/>
          </a:ln>
        </p:spPr>
      </p:sp>
      <p:sp>
        <p:nvSpPr>
          <p:cNvPr id="200" name="Text 53">
            <a:extLst>
              <a:ext uri="{FF2B5EF4-FFF2-40B4-BE49-F238E27FC236}">
                <a16:creationId xmlns:a16="http://schemas.microsoft.com/office/drawing/2014/main" id="{03FFB5A6-61B7-0353-B897-18575765C9FC}"/>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1" name="Text 54">
            <a:extLst>
              <a:ext uri="{FF2B5EF4-FFF2-40B4-BE49-F238E27FC236}">
                <a16:creationId xmlns:a16="http://schemas.microsoft.com/office/drawing/2014/main" id="{D28456A4-E963-CE22-C8E2-8C0F270E1813}"/>
              </a:ext>
            </a:extLst>
          </p:cNvPr>
          <p:cNvSpPr/>
          <p:nvPr/>
        </p:nvSpPr>
        <p:spPr>
          <a:xfrm>
            <a:off x="8311879" y="5513025"/>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CPU ↔ alle Bauteile</a:t>
            </a:r>
            <a:endParaRPr lang="en-US" sz="1400" dirty="0"/>
          </a:p>
        </p:txBody>
      </p:sp>
    </p:spTree>
    <p:extLst>
      <p:ext uri="{BB962C8B-B14F-4D97-AF65-F5344CB8AC3E}">
        <p14:creationId xmlns:p14="http://schemas.microsoft.com/office/powerpoint/2010/main" val="1183296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0F6B4A85-EFFE-9DB2-2742-4B6FA11E489F}"/>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D2761D03-A8AC-5177-AE16-04B99E5569B5}"/>
              </a:ext>
            </a:extLst>
          </p:cNvPr>
          <p:cNvSpPr/>
          <p:nvPr/>
        </p:nvSpPr>
        <p:spPr>
          <a:xfrm>
            <a:off x="965074" y="1610193"/>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E439AF58-6C31-A2BE-23EA-E01CDDDA266D}"/>
              </a:ext>
            </a:extLst>
          </p:cNvPr>
          <p:cNvSpPr/>
          <p:nvPr/>
        </p:nvSpPr>
        <p:spPr>
          <a:xfrm>
            <a:off x="974599" y="2076909"/>
            <a:ext cx="1403315"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 name="Shape 5">
            <a:extLst>
              <a:ext uri="{FF2B5EF4-FFF2-40B4-BE49-F238E27FC236}">
                <a16:creationId xmlns:a16="http://schemas.microsoft.com/office/drawing/2014/main" id="{51EB8AED-6FB9-DDEA-8DFB-0057EDC526F0}"/>
              </a:ext>
            </a:extLst>
          </p:cNvPr>
          <p:cNvSpPr/>
          <p:nvPr/>
        </p:nvSpPr>
        <p:spPr>
          <a:xfrm>
            <a:off x="1085512" y="2187823"/>
            <a:ext cx="279384" cy="279384"/>
          </a:xfrm>
          <a:prstGeom prst="roundRect">
            <a:avLst>
              <a:gd name="adj" fmla="val 50000"/>
            </a:avLst>
          </a:prstGeom>
          <a:solidFill>
            <a:srgbClr val="16213E"/>
          </a:solidFill>
          <a:ln/>
        </p:spPr>
      </p:sp>
      <p:pic>
        <p:nvPicPr>
          <p:cNvPr id="6" name="Image 0" descr="preencoded.png">
            <a:extLst>
              <a:ext uri="{FF2B5EF4-FFF2-40B4-BE49-F238E27FC236}">
                <a16:creationId xmlns:a16="http://schemas.microsoft.com/office/drawing/2014/main" id="{6AEF83F2-E3EA-8F07-0EB7-0D9D73B6C07A}"/>
              </a:ext>
            </a:extLst>
          </p:cNvPr>
          <p:cNvPicPr>
            <a:picLocks noChangeAspect="1"/>
          </p:cNvPicPr>
          <p:nvPr/>
        </p:nvPicPr>
        <p:blipFill>
          <a:blip r:embed="rId3"/>
          <a:srcRect/>
          <a:stretch/>
        </p:blipFill>
        <p:spPr>
          <a:xfrm>
            <a:off x="1148973" y="2251283"/>
            <a:ext cx="152365" cy="152365"/>
          </a:xfrm>
          <a:prstGeom prst="rect">
            <a:avLst/>
          </a:prstGeom>
        </p:spPr>
      </p:pic>
      <p:sp>
        <p:nvSpPr>
          <p:cNvPr id="7" name="Text 6">
            <a:extLst>
              <a:ext uri="{FF2B5EF4-FFF2-40B4-BE49-F238E27FC236}">
                <a16:creationId xmlns:a16="http://schemas.microsoft.com/office/drawing/2014/main" id="{F7A65A0C-0E2B-AA52-DC9B-F08F9EF86E26}"/>
              </a:ext>
            </a:extLst>
          </p:cNvPr>
          <p:cNvSpPr/>
          <p:nvPr/>
        </p:nvSpPr>
        <p:spPr>
          <a:xfrm>
            <a:off x="1085512" y="2517995"/>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35C2A9CF-36FF-03E3-2A7A-256A56C00AB0}"/>
              </a:ext>
            </a:extLst>
          </p:cNvPr>
          <p:cNvSpPr/>
          <p:nvPr/>
        </p:nvSpPr>
        <p:spPr>
          <a:xfrm>
            <a:off x="1085512" y="2744037"/>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61E687F8-C0A7-80E3-F9AE-66BF9DA7A525}"/>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DD484CF9-0CDF-1682-06DE-5591689323B6}"/>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C212B6E7-403E-6BA8-E4A7-2F5A69E31275}"/>
              </a:ext>
            </a:extLst>
          </p:cNvPr>
          <p:cNvPicPr>
            <a:picLocks noChangeAspect="1"/>
          </p:cNvPicPr>
          <p:nvPr/>
        </p:nvPicPr>
        <p:blipFill>
          <a:blip r:embed="rId4"/>
          <a:srcRect/>
          <a:stretch/>
        </p:blipFill>
        <p:spPr>
          <a:xfrm>
            <a:off x="2901608" y="2251283"/>
            <a:ext cx="152365" cy="152365"/>
          </a:xfrm>
          <a:prstGeom prst="rect">
            <a:avLst/>
          </a:prstGeom>
        </p:spPr>
      </p:pic>
      <p:sp>
        <p:nvSpPr>
          <p:cNvPr id="12" name="Text 10">
            <a:extLst>
              <a:ext uri="{FF2B5EF4-FFF2-40B4-BE49-F238E27FC236}">
                <a16:creationId xmlns:a16="http://schemas.microsoft.com/office/drawing/2014/main" id="{B7FF0EF6-1837-0E9A-FC25-0C64F6F32125}"/>
              </a:ext>
            </a:extLst>
          </p:cNvPr>
          <p:cNvSpPr/>
          <p:nvPr/>
        </p:nvSpPr>
        <p:spPr>
          <a:xfrm>
            <a:off x="2838147" y="2517995"/>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02FAD83D-2C16-1592-32E4-0266EFD702A1}"/>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47255D11-8895-D21A-71F3-E537D0561EE2}"/>
              </a:ext>
            </a:extLst>
          </p:cNvPr>
          <p:cNvSpPr/>
          <p:nvPr/>
        </p:nvSpPr>
        <p:spPr>
          <a:xfrm>
            <a:off x="4632235" y="2076909"/>
            <a:ext cx="1428660"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5" name="Shape 13">
            <a:extLst>
              <a:ext uri="{FF2B5EF4-FFF2-40B4-BE49-F238E27FC236}">
                <a16:creationId xmlns:a16="http://schemas.microsoft.com/office/drawing/2014/main" id="{9CCEF05F-5EEA-C0A9-C32D-A72BEC2335D5}"/>
              </a:ext>
            </a:extLst>
          </p:cNvPr>
          <p:cNvSpPr/>
          <p:nvPr/>
        </p:nvSpPr>
        <p:spPr>
          <a:xfrm>
            <a:off x="4743147" y="2187823"/>
            <a:ext cx="279384" cy="279384"/>
          </a:xfrm>
          <a:prstGeom prst="roundRect">
            <a:avLst>
              <a:gd name="adj" fmla="val 50000"/>
            </a:avLst>
          </a:prstGeom>
          <a:solidFill>
            <a:srgbClr val="16213E"/>
          </a:solidFill>
          <a:ln/>
        </p:spPr>
      </p:sp>
      <p:pic>
        <p:nvPicPr>
          <p:cNvPr id="16" name="Image 2" descr="preencoded.png">
            <a:extLst>
              <a:ext uri="{FF2B5EF4-FFF2-40B4-BE49-F238E27FC236}">
                <a16:creationId xmlns:a16="http://schemas.microsoft.com/office/drawing/2014/main" id="{2B9BA467-D534-DBE1-828B-BA84484F4194}"/>
              </a:ext>
            </a:extLst>
          </p:cNvPr>
          <p:cNvPicPr>
            <a:picLocks noChangeAspect="1"/>
          </p:cNvPicPr>
          <p:nvPr/>
        </p:nvPicPr>
        <p:blipFill>
          <a:blip r:embed="rId5"/>
          <a:srcRect/>
          <a:stretch/>
        </p:blipFill>
        <p:spPr>
          <a:xfrm>
            <a:off x="4806608" y="2251283"/>
            <a:ext cx="152365" cy="152365"/>
          </a:xfrm>
          <a:prstGeom prst="rect">
            <a:avLst/>
          </a:prstGeom>
        </p:spPr>
      </p:pic>
      <p:sp>
        <p:nvSpPr>
          <p:cNvPr id="17" name="Text 14">
            <a:extLst>
              <a:ext uri="{FF2B5EF4-FFF2-40B4-BE49-F238E27FC236}">
                <a16:creationId xmlns:a16="http://schemas.microsoft.com/office/drawing/2014/main" id="{9727895A-C2B3-5020-5D76-5D03D6DE6908}"/>
              </a:ext>
            </a:extLst>
          </p:cNvPr>
          <p:cNvSpPr/>
          <p:nvPr/>
        </p:nvSpPr>
        <p:spPr>
          <a:xfrm>
            <a:off x="4743147" y="2517995"/>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3F1E7CF3-8F06-9B1C-F942-05CA834AAE60}"/>
              </a:ext>
            </a:extLst>
          </p:cNvPr>
          <p:cNvSpPr/>
          <p:nvPr/>
        </p:nvSpPr>
        <p:spPr>
          <a:xfrm>
            <a:off x="4743147" y="2744037"/>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6A5CD363-DF03-9105-4C8E-BB6A3E9590F2}"/>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A56E6786-DDE2-109E-78FB-C9E64604875F}"/>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2D06C73A-E5EF-4971-7A4D-B328C8F92DC6}"/>
              </a:ext>
            </a:extLst>
          </p:cNvPr>
          <p:cNvPicPr>
            <a:picLocks noChangeAspect="1"/>
          </p:cNvPicPr>
          <p:nvPr/>
        </p:nvPicPr>
        <p:blipFill>
          <a:blip r:embed="rId6">
            <a:alphaModFix amt="40000"/>
          </a:blip>
          <a:srcRect/>
          <a:stretch/>
        </p:blipFill>
        <p:spPr>
          <a:xfrm>
            <a:off x="1136399" y="3699188"/>
            <a:ext cx="152365" cy="152365"/>
          </a:xfrm>
          <a:prstGeom prst="rect">
            <a:avLst/>
          </a:prstGeom>
        </p:spPr>
      </p:pic>
      <p:sp>
        <p:nvSpPr>
          <p:cNvPr id="22" name="Text 18">
            <a:extLst>
              <a:ext uri="{FF2B5EF4-FFF2-40B4-BE49-F238E27FC236}">
                <a16:creationId xmlns:a16="http://schemas.microsoft.com/office/drawing/2014/main" id="{89E24D24-0665-2320-0D70-D3DC8288B80A}"/>
              </a:ext>
            </a:extLst>
          </p:cNvPr>
          <p:cNvSpPr/>
          <p:nvPr/>
        </p:nvSpPr>
        <p:spPr>
          <a:xfrm>
            <a:off x="1072938" y="3965901"/>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652353E8-DD58-A8A1-ADD5-CAFED13C37FD}"/>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DAC7C5D9-190B-EF94-41BC-2B075B3D238F}"/>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 name="Shape 21">
            <a:extLst>
              <a:ext uri="{FF2B5EF4-FFF2-40B4-BE49-F238E27FC236}">
                <a16:creationId xmlns:a16="http://schemas.microsoft.com/office/drawing/2014/main" id="{CA09FE99-A847-37B1-1E79-B4A0930892F2}"/>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6" name="Image 4" descr="preencoded.png">
            <a:extLst>
              <a:ext uri="{FF2B5EF4-FFF2-40B4-BE49-F238E27FC236}">
                <a16:creationId xmlns:a16="http://schemas.microsoft.com/office/drawing/2014/main" id="{2B66BDA5-A328-95E4-FBE1-8BF724825B53}"/>
              </a:ext>
            </a:extLst>
          </p:cNvPr>
          <p:cNvPicPr>
            <a:picLocks noChangeAspect="1"/>
          </p:cNvPicPr>
          <p:nvPr/>
        </p:nvPicPr>
        <p:blipFill>
          <a:blip r:embed="rId7">
            <a:alphaModFix amt="40000"/>
          </a:blip>
          <a:srcRect/>
          <a:stretch/>
        </p:blipFill>
        <p:spPr>
          <a:xfrm>
            <a:off x="4794034" y="3699188"/>
            <a:ext cx="152365" cy="152365"/>
          </a:xfrm>
          <a:prstGeom prst="rect">
            <a:avLst/>
          </a:prstGeom>
        </p:spPr>
      </p:pic>
      <p:sp>
        <p:nvSpPr>
          <p:cNvPr id="27" name="Text 22">
            <a:extLst>
              <a:ext uri="{FF2B5EF4-FFF2-40B4-BE49-F238E27FC236}">
                <a16:creationId xmlns:a16="http://schemas.microsoft.com/office/drawing/2014/main" id="{9471DB6F-1E27-796A-12F2-4018891B1442}"/>
              </a:ext>
            </a:extLst>
          </p:cNvPr>
          <p:cNvSpPr/>
          <p:nvPr/>
        </p:nvSpPr>
        <p:spPr>
          <a:xfrm>
            <a:off x="4730573" y="3965901"/>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8907E3EA-A678-7A30-45BB-1C938C8FB4DD}"/>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1A5D9948-B55E-F01E-28CA-3E0BFD081371}"/>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677331C0-6D95-8A32-1169-9B1597902B19}"/>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FC196181-2459-8ACD-E5A1-3321DB10090B}"/>
              </a:ext>
            </a:extLst>
          </p:cNvPr>
          <p:cNvPicPr>
            <a:picLocks noChangeAspect="1"/>
          </p:cNvPicPr>
          <p:nvPr/>
        </p:nvPicPr>
        <p:blipFill>
          <a:blip r:embed="rId8">
            <a:alphaModFix amt="40000"/>
          </a:blip>
          <a:srcRect/>
          <a:stretch/>
        </p:blipFill>
        <p:spPr>
          <a:xfrm>
            <a:off x="1136399" y="4969191"/>
            <a:ext cx="152365" cy="152365"/>
          </a:xfrm>
          <a:prstGeom prst="rect">
            <a:avLst/>
          </a:prstGeom>
        </p:spPr>
      </p:pic>
      <p:sp>
        <p:nvSpPr>
          <p:cNvPr id="32" name="Text 26">
            <a:extLst>
              <a:ext uri="{FF2B5EF4-FFF2-40B4-BE49-F238E27FC236}">
                <a16:creationId xmlns:a16="http://schemas.microsoft.com/office/drawing/2014/main" id="{DF74026E-A0AC-FEA4-C629-A297B7595296}"/>
              </a:ext>
            </a:extLst>
          </p:cNvPr>
          <p:cNvSpPr/>
          <p:nvPr/>
        </p:nvSpPr>
        <p:spPr>
          <a:xfrm>
            <a:off x="1072938" y="523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EE237834-7AEF-5123-D8D7-A5CEA31C8EBE}"/>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FF3E49B0-03D6-52EA-AEDE-C5A5C74A7854}"/>
              </a:ext>
            </a:extLst>
          </p:cNvPr>
          <p:cNvSpPr/>
          <p:nvPr/>
        </p:nvSpPr>
        <p:spPr>
          <a:xfrm>
            <a:off x="2720885" y="4801040"/>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5" name="Shape 29">
            <a:extLst>
              <a:ext uri="{FF2B5EF4-FFF2-40B4-BE49-F238E27FC236}">
                <a16:creationId xmlns:a16="http://schemas.microsoft.com/office/drawing/2014/main" id="{BC9610BA-B915-B9BE-BFBA-3D922403669F}"/>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6" name="Image 6" descr="preencoded.png">
            <a:extLst>
              <a:ext uri="{FF2B5EF4-FFF2-40B4-BE49-F238E27FC236}">
                <a16:creationId xmlns:a16="http://schemas.microsoft.com/office/drawing/2014/main" id="{DDE0945B-FF11-B246-1EEB-95F170C186D8}"/>
              </a:ext>
            </a:extLst>
          </p:cNvPr>
          <p:cNvPicPr>
            <a:picLocks noChangeAspect="1"/>
          </p:cNvPicPr>
          <p:nvPr/>
        </p:nvPicPr>
        <p:blipFill>
          <a:blip r:embed="rId9">
            <a:alphaModFix amt="40000"/>
          </a:blip>
          <a:srcRect/>
          <a:stretch/>
        </p:blipFill>
        <p:spPr>
          <a:xfrm>
            <a:off x="2889034" y="4969191"/>
            <a:ext cx="152365" cy="152365"/>
          </a:xfrm>
          <a:prstGeom prst="rect">
            <a:avLst/>
          </a:prstGeom>
        </p:spPr>
      </p:pic>
      <p:sp>
        <p:nvSpPr>
          <p:cNvPr id="37" name="Text 30">
            <a:extLst>
              <a:ext uri="{FF2B5EF4-FFF2-40B4-BE49-F238E27FC236}">
                <a16:creationId xmlns:a16="http://schemas.microsoft.com/office/drawing/2014/main" id="{33DC7053-41C5-10FE-27D9-89939FCEB51E}"/>
              </a:ext>
            </a:extLst>
          </p:cNvPr>
          <p:cNvSpPr/>
          <p:nvPr/>
        </p:nvSpPr>
        <p:spPr>
          <a:xfrm>
            <a:off x="2825573" y="5235897"/>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5FA5F6A7-4F46-A0F8-5F14-C63727879BD3}"/>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CB5947B0-CAA9-13D4-07BF-0A9A00267CAE}"/>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0" name="Shape 33">
            <a:extLst>
              <a:ext uri="{FF2B5EF4-FFF2-40B4-BE49-F238E27FC236}">
                <a16:creationId xmlns:a16="http://schemas.microsoft.com/office/drawing/2014/main" id="{31BE56B3-8AC5-732D-D9E1-4076A312C7AA}"/>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1" name="Image 7" descr="preencoded.png">
            <a:extLst>
              <a:ext uri="{FF2B5EF4-FFF2-40B4-BE49-F238E27FC236}">
                <a16:creationId xmlns:a16="http://schemas.microsoft.com/office/drawing/2014/main" id="{816172E6-06D0-2B09-1984-FE92B1AA39C1}"/>
              </a:ext>
            </a:extLst>
          </p:cNvPr>
          <p:cNvPicPr>
            <a:picLocks noChangeAspect="1"/>
          </p:cNvPicPr>
          <p:nvPr/>
        </p:nvPicPr>
        <p:blipFill>
          <a:blip r:embed="rId10">
            <a:alphaModFix amt="40000"/>
          </a:blip>
          <a:srcRect/>
          <a:stretch/>
        </p:blipFill>
        <p:spPr>
          <a:xfrm>
            <a:off x="4794034" y="4969191"/>
            <a:ext cx="152365" cy="152365"/>
          </a:xfrm>
          <a:prstGeom prst="rect">
            <a:avLst/>
          </a:prstGeom>
        </p:spPr>
      </p:pic>
      <p:sp>
        <p:nvSpPr>
          <p:cNvPr id="42" name="Text 34">
            <a:extLst>
              <a:ext uri="{FF2B5EF4-FFF2-40B4-BE49-F238E27FC236}">
                <a16:creationId xmlns:a16="http://schemas.microsoft.com/office/drawing/2014/main" id="{598D36A3-3F0C-8D99-7CE0-4A7DE3FD87C0}"/>
              </a:ext>
            </a:extLst>
          </p:cNvPr>
          <p:cNvSpPr/>
          <p:nvPr/>
        </p:nvSpPr>
        <p:spPr>
          <a:xfrm>
            <a:off x="4730573" y="5235897"/>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3B4EB94B-26F7-F2CF-A0C8-B0846CDE6F11}"/>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0B6CFA57-BA62-02FA-699E-B4AC6DB056DE}"/>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361529B8-2406-7A37-9B66-40C8337C2836}"/>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5B512B84-B567-C10C-6764-E45C3D24DF75}"/>
              </a:ext>
            </a:extLst>
          </p:cNvPr>
          <p:cNvPicPr>
            <a:picLocks noChangeAspect="1"/>
          </p:cNvPicPr>
          <p:nvPr/>
        </p:nvPicPr>
        <p:blipFill>
          <a:blip r:embed="rId11">
            <a:alphaModFix amt="40000"/>
          </a:blip>
          <a:srcRect/>
          <a:stretch/>
        </p:blipFill>
        <p:spPr>
          <a:xfrm>
            <a:off x="6635475" y="2238707"/>
            <a:ext cx="152365" cy="152365"/>
          </a:xfrm>
          <a:prstGeom prst="rect">
            <a:avLst/>
          </a:prstGeom>
        </p:spPr>
      </p:pic>
      <p:sp>
        <p:nvSpPr>
          <p:cNvPr id="47" name="Text 38">
            <a:extLst>
              <a:ext uri="{FF2B5EF4-FFF2-40B4-BE49-F238E27FC236}">
                <a16:creationId xmlns:a16="http://schemas.microsoft.com/office/drawing/2014/main" id="{4118ED82-82FC-2234-5A87-EABA322C14A8}"/>
              </a:ext>
            </a:extLst>
          </p:cNvPr>
          <p:cNvSpPr/>
          <p:nvPr/>
        </p:nvSpPr>
        <p:spPr>
          <a:xfrm>
            <a:off x="6572014" y="2505419"/>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C1FF7865-9FCF-A58B-1ECB-8CAB5F5CF208}"/>
              </a:ext>
            </a:extLst>
          </p:cNvPr>
          <p:cNvSpPr/>
          <p:nvPr/>
        </p:nvSpPr>
        <p:spPr>
          <a:xfrm>
            <a:off x="6572014" y="2731461"/>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0F57E27C-2AB9-DE0B-0E1D-DB71304508AA}"/>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627D1580-9D5F-7E88-66F3-57A13464F7D0}"/>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6FE91708-4B11-D039-4A78-B3B735F37169}"/>
              </a:ext>
            </a:extLst>
          </p:cNvPr>
          <p:cNvPicPr>
            <a:picLocks noChangeAspect="1"/>
          </p:cNvPicPr>
          <p:nvPr/>
        </p:nvPicPr>
        <p:blipFill>
          <a:blip r:embed="rId12">
            <a:alphaModFix amt="40000"/>
          </a:blip>
          <a:srcRect/>
          <a:stretch/>
        </p:blipFill>
        <p:spPr>
          <a:xfrm>
            <a:off x="6635475" y="3699188"/>
            <a:ext cx="152365" cy="152365"/>
          </a:xfrm>
          <a:prstGeom prst="rect">
            <a:avLst/>
          </a:prstGeom>
        </p:spPr>
      </p:pic>
      <p:sp>
        <p:nvSpPr>
          <p:cNvPr id="52" name="Text 42">
            <a:extLst>
              <a:ext uri="{FF2B5EF4-FFF2-40B4-BE49-F238E27FC236}">
                <a16:creationId xmlns:a16="http://schemas.microsoft.com/office/drawing/2014/main" id="{CD8759D2-0BF5-464E-8FD0-549B9C9EF03F}"/>
              </a:ext>
            </a:extLst>
          </p:cNvPr>
          <p:cNvSpPr/>
          <p:nvPr/>
        </p:nvSpPr>
        <p:spPr>
          <a:xfrm>
            <a:off x="6572014" y="3965901"/>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3C0EF261-2CBD-2893-7EC9-137FA1AA6566}"/>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7C5C730D-54AC-874E-88A3-3D53FDDDD31D}"/>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C257C248-00BB-4885-8615-3ECF25F97BDB}"/>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1C6C0BC6-0453-9599-07E8-5FBEE84BFF7F}"/>
              </a:ext>
            </a:extLst>
          </p:cNvPr>
          <p:cNvPicPr>
            <a:picLocks noChangeAspect="1"/>
          </p:cNvPicPr>
          <p:nvPr/>
        </p:nvPicPr>
        <p:blipFill>
          <a:blip r:embed="rId13">
            <a:alphaModFix amt="40000"/>
          </a:blip>
          <a:srcRect/>
          <a:stretch/>
        </p:blipFill>
        <p:spPr>
          <a:xfrm>
            <a:off x="6635475" y="4969191"/>
            <a:ext cx="152365" cy="152365"/>
          </a:xfrm>
          <a:prstGeom prst="rect">
            <a:avLst/>
          </a:prstGeom>
        </p:spPr>
      </p:pic>
      <p:sp>
        <p:nvSpPr>
          <p:cNvPr id="57" name="Text 46">
            <a:extLst>
              <a:ext uri="{FF2B5EF4-FFF2-40B4-BE49-F238E27FC236}">
                <a16:creationId xmlns:a16="http://schemas.microsoft.com/office/drawing/2014/main" id="{46EDF5CD-A5CF-88FE-40F3-73F7DFC774D7}"/>
              </a:ext>
            </a:extLst>
          </p:cNvPr>
          <p:cNvSpPr/>
          <p:nvPr/>
        </p:nvSpPr>
        <p:spPr>
          <a:xfrm>
            <a:off x="6572014" y="5235897"/>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90CF5BB9-B7F6-5C08-A959-CEBCB5DAC159}"/>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DA296CC0-3360-2DB3-7356-B33D82BD1C21}"/>
              </a:ext>
            </a:extLst>
          </p:cNvPr>
          <p:cNvPicPr>
            <a:picLocks noChangeAspect="1"/>
          </p:cNvPicPr>
          <p:nvPr/>
        </p:nvPicPr>
        <p:blipFill>
          <a:blip r:embed="rId14"/>
          <a:srcRect l="-5" r="-5"/>
          <a:stretch/>
        </p:blipFill>
        <p:spPr>
          <a:xfrm>
            <a:off x="2311306" y="2594421"/>
            <a:ext cx="482537" cy="152365"/>
          </a:xfrm>
          <a:prstGeom prst="rect">
            <a:avLst/>
          </a:prstGeom>
        </p:spPr>
      </p:pic>
      <p:pic>
        <p:nvPicPr>
          <p:cNvPr id="60" name="Image 12" descr="connector">
            <a:extLst>
              <a:ext uri="{FF2B5EF4-FFF2-40B4-BE49-F238E27FC236}">
                <a16:creationId xmlns:a16="http://schemas.microsoft.com/office/drawing/2014/main" id="{6D370A11-72A0-6C74-5093-573340DA14DE}"/>
              </a:ext>
            </a:extLst>
          </p:cNvPr>
          <p:cNvPicPr>
            <a:picLocks noChangeAspect="1"/>
          </p:cNvPicPr>
          <p:nvPr/>
        </p:nvPicPr>
        <p:blipFill>
          <a:blip r:embed="rId15"/>
          <a:srcRect l="-5" r="-5"/>
          <a:stretch/>
        </p:blipFill>
        <p:spPr>
          <a:xfrm>
            <a:off x="4165419" y="2594421"/>
            <a:ext cx="533325" cy="152365"/>
          </a:xfrm>
          <a:prstGeom prst="rect">
            <a:avLst/>
          </a:prstGeom>
        </p:spPr>
      </p:pic>
      <p:pic>
        <p:nvPicPr>
          <p:cNvPr id="61" name="Image 13" descr="connector">
            <a:extLst>
              <a:ext uri="{FF2B5EF4-FFF2-40B4-BE49-F238E27FC236}">
                <a16:creationId xmlns:a16="http://schemas.microsoft.com/office/drawing/2014/main" id="{EACAA8CC-EEC3-B56F-B869-C20C64D4C7D7}"/>
              </a:ext>
            </a:extLst>
          </p:cNvPr>
          <p:cNvPicPr>
            <a:picLocks noChangeAspect="1"/>
          </p:cNvPicPr>
          <p:nvPr/>
        </p:nvPicPr>
        <p:blipFill>
          <a:blip r:embed="rId16"/>
          <a:srcRect t="-9" b="-9"/>
          <a:stretch/>
        </p:blipFill>
        <p:spPr>
          <a:xfrm>
            <a:off x="3428843" y="3223037"/>
            <a:ext cx="101576" cy="1625517"/>
          </a:xfrm>
          <a:prstGeom prst="rect">
            <a:avLst/>
          </a:prstGeom>
        </p:spPr>
      </p:pic>
      <p:pic>
        <p:nvPicPr>
          <p:cNvPr id="62" name="Image 14" descr="connector">
            <a:extLst>
              <a:ext uri="{FF2B5EF4-FFF2-40B4-BE49-F238E27FC236}">
                <a16:creationId xmlns:a16="http://schemas.microsoft.com/office/drawing/2014/main" id="{EE9E6A45-40C4-AD8B-E2DA-BF723D604EAA}"/>
              </a:ext>
            </a:extLst>
          </p:cNvPr>
          <p:cNvPicPr>
            <a:picLocks noChangeAspect="1"/>
          </p:cNvPicPr>
          <p:nvPr/>
        </p:nvPicPr>
        <p:blipFill>
          <a:blip r:embed="rId17"/>
          <a:srcRect t="-1" b="-1"/>
          <a:stretch/>
        </p:blipFill>
        <p:spPr>
          <a:xfrm>
            <a:off x="3936823" y="3223037"/>
            <a:ext cx="736576" cy="863596"/>
          </a:xfrm>
          <a:prstGeom prst="rect">
            <a:avLst/>
          </a:prstGeom>
        </p:spPr>
      </p:pic>
      <p:pic>
        <p:nvPicPr>
          <p:cNvPr id="63" name="Image 15" descr="connector">
            <a:extLst>
              <a:ext uri="{FF2B5EF4-FFF2-40B4-BE49-F238E27FC236}">
                <a16:creationId xmlns:a16="http://schemas.microsoft.com/office/drawing/2014/main" id="{A4AE4C09-A4EF-FF65-F746-1175CDF75FD4}"/>
              </a:ext>
            </a:extLst>
          </p:cNvPr>
          <p:cNvPicPr>
            <a:picLocks noChangeAspect="1"/>
          </p:cNvPicPr>
          <p:nvPr/>
        </p:nvPicPr>
        <p:blipFill>
          <a:blip r:embed="rId18"/>
          <a:srcRect l="-2" r="-2"/>
          <a:stretch/>
        </p:blipFill>
        <p:spPr>
          <a:xfrm>
            <a:off x="6019631" y="3985056"/>
            <a:ext cx="495210" cy="101576"/>
          </a:xfrm>
          <a:prstGeom prst="rect">
            <a:avLst/>
          </a:prstGeom>
        </p:spPr>
      </p:pic>
      <p:pic>
        <p:nvPicPr>
          <p:cNvPr id="192" name="Image 16" descr="connector">
            <a:extLst>
              <a:ext uri="{FF2B5EF4-FFF2-40B4-BE49-F238E27FC236}">
                <a16:creationId xmlns:a16="http://schemas.microsoft.com/office/drawing/2014/main" id="{6B1A11F4-F407-1F07-320C-0C9E69614B00}"/>
              </a:ext>
            </a:extLst>
          </p:cNvPr>
          <p:cNvPicPr>
            <a:picLocks noChangeAspect="1"/>
          </p:cNvPicPr>
          <p:nvPr/>
        </p:nvPicPr>
        <p:blipFill>
          <a:blip r:embed="rId19"/>
          <a:srcRect l="-6" r="-6"/>
          <a:stretch/>
        </p:blipFill>
        <p:spPr>
          <a:xfrm>
            <a:off x="2336651" y="5255059"/>
            <a:ext cx="431749" cy="101576"/>
          </a:xfrm>
          <a:prstGeom prst="rect">
            <a:avLst/>
          </a:prstGeom>
        </p:spPr>
      </p:pic>
      <p:pic>
        <p:nvPicPr>
          <p:cNvPr id="193" name="Image 17" descr="connector">
            <a:extLst>
              <a:ext uri="{FF2B5EF4-FFF2-40B4-BE49-F238E27FC236}">
                <a16:creationId xmlns:a16="http://schemas.microsoft.com/office/drawing/2014/main" id="{0D57CDCE-93E6-EE1D-1B74-0A452569102E}"/>
              </a:ext>
            </a:extLst>
          </p:cNvPr>
          <p:cNvPicPr>
            <a:picLocks noChangeAspect="1"/>
          </p:cNvPicPr>
          <p:nvPr/>
        </p:nvPicPr>
        <p:blipFill>
          <a:blip r:embed="rId20"/>
          <a:srcRect l="-5" r="-5"/>
          <a:stretch/>
        </p:blipFill>
        <p:spPr>
          <a:xfrm>
            <a:off x="4190862" y="5255059"/>
            <a:ext cx="482537" cy="101576"/>
          </a:xfrm>
          <a:prstGeom prst="rect">
            <a:avLst/>
          </a:prstGeom>
        </p:spPr>
      </p:pic>
      <p:pic>
        <p:nvPicPr>
          <p:cNvPr id="194" name="Image 18" descr="connector">
            <a:extLst>
              <a:ext uri="{FF2B5EF4-FFF2-40B4-BE49-F238E27FC236}">
                <a16:creationId xmlns:a16="http://schemas.microsoft.com/office/drawing/2014/main" id="{193FFE77-F853-56E5-C31F-E58C56FB2146}"/>
              </a:ext>
            </a:extLst>
          </p:cNvPr>
          <p:cNvPicPr>
            <a:picLocks noChangeAspect="1"/>
          </p:cNvPicPr>
          <p:nvPr/>
        </p:nvPicPr>
        <p:blipFill>
          <a:blip r:embed="rId18"/>
          <a:srcRect l="-2" r="-2"/>
          <a:stretch/>
        </p:blipFill>
        <p:spPr>
          <a:xfrm>
            <a:off x="6019631" y="5255059"/>
            <a:ext cx="495210" cy="101576"/>
          </a:xfrm>
          <a:prstGeom prst="rect">
            <a:avLst/>
          </a:prstGeom>
        </p:spPr>
      </p:pic>
      <p:pic>
        <p:nvPicPr>
          <p:cNvPr id="195" name="Image 19" descr="connector">
            <a:extLst>
              <a:ext uri="{FF2B5EF4-FFF2-40B4-BE49-F238E27FC236}">
                <a16:creationId xmlns:a16="http://schemas.microsoft.com/office/drawing/2014/main" id="{3B85859D-D7F8-27AA-B634-D892FC02B608}"/>
              </a:ext>
            </a:extLst>
          </p:cNvPr>
          <p:cNvPicPr>
            <a:picLocks noChangeAspect="1"/>
          </p:cNvPicPr>
          <p:nvPr/>
        </p:nvPicPr>
        <p:blipFill>
          <a:blip r:embed="rId21"/>
          <a:srcRect/>
          <a:stretch/>
        </p:blipFill>
        <p:spPr>
          <a:xfrm>
            <a:off x="6159323" y="2619766"/>
            <a:ext cx="355517" cy="101576"/>
          </a:xfrm>
          <a:prstGeom prst="rect">
            <a:avLst/>
          </a:prstGeom>
        </p:spPr>
      </p:pic>
      <p:sp>
        <p:nvSpPr>
          <p:cNvPr id="196" name="Shape 48">
            <a:extLst>
              <a:ext uri="{FF2B5EF4-FFF2-40B4-BE49-F238E27FC236}">
                <a16:creationId xmlns:a16="http://schemas.microsoft.com/office/drawing/2014/main" id="{92D8EA5D-43ED-A6F7-D9E5-CB8DB80D218B}"/>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D0923850-4702-EA6D-3EC8-51D579379937}"/>
              </a:ext>
            </a:extLst>
          </p:cNvPr>
          <p:cNvSpPr/>
          <p:nvPr/>
        </p:nvSpPr>
        <p:spPr>
          <a:xfrm>
            <a:off x="8311879" y="1819632"/>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4 VON 8</a:t>
            </a:r>
            <a:endParaRPr lang="en-US" sz="1200" dirty="0"/>
          </a:p>
        </p:txBody>
      </p:sp>
      <p:sp>
        <p:nvSpPr>
          <p:cNvPr id="198" name="Text 50">
            <a:extLst>
              <a:ext uri="{FF2B5EF4-FFF2-40B4-BE49-F238E27FC236}">
                <a16:creationId xmlns:a16="http://schemas.microsoft.com/office/drawing/2014/main" id="{1BE23311-CE47-BB0A-31C4-4BF22E30C070}"/>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Von der SSD in den Arbeitsspeicher</a:t>
            </a:r>
            <a:endParaRPr lang="en-US" sz="1600" dirty="0"/>
          </a:p>
        </p:txBody>
      </p:sp>
      <p:sp>
        <p:nvSpPr>
          <p:cNvPr id="199" name="Text 51">
            <a:extLst>
              <a:ext uri="{FF2B5EF4-FFF2-40B4-BE49-F238E27FC236}">
                <a16:creationId xmlns:a16="http://schemas.microsoft.com/office/drawing/2014/main" id="{DACF0397-5DC0-5CBF-AAA9-8E8061A03D7A}"/>
              </a:ext>
            </a:extLst>
          </p:cNvPr>
          <p:cNvSpPr/>
          <p:nvPr/>
        </p:nvSpPr>
        <p:spPr>
          <a:xfrm>
            <a:off x="8404335" y="2774193"/>
            <a:ext cx="2791040" cy="1305027"/>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Firmware findet das Startlaufwerk</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Bootloader startet von der SSD</a:t>
            </a:r>
            <a:endParaRPr lang="en-US" sz="1200" dirty="0"/>
          </a:p>
          <a:p>
            <a:pPr marL="161544" indent="-161544" algn="l">
              <a:lnSpc>
                <a:spcPts val="1680"/>
              </a:lnSpc>
              <a:buSzPct val="100000"/>
              <a:buChar char="•"/>
            </a:pPr>
            <a:r>
              <a:rPr lang="en-US" sz="1200" dirty="0" err="1">
                <a:solidFill>
                  <a:srgbClr val="3D4656"/>
                </a:solidFill>
                <a:latin typeface="Open Sans" pitchFamily="34" charset="0"/>
                <a:ea typeface="Open Sans" pitchFamily="34" charset="-122"/>
                <a:cs typeface="Open Sans" pitchFamily="34" charset="-120"/>
              </a:rPr>
              <a:t>danach</a:t>
            </a:r>
            <a:r>
              <a:rPr lang="en-US" sz="1200" dirty="0">
                <a:solidFill>
                  <a:srgbClr val="3D4656"/>
                </a:solidFill>
                <a:latin typeface="Open Sans" pitchFamily="34" charset="0"/>
                <a:ea typeface="Open Sans" pitchFamily="34" charset="-122"/>
                <a:cs typeface="Open Sans" pitchFamily="34" charset="-120"/>
              </a:rPr>
              <a:t> übernimmt das Betriebssystem</a:t>
            </a:r>
            <a:endParaRPr lang="en-US" sz="1200" dirty="0"/>
          </a:p>
        </p:txBody>
      </p:sp>
      <p:sp>
        <p:nvSpPr>
          <p:cNvPr id="200" name="Shape 52">
            <a:extLst>
              <a:ext uri="{FF2B5EF4-FFF2-40B4-BE49-F238E27FC236}">
                <a16:creationId xmlns:a16="http://schemas.microsoft.com/office/drawing/2014/main" id="{C74FD7A4-7E77-1EA9-284E-7FDE13465890}"/>
              </a:ext>
            </a:extLst>
          </p:cNvPr>
          <p:cNvSpPr/>
          <p:nvPr/>
        </p:nvSpPr>
        <p:spPr>
          <a:xfrm>
            <a:off x="8311879" y="5131705"/>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7651668F-AF14-5CA7-96F0-63D9CCC4C375}"/>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A83B779E-C88A-A041-1048-10B8EA590403}"/>
              </a:ext>
            </a:extLst>
          </p:cNvPr>
          <p:cNvSpPr/>
          <p:nvPr/>
        </p:nvSpPr>
        <p:spPr>
          <a:xfrm>
            <a:off x="8311879" y="5513028"/>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SSD → CPU → RAM</a:t>
            </a:r>
            <a:endParaRPr lang="en-US" sz="1400" dirty="0"/>
          </a:p>
        </p:txBody>
      </p:sp>
      <p:sp>
        <p:nvSpPr>
          <p:cNvPr id="203" name="Shape 52">
            <a:extLst>
              <a:ext uri="{FF2B5EF4-FFF2-40B4-BE49-F238E27FC236}">
                <a16:creationId xmlns:a16="http://schemas.microsoft.com/office/drawing/2014/main" id="{04819DF1-FB39-7868-B4AB-9ADBE6E943EA}"/>
              </a:ext>
            </a:extLst>
          </p:cNvPr>
          <p:cNvSpPr/>
          <p:nvPr/>
        </p:nvSpPr>
        <p:spPr>
          <a:xfrm>
            <a:off x="8429899" y="5017257"/>
            <a:ext cx="2806908" cy="0"/>
          </a:xfrm>
          <a:prstGeom prst="line">
            <a:avLst/>
          </a:prstGeom>
          <a:noFill/>
          <a:ln w="6350">
            <a:solidFill>
              <a:srgbClr val="E3E7EE"/>
            </a:solidFill>
            <a:prstDash val="solid"/>
          </a:ln>
        </p:spPr>
      </p:sp>
      <p:sp>
        <p:nvSpPr>
          <p:cNvPr id="204" name="Shape 7">
            <a:extLst>
              <a:ext uri="{FF2B5EF4-FFF2-40B4-BE49-F238E27FC236}">
                <a16:creationId xmlns:a16="http://schemas.microsoft.com/office/drawing/2014/main" id="{612DB905-A182-3D4F-F379-448EFF718B87}"/>
              </a:ext>
            </a:extLst>
          </p:cNvPr>
          <p:cNvSpPr/>
          <p:nvPr/>
        </p:nvSpPr>
        <p:spPr>
          <a:xfrm>
            <a:off x="8144420" y="3693472"/>
            <a:ext cx="3171640" cy="1389768"/>
          </a:xfrm>
          <a:prstGeom prst="roundRect">
            <a:avLst>
              <a:gd name="adj" fmla="val 6979"/>
            </a:avLst>
          </a:prstGeom>
          <a:solidFill>
            <a:schemeClr val="bg1">
              <a:lumMod val="85000"/>
            </a:schemeClr>
          </a:solidFill>
          <a:ln w="6350">
            <a:solidFill>
              <a:srgbClr val="E3E7EE"/>
            </a:solidFill>
            <a:prstDash val="solid"/>
          </a:ln>
          <a:effectLst>
            <a:outerShdw blurRad="114300" dist="25400" dir="5400000" algn="bl" rotWithShape="0">
              <a:srgbClr val="DFE4EC">
                <a:alpha val="100000"/>
              </a:srgbClr>
            </a:outerShdw>
          </a:effectLst>
        </p:spPr>
      </p:sp>
      <p:sp>
        <p:nvSpPr>
          <p:cNvPr id="205" name="Shape 8">
            <a:extLst>
              <a:ext uri="{FF2B5EF4-FFF2-40B4-BE49-F238E27FC236}">
                <a16:creationId xmlns:a16="http://schemas.microsoft.com/office/drawing/2014/main" id="{127D0AFE-2AAC-79C7-FB07-A81A0EB6E258}"/>
              </a:ext>
            </a:extLst>
          </p:cNvPr>
          <p:cNvSpPr/>
          <p:nvPr/>
        </p:nvSpPr>
        <p:spPr>
          <a:xfrm>
            <a:off x="8399739" y="3868090"/>
            <a:ext cx="355517" cy="355517"/>
          </a:xfrm>
          <a:prstGeom prst="roundRect">
            <a:avLst>
              <a:gd name="adj" fmla="val 50000"/>
            </a:avLst>
          </a:prstGeom>
          <a:solidFill>
            <a:srgbClr val="16213E"/>
          </a:solidFill>
          <a:ln/>
        </p:spPr>
      </p:sp>
      <p:pic>
        <p:nvPicPr>
          <p:cNvPr id="206" name="Image 1" descr="preencoded.png">
            <a:extLst>
              <a:ext uri="{FF2B5EF4-FFF2-40B4-BE49-F238E27FC236}">
                <a16:creationId xmlns:a16="http://schemas.microsoft.com/office/drawing/2014/main" id="{350170D6-0FDA-05AA-F849-4EA88D578E44}"/>
              </a:ext>
            </a:extLst>
          </p:cNvPr>
          <p:cNvPicPr>
            <a:picLocks noChangeAspect="1"/>
          </p:cNvPicPr>
          <p:nvPr/>
        </p:nvPicPr>
        <p:blipFill>
          <a:blip r:embed="rId22"/>
          <a:srcRect/>
          <a:stretch/>
        </p:blipFill>
        <p:spPr>
          <a:xfrm>
            <a:off x="8482258" y="3950609"/>
            <a:ext cx="190480" cy="190480"/>
          </a:xfrm>
          <a:prstGeom prst="rect">
            <a:avLst/>
          </a:prstGeom>
        </p:spPr>
      </p:pic>
      <p:sp>
        <p:nvSpPr>
          <p:cNvPr id="207" name="Text 9">
            <a:extLst>
              <a:ext uri="{FF2B5EF4-FFF2-40B4-BE49-F238E27FC236}">
                <a16:creationId xmlns:a16="http://schemas.microsoft.com/office/drawing/2014/main" id="{62575F18-1D9A-B087-0A46-B9ABA2C175C7}"/>
              </a:ext>
            </a:extLst>
          </p:cNvPr>
          <p:cNvSpPr/>
          <p:nvPr/>
        </p:nvSpPr>
        <p:spPr>
          <a:xfrm>
            <a:off x="8882178" y="3811014"/>
            <a:ext cx="1209133" cy="269124"/>
          </a:xfrm>
          <a:prstGeom prst="rect">
            <a:avLst/>
          </a:prstGeom>
          <a:noFill/>
          <a:ln/>
        </p:spPr>
        <p:txBody>
          <a:bodyPr wrap="square" lIns="0" tIns="0" rIns="0" bIns="0" rtlCol="0" anchor="t">
            <a:normAutofit fontScale="70000" lnSpcReduction="20000"/>
          </a:bodyPr>
          <a:lstStyle/>
          <a:p>
            <a:pPr>
              <a:lnSpc>
                <a:spcPts val="1920"/>
              </a:lnSpc>
            </a:pPr>
            <a:r>
              <a:rPr lang="en-US" sz="1600" b="1" dirty="0">
                <a:solidFill>
                  <a:srgbClr val="16213E"/>
                </a:solidFill>
                <a:latin typeface="Open Sans" pitchFamily="34" charset="0"/>
                <a:ea typeface="Open Sans" pitchFamily="34" charset="-122"/>
                <a:cs typeface="Open Sans" pitchFamily="34" charset="-120"/>
              </a:rPr>
              <a:t>BETRIEBSSYSTEM</a:t>
            </a:r>
            <a:endParaRPr lang="en-US" sz="1600" dirty="0">
              <a:solidFill>
                <a:srgbClr val="16213E"/>
              </a:solidFill>
              <a:latin typeface="Open Sans"/>
            </a:endParaRPr>
          </a:p>
        </p:txBody>
      </p:sp>
      <p:sp>
        <p:nvSpPr>
          <p:cNvPr id="208" name="Text 10">
            <a:extLst>
              <a:ext uri="{FF2B5EF4-FFF2-40B4-BE49-F238E27FC236}">
                <a16:creationId xmlns:a16="http://schemas.microsoft.com/office/drawing/2014/main" id="{EE14C9F4-2E30-D3FA-6776-C5294952CFFF}"/>
              </a:ext>
            </a:extLst>
          </p:cNvPr>
          <p:cNvSpPr/>
          <p:nvPr/>
        </p:nvSpPr>
        <p:spPr>
          <a:xfrm>
            <a:off x="8882178" y="4067411"/>
            <a:ext cx="1058411" cy="238671"/>
          </a:xfrm>
          <a:prstGeom prst="rect">
            <a:avLst/>
          </a:prstGeom>
          <a:noFill/>
          <a:ln/>
        </p:spPr>
        <p:txBody>
          <a:bodyPr wrap="square" lIns="0" tIns="0" rIns="0" bIns="0" rtlCol="0" anchor="t">
            <a:normAutofit fontScale="85000" lnSpcReduction="10000"/>
          </a:bodyPr>
          <a:lstStyle/>
          <a:p>
            <a:pPr>
              <a:lnSpc>
                <a:spcPts val="1680"/>
              </a:lnSpc>
            </a:pPr>
            <a:r>
              <a:rPr lang="en-US" sz="1200" b="1" kern="0" spc="100" dirty="0">
                <a:solidFill>
                  <a:srgbClr val="B25F0C"/>
                </a:solidFill>
                <a:latin typeface="Open Sans" pitchFamily="34" charset="0"/>
                <a:ea typeface="Open Sans" pitchFamily="34" charset="-122"/>
                <a:cs typeface="Open Sans" pitchFamily="34" charset="-120"/>
              </a:rPr>
              <a:t>VERWALTUNG</a:t>
            </a:r>
            <a:endParaRPr lang="en-US" sz="1200" dirty="0">
              <a:solidFill>
                <a:srgbClr val="16213E"/>
              </a:solidFill>
              <a:latin typeface="Open Sans"/>
            </a:endParaRPr>
          </a:p>
        </p:txBody>
      </p:sp>
      <p:sp>
        <p:nvSpPr>
          <p:cNvPr id="209" name="Text 11">
            <a:extLst>
              <a:ext uri="{FF2B5EF4-FFF2-40B4-BE49-F238E27FC236}">
                <a16:creationId xmlns:a16="http://schemas.microsoft.com/office/drawing/2014/main" id="{C75B509A-D482-42F0-C14D-DF4F45A241B2}"/>
              </a:ext>
            </a:extLst>
          </p:cNvPr>
          <p:cNvSpPr/>
          <p:nvPr/>
        </p:nvSpPr>
        <p:spPr>
          <a:xfrm>
            <a:off x="8285439" y="4306270"/>
            <a:ext cx="3004441" cy="756530"/>
          </a:xfrm>
          <a:prstGeom prst="rect">
            <a:avLst/>
          </a:prstGeom>
          <a:noFill/>
          <a:ln/>
        </p:spPr>
        <p:txBody>
          <a:bodyPr wrap="square" lIns="0" tIns="0" rIns="0" bIns="0" rtlCol="0" anchor="t">
            <a:normAutofit fontScale="85000" lnSpcReduction="10000"/>
          </a:bodyPr>
          <a:lstStyle/>
          <a:p>
            <a:pPr>
              <a:lnSpc>
                <a:spcPts val="1680"/>
              </a:lnSpc>
            </a:pPr>
            <a:r>
              <a:rPr lang="en-US" sz="1200" dirty="0" err="1">
                <a:solidFill>
                  <a:srgbClr val="16213E"/>
                </a:solidFill>
                <a:latin typeface="Open Sans"/>
              </a:rPr>
              <a:t>Prozessverwaltung</a:t>
            </a:r>
            <a:r>
              <a:rPr lang="en-US" sz="1200" dirty="0">
                <a:solidFill>
                  <a:srgbClr val="16213E"/>
                </a:solidFill>
                <a:latin typeface="Open Sans"/>
              </a:rPr>
              <a:t>, </a:t>
            </a:r>
            <a:r>
              <a:rPr lang="en-US" sz="1200" dirty="0" err="1">
                <a:solidFill>
                  <a:srgbClr val="16213E"/>
                </a:solidFill>
                <a:latin typeface="Open Sans"/>
              </a:rPr>
              <a:t>d.h.</a:t>
            </a:r>
            <a:r>
              <a:rPr lang="en-US" sz="1200" dirty="0">
                <a:solidFill>
                  <a:srgbClr val="16213E"/>
                </a:solidFill>
                <a:latin typeface="Open Sans"/>
              </a:rPr>
              <a:t> </a:t>
            </a:r>
            <a:r>
              <a:rPr lang="en-US" sz="1200" dirty="0" err="1">
                <a:solidFill>
                  <a:srgbClr val="16213E"/>
                </a:solidFill>
                <a:latin typeface="Open Sans"/>
              </a:rPr>
              <a:t>Zuweisung</a:t>
            </a:r>
            <a:r>
              <a:rPr lang="en-US" sz="1200" dirty="0">
                <a:solidFill>
                  <a:srgbClr val="16213E"/>
                </a:solidFill>
                <a:latin typeface="Open Sans"/>
              </a:rPr>
              <a:t> der </a:t>
            </a:r>
            <a:r>
              <a:rPr lang="en-US" sz="1200" dirty="0" err="1">
                <a:solidFill>
                  <a:srgbClr val="16213E"/>
                </a:solidFill>
                <a:latin typeface="Open Sans"/>
              </a:rPr>
              <a:t>Rechenzeit</a:t>
            </a:r>
            <a:r>
              <a:rPr lang="en-US" sz="1200" dirty="0">
                <a:solidFill>
                  <a:srgbClr val="16213E"/>
                </a:solidFill>
                <a:latin typeface="Open Sans"/>
              </a:rPr>
              <a:t> pro </a:t>
            </a:r>
            <a:r>
              <a:rPr lang="en-US" sz="1200" dirty="0" err="1">
                <a:solidFill>
                  <a:srgbClr val="16213E"/>
                </a:solidFill>
                <a:latin typeface="Open Sans"/>
              </a:rPr>
              <a:t>Progamm</a:t>
            </a:r>
            <a:r>
              <a:rPr lang="en-US" sz="1200" dirty="0">
                <a:solidFill>
                  <a:srgbClr val="16213E"/>
                </a:solidFill>
                <a:latin typeface="Open Sans"/>
              </a:rPr>
              <a:t>, </a:t>
            </a:r>
            <a:r>
              <a:rPr lang="en-US" sz="1200" dirty="0" err="1">
                <a:solidFill>
                  <a:srgbClr val="16213E"/>
                </a:solidFill>
                <a:latin typeface="Open Sans"/>
              </a:rPr>
              <a:t>Speicherverwaltung</a:t>
            </a:r>
            <a:r>
              <a:rPr lang="en-US" sz="1200" dirty="0">
                <a:solidFill>
                  <a:srgbClr val="16213E"/>
                </a:solidFill>
                <a:latin typeface="Open Sans"/>
              </a:rPr>
              <a:t>, </a:t>
            </a:r>
            <a:r>
              <a:rPr lang="en-US" sz="1200" dirty="0" err="1">
                <a:solidFill>
                  <a:srgbClr val="16213E"/>
                </a:solidFill>
                <a:latin typeface="Open Sans"/>
              </a:rPr>
              <a:t>Dateisystem</a:t>
            </a:r>
            <a:r>
              <a:rPr lang="en-US" sz="1200" dirty="0">
                <a:solidFill>
                  <a:srgbClr val="16213E"/>
                </a:solidFill>
                <a:latin typeface="Open Sans"/>
              </a:rPr>
              <a:t>, </a:t>
            </a:r>
            <a:r>
              <a:rPr lang="en-US" sz="1200" dirty="0" err="1">
                <a:solidFill>
                  <a:srgbClr val="16213E"/>
                </a:solidFill>
                <a:latin typeface="Open Sans"/>
              </a:rPr>
              <a:t>Geräteverwaltung</a:t>
            </a:r>
            <a:r>
              <a:rPr lang="en-US" sz="1200" dirty="0">
                <a:solidFill>
                  <a:srgbClr val="16213E"/>
                </a:solidFill>
                <a:latin typeface="Open Sans"/>
              </a:rPr>
              <a:t> (</a:t>
            </a:r>
            <a:r>
              <a:rPr lang="en-US" sz="1200" dirty="0" err="1">
                <a:solidFill>
                  <a:srgbClr val="16213E"/>
                </a:solidFill>
                <a:latin typeface="Open Sans"/>
              </a:rPr>
              <a:t>Treiber</a:t>
            </a:r>
            <a:r>
              <a:rPr lang="en-US" sz="1200" dirty="0">
                <a:solidFill>
                  <a:srgbClr val="16213E"/>
                </a:solidFill>
                <a:latin typeface="Open Sans"/>
              </a:rPr>
              <a:t>)</a:t>
            </a:r>
          </a:p>
        </p:txBody>
      </p:sp>
    </p:spTree>
    <p:extLst>
      <p:ext uri="{BB962C8B-B14F-4D97-AF65-F5344CB8AC3E}">
        <p14:creationId xmlns:p14="http://schemas.microsoft.com/office/powerpoint/2010/main" val="2340275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C7C155AF-5E36-C72D-099B-BEC44390640D}"/>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3263C222-F3D6-EC58-5931-31C7233AB14C}"/>
              </a:ext>
            </a:extLst>
          </p:cNvPr>
          <p:cNvSpPr/>
          <p:nvPr/>
        </p:nvSpPr>
        <p:spPr>
          <a:xfrm>
            <a:off x="965074" y="1610190"/>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381A8714-E823-F2DA-E89B-B0019CA42FD6}"/>
              </a:ext>
            </a:extLst>
          </p:cNvPr>
          <p:cNvSpPr/>
          <p:nvPr/>
        </p:nvSpPr>
        <p:spPr>
          <a:xfrm>
            <a:off x="968249" y="2070559"/>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 name="Shape 5">
            <a:extLst>
              <a:ext uri="{FF2B5EF4-FFF2-40B4-BE49-F238E27FC236}">
                <a16:creationId xmlns:a16="http://schemas.microsoft.com/office/drawing/2014/main" id="{6AC7A360-423E-CA8C-1D3A-04C6C838B3E7}"/>
              </a:ext>
            </a:extLst>
          </p:cNvPr>
          <p:cNvSpPr/>
          <p:nvPr/>
        </p:nvSpPr>
        <p:spPr>
          <a:xfrm>
            <a:off x="1072938" y="2175247"/>
            <a:ext cx="279384" cy="279384"/>
          </a:xfrm>
          <a:prstGeom prst="roundRect">
            <a:avLst>
              <a:gd name="adj" fmla="val 50000"/>
            </a:avLst>
          </a:prstGeom>
          <a:solidFill>
            <a:srgbClr val="16213E">
              <a:alpha val="40000"/>
            </a:srgbClr>
          </a:solidFill>
          <a:ln/>
        </p:spPr>
      </p:sp>
      <p:pic>
        <p:nvPicPr>
          <p:cNvPr id="6" name="Image 0" descr="preencoded.png">
            <a:extLst>
              <a:ext uri="{FF2B5EF4-FFF2-40B4-BE49-F238E27FC236}">
                <a16:creationId xmlns:a16="http://schemas.microsoft.com/office/drawing/2014/main" id="{C0AE2A54-48F6-F83E-E0FF-ACEC08F0612D}"/>
              </a:ext>
            </a:extLst>
          </p:cNvPr>
          <p:cNvPicPr>
            <a:picLocks noChangeAspect="1"/>
          </p:cNvPicPr>
          <p:nvPr/>
        </p:nvPicPr>
        <p:blipFill>
          <a:blip r:embed="rId3">
            <a:alphaModFix amt="40000"/>
          </a:blip>
          <a:srcRect/>
          <a:stretch/>
        </p:blipFill>
        <p:spPr>
          <a:xfrm>
            <a:off x="1136399" y="2238710"/>
            <a:ext cx="152365" cy="152365"/>
          </a:xfrm>
          <a:prstGeom prst="rect">
            <a:avLst/>
          </a:prstGeom>
        </p:spPr>
      </p:pic>
      <p:sp>
        <p:nvSpPr>
          <p:cNvPr id="7" name="Text 6">
            <a:extLst>
              <a:ext uri="{FF2B5EF4-FFF2-40B4-BE49-F238E27FC236}">
                <a16:creationId xmlns:a16="http://schemas.microsoft.com/office/drawing/2014/main" id="{D2F1E961-BB6E-F1A8-7E82-7A8D6E2DD7EA}"/>
              </a:ext>
            </a:extLst>
          </p:cNvPr>
          <p:cNvSpPr/>
          <p:nvPr/>
        </p:nvSpPr>
        <p:spPr>
          <a:xfrm>
            <a:off x="1072938" y="2505416"/>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7E6A6E24-9F95-EF42-1AC5-415A0EC599E3}"/>
              </a:ext>
            </a:extLst>
          </p:cNvPr>
          <p:cNvSpPr/>
          <p:nvPr/>
        </p:nvSpPr>
        <p:spPr>
          <a:xfrm>
            <a:off x="1072938" y="2731461"/>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53CF7964-6D83-C791-C140-39E50C085FE9}"/>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4547288A-D083-E9C5-365E-43E11C274696}"/>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EC624655-72A0-79ED-BE8B-784BE9605B4E}"/>
              </a:ext>
            </a:extLst>
          </p:cNvPr>
          <p:cNvPicPr>
            <a:picLocks noChangeAspect="1"/>
          </p:cNvPicPr>
          <p:nvPr/>
        </p:nvPicPr>
        <p:blipFill>
          <a:blip r:embed="rId4"/>
          <a:srcRect/>
          <a:stretch/>
        </p:blipFill>
        <p:spPr>
          <a:xfrm>
            <a:off x="2901608" y="2251280"/>
            <a:ext cx="152365" cy="152365"/>
          </a:xfrm>
          <a:prstGeom prst="rect">
            <a:avLst/>
          </a:prstGeom>
        </p:spPr>
      </p:pic>
      <p:sp>
        <p:nvSpPr>
          <p:cNvPr id="12" name="Text 10">
            <a:extLst>
              <a:ext uri="{FF2B5EF4-FFF2-40B4-BE49-F238E27FC236}">
                <a16:creationId xmlns:a16="http://schemas.microsoft.com/office/drawing/2014/main" id="{3AA33C3E-C4A6-DADC-829D-682F2AEBF204}"/>
              </a:ext>
            </a:extLst>
          </p:cNvPr>
          <p:cNvSpPr/>
          <p:nvPr/>
        </p:nvSpPr>
        <p:spPr>
          <a:xfrm>
            <a:off x="2838147" y="2517992"/>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83FB6CB4-C7B0-610B-C08C-415391E6FE17}"/>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1766779D-1C71-6E8E-DB92-BE5EF75F2B9B}"/>
              </a:ext>
            </a:extLst>
          </p:cNvPr>
          <p:cNvSpPr/>
          <p:nvPr/>
        </p:nvSpPr>
        <p:spPr>
          <a:xfrm>
            <a:off x="4625885" y="2070559"/>
            <a:ext cx="1441360"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15" name="Shape 13">
            <a:extLst>
              <a:ext uri="{FF2B5EF4-FFF2-40B4-BE49-F238E27FC236}">
                <a16:creationId xmlns:a16="http://schemas.microsoft.com/office/drawing/2014/main" id="{C35C9FE0-1CA8-A7AE-A36F-77DE2325E29B}"/>
              </a:ext>
            </a:extLst>
          </p:cNvPr>
          <p:cNvSpPr/>
          <p:nvPr/>
        </p:nvSpPr>
        <p:spPr>
          <a:xfrm>
            <a:off x="4730573" y="2175247"/>
            <a:ext cx="279384" cy="279384"/>
          </a:xfrm>
          <a:prstGeom prst="roundRect">
            <a:avLst>
              <a:gd name="adj" fmla="val 50000"/>
            </a:avLst>
          </a:prstGeom>
          <a:solidFill>
            <a:srgbClr val="16213E">
              <a:alpha val="40000"/>
            </a:srgbClr>
          </a:solidFill>
          <a:ln/>
        </p:spPr>
      </p:sp>
      <p:pic>
        <p:nvPicPr>
          <p:cNvPr id="16" name="Image 2" descr="preencoded.png">
            <a:extLst>
              <a:ext uri="{FF2B5EF4-FFF2-40B4-BE49-F238E27FC236}">
                <a16:creationId xmlns:a16="http://schemas.microsoft.com/office/drawing/2014/main" id="{3112AA20-6255-8D87-A814-E27F060EA91B}"/>
              </a:ext>
            </a:extLst>
          </p:cNvPr>
          <p:cNvPicPr>
            <a:picLocks noChangeAspect="1"/>
          </p:cNvPicPr>
          <p:nvPr/>
        </p:nvPicPr>
        <p:blipFill>
          <a:blip r:embed="rId5">
            <a:alphaModFix amt="40000"/>
          </a:blip>
          <a:srcRect/>
          <a:stretch/>
        </p:blipFill>
        <p:spPr>
          <a:xfrm>
            <a:off x="4794034" y="2238710"/>
            <a:ext cx="152365" cy="152365"/>
          </a:xfrm>
          <a:prstGeom prst="rect">
            <a:avLst/>
          </a:prstGeom>
        </p:spPr>
      </p:pic>
      <p:sp>
        <p:nvSpPr>
          <p:cNvPr id="17" name="Text 14">
            <a:extLst>
              <a:ext uri="{FF2B5EF4-FFF2-40B4-BE49-F238E27FC236}">
                <a16:creationId xmlns:a16="http://schemas.microsoft.com/office/drawing/2014/main" id="{ACA3FF5E-6367-BDAA-E1AC-153CF9BB1B05}"/>
              </a:ext>
            </a:extLst>
          </p:cNvPr>
          <p:cNvSpPr/>
          <p:nvPr/>
        </p:nvSpPr>
        <p:spPr>
          <a:xfrm>
            <a:off x="4730573" y="2505416"/>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30BD3DE8-9BBE-AABE-F767-81B71FBED7D4}"/>
              </a:ext>
            </a:extLst>
          </p:cNvPr>
          <p:cNvSpPr/>
          <p:nvPr/>
        </p:nvSpPr>
        <p:spPr>
          <a:xfrm>
            <a:off x="4730573" y="2731461"/>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84B9B792-7BF4-613F-BC7C-41E4A4B78B35}"/>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2AB94596-A55E-060C-7A80-69558E8BCFA6}"/>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6D55ACFC-820B-520D-234D-6E4F866AB727}"/>
              </a:ext>
            </a:extLst>
          </p:cNvPr>
          <p:cNvPicPr>
            <a:picLocks noChangeAspect="1"/>
          </p:cNvPicPr>
          <p:nvPr/>
        </p:nvPicPr>
        <p:blipFill>
          <a:blip r:embed="rId6">
            <a:alphaModFix amt="40000"/>
          </a:blip>
          <a:srcRect/>
          <a:stretch/>
        </p:blipFill>
        <p:spPr>
          <a:xfrm>
            <a:off x="1136399" y="3699185"/>
            <a:ext cx="152365" cy="152365"/>
          </a:xfrm>
          <a:prstGeom prst="rect">
            <a:avLst/>
          </a:prstGeom>
        </p:spPr>
      </p:pic>
      <p:sp>
        <p:nvSpPr>
          <p:cNvPr id="22" name="Text 18">
            <a:extLst>
              <a:ext uri="{FF2B5EF4-FFF2-40B4-BE49-F238E27FC236}">
                <a16:creationId xmlns:a16="http://schemas.microsoft.com/office/drawing/2014/main" id="{B1E46292-35D6-44DD-D004-E9C3DA012999}"/>
              </a:ext>
            </a:extLst>
          </p:cNvPr>
          <p:cNvSpPr/>
          <p:nvPr/>
        </p:nvSpPr>
        <p:spPr>
          <a:xfrm>
            <a:off x="1072938" y="396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8851BC3F-FCC0-9DE7-F067-666DD2502572}"/>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7E8FF55E-86BC-371D-3966-7FEA74053A86}"/>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 name="Shape 21">
            <a:extLst>
              <a:ext uri="{FF2B5EF4-FFF2-40B4-BE49-F238E27FC236}">
                <a16:creationId xmlns:a16="http://schemas.microsoft.com/office/drawing/2014/main" id="{81E74E32-0060-03EF-2CDA-5A9B707A0B6D}"/>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6" name="Image 4" descr="preencoded.png">
            <a:extLst>
              <a:ext uri="{FF2B5EF4-FFF2-40B4-BE49-F238E27FC236}">
                <a16:creationId xmlns:a16="http://schemas.microsoft.com/office/drawing/2014/main" id="{0EFCEF4C-5506-8180-8034-C12FBCA41DFA}"/>
              </a:ext>
            </a:extLst>
          </p:cNvPr>
          <p:cNvPicPr>
            <a:picLocks noChangeAspect="1"/>
          </p:cNvPicPr>
          <p:nvPr/>
        </p:nvPicPr>
        <p:blipFill>
          <a:blip r:embed="rId7">
            <a:alphaModFix amt="40000"/>
          </a:blip>
          <a:srcRect/>
          <a:stretch/>
        </p:blipFill>
        <p:spPr>
          <a:xfrm>
            <a:off x="4794034" y="3699185"/>
            <a:ext cx="152365" cy="152365"/>
          </a:xfrm>
          <a:prstGeom prst="rect">
            <a:avLst/>
          </a:prstGeom>
        </p:spPr>
      </p:pic>
      <p:sp>
        <p:nvSpPr>
          <p:cNvPr id="27" name="Text 22">
            <a:extLst>
              <a:ext uri="{FF2B5EF4-FFF2-40B4-BE49-F238E27FC236}">
                <a16:creationId xmlns:a16="http://schemas.microsoft.com/office/drawing/2014/main" id="{C4959EE4-A4FF-67CD-4AE1-BEB183A2C6E8}"/>
              </a:ext>
            </a:extLst>
          </p:cNvPr>
          <p:cNvSpPr/>
          <p:nvPr/>
        </p:nvSpPr>
        <p:spPr>
          <a:xfrm>
            <a:off x="4730573" y="3965897"/>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A39453DE-39F7-8DAF-9377-04F7CCF096D8}"/>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DC13F609-DB1A-7E67-69F3-8828649ED138}"/>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EF40CE23-E067-5BC8-D6CA-C4D88611452D}"/>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31FC3545-208E-7CF4-723E-4E5297C2B8A9}"/>
              </a:ext>
            </a:extLst>
          </p:cNvPr>
          <p:cNvPicPr>
            <a:picLocks noChangeAspect="1"/>
          </p:cNvPicPr>
          <p:nvPr/>
        </p:nvPicPr>
        <p:blipFill>
          <a:blip r:embed="rId8">
            <a:alphaModFix amt="40000"/>
          </a:blip>
          <a:srcRect/>
          <a:stretch/>
        </p:blipFill>
        <p:spPr>
          <a:xfrm>
            <a:off x="1136399" y="4969185"/>
            <a:ext cx="152365" cy="152365"/>
          </a:xfrm>
          <a:prstGeom prst="rect">
            <a:avLst/>
          </a:prstGeom>
        </p:spPr>
      </p:pic>
      <p:sp>
        <p:nvSpPr>
          <p:cNvPr id="32" name="Text 26">
            <a:extLst>
              <a:ext uri="{FF2B5EF4-FFF2-40B4-BE49-F238E27FC236}">
                <a16:creationId xmlns:a16="http://schemas.microsoft.com/office/drawing/2014/main" id="{BE3D1097-59F0-224C-C6FA-17A1F0A382AD}"/>
              </a:ext>
            </a:extLst>
          </p:cNvPr>
          <p:cNvSpPr/>
          <p:nvPr/>
        </p:nvSpPr>
        <p:spPr>
          <a:xfrm>
            <a:off x="1072938" y="523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DAD7B034-1E4C-83DA-7320-9030C5273FFA}"/>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27FB9A26-14D4-CA06-169D-0630CBCC4FCD}"/>
              </a:ext>
            </a:extLst>
          </p:cNvPr>
          <p:cNvSpPr/>
          <p:nvPr/>
        </p:nvSpPr>
        <p:spPr>
          <a:xfrm>
            <a:off x="2727235" y="4807390"/>
            <a:ext cx="150489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35" name="Shape 29">
            <a:extLst>
              <a:ext uri="{FF2B5EF4-FFF2-40B4-BE49-F238E27FC236}">
                <a16:creationId xmlns:a16="http://schemas.microsoft.com/office/drawing/2014/main" id="{05C9957F-2D64-9E06-0EAF-B615571F9C78}"/>
              </a:ext>
            </a:extLst>
          </p:cNvPr>
          <p:cNvSpPr/>
          <p:nvPr/>
        </p:nvSpPr>
        <p:spPr>
          <a:xfrm>
            <a:off x="2838147" y="4918298"/>
            <a:ext cx="279384" cy="279384"/>
          </a:xfrm>
          <a:prstGeom prst="roundRect">
            <a:avLst>
              <a:gd name="adj" fmla="val 50000"/>
            </a:avLst>
          </a:prstGeom>
          <a:solidFill>
            <a:srgbClr val="16213E"/>
          </a:solidFill>
          <a:ln/>
        </p:spPr>
      </p:sp>
      <p:pic>
        <p:nvPicPr>
          <p:cNvPr id="36" name="Image 6" descr="preencoded.png">
            <a:extLst>
              <a:ext uri="{FF2B5EF4-FFF2-40B4-BE49-F238E27FC236}">
                <a16:creationId xmlns:a16="http://schemas.microsoft.com/office/drawing/2014/main" id="{C9965ABF-CEE0-5F87-0E9A-8E359DEB33C8}"/>
              </a:ext>
            </a:extLst>
          </p:cNvPr>
          <p:cNvPicPr>
            <a:picLocks noChangeAspect="1"/>
          </p:cNvPicPr>
          <p:nvPr/>
        </p:nvPicPr>
        <p:blipFill>
          <a:blip r:embed="rId9"/>
          <a:srcRect/>
          <a:stretch/>
        </p:blipFill>
        <p:spPr>
          <a:xfrm>
            <a:off x="2901608" y="4981761"/>
            <a:ext cx="152365" cy="152365"/>
          </a:xfrm>
          <a:prstGeom prst="rect">
            <a:avLst/>
          </a:prstGeom>
        </p:spPr>
      </p:pic>
      <p:sp>
        <p:nvSpPr>
          <p:cNvPr id="37" name="Text 30">
            <a:extLst>
              <a:ext uri="{FF2B5EF4-FFF2-40B4-BE49-F238E27FC236}">
                <a16:creationId xmlns:a16="http://schemas.microsoft.com/office/drawing/2014/main" id="{273CFB1F-F7B9-A135-408C-B13FFE2634D6}"/>
              </a:ext>
            </a:extLst>
          </p:cNvPr>
          <p:cNvSpPr/>
          <p:nvPr/>
        </p:nvSpPr>
        <p:spPr>
          <a:xfrm>
            <a:off x="2838147" y="5248473"/>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09EA020A-FA18-910D-752C-FB7505D3B278}"/>
              </a:ext>
            </a:extLst>
          </p:cNvPr>
          <p:cNvSpPr/>
          <p:nvPr/>
        </p:nvSpPr>
        <p:spPr>
          <a:xfrm>
            <a:off x="2838147" y="5474512"/>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1F366759-F13A-AD4F-4D1D-BFB257A2CF90}"/>
              </a:ext>
            </a:extLst>
          </p:cNvPr>
          <p:cNvSpPr/>
          <p:nvPr/>
        </p:nvSpPr>
        <p:spPr>
          <a:xfrm>
            <a:off x="4632235" y="4807390"/>
            <a:ext cx="1428660"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40" name="Shape 33">
            <a:extLst>
              <a:ext uri="{FF2B5EF4-FFF2-40B4-BE49-F238E27FC236}">
                <a16:creationId xmlns:a16="http://schemas.microsoft.com/office/drawing/2014/main" id="{5B0618F4-B15C-D54A-EB8A-65FC618B2000}"/>
              </a:ext>
            </a:extLst>
          </p:cNvPr>
          <p:cNvSpPr/>
          <p:nvPr/>
        </p:nvSpPr>
        <p:spPr>
          <a:xfrm>
            <a:off x="4743147" y="4918298"/>
            <a:ext cx="279384" cy="279384"/>
          </a:xfrm>
          <a:prstGeom prst="roundRect">
            <a:avLst>
              <a:gd name="adj" fmla="val 50000"/>
            </a:avLst>
          </a:prstGeom>
          <a:solidFill>
            <a:srgbClr val="16213E"/>
          </a:solidFill>
          <a:ln/>
        </p:spPr>
      </p:sp>
      <p:pic>
        <p:nvPicPr>
          <p:cNvPr id="41" name="Image 7" descr="preencoded.png">
            <a:extLst>
              <a:ext uri="{FF2B5EF4-FFF2-40B4-BE49-F238E27FC236}">
                <a16:creationId xmlns:a16="http://schemas.microsoft.com/office/drawing/2014/main" id="{023D3F66-ED5F-5403-7735-489513BA54C5}"/>
              </a:ext>
            </a:extLst>
          </p:cNvPr>
          <p:cNvPicPr>
            <a:picLocks noChangeAspect="1"/>
          </p:cNvPicPr>
          <p:nvPr/>
        </p:nvPicPr>
        <p:blipFill>
          <a:blip r:embed="rId10"/>
          <a:srcRect/>
          <a:stretch/>
        </p:blipFill>
        <p:spPr>
          <a:xfrm>
            <a:off x="4806608" y="4981761"/>
            <a:ext cx="152365" cy="152365"/>
          </a:xfrm>
          <a:prstGeom prst="rect">
            <a:avLst/>
          </a:prstGeom>
        </p:spPr>
      </p:pic>
      <p:sp>
        <p:nvSpPr>
          <p:cNvPr id="42" name="Text 34">
            <a:extLst>
              <a:ext uri="{FF2B5EF4-FFF2-40B4-BE49-F238E27FC236}">
                <a16:creationId xmlns:a16="http://schemas.microsoft.com/office/drawing/2014/main" id="{D8F08546-AB4B-3794-CFD2-28F446BFA2BC}"/>
              </a:ext>
            </a:extLst>
          </p:cNvPr>
          <p:cNvSpPr/>
          <p:nvPr/>
        </p:nvSpPr>
        <p:spPr>
          <a:xfrm>
            <a:off x="4743147" y="5248473"/>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76B84ED0-DD09-58BF-6891-8F164FA17166}"/>
              </a:ext>
            </a:extLst>
          </p:cNvPr>
          <p:cNvSpPr/>
          <p:nvPr/>
        </p:nvSpPr>
        <p:spPr>
          <a:xfrm>
            <a:off x="4743147" y="5474512"/>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EA5D0E39-A2C8-52D6-DE1D-6B1610FD9A38}"/>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6B11A065-753A-519F-E84E-112F6E7D0950}"/>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0C130290-67BD-8F18-A969-9103D2B32B51}"/>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47" name="Text 38">
            <a:extLst>
              <a:ext uri="{FF2B5EF4-FFF2-40B4-BE49-F238E27FC236}">
                <a16:creationId xmlns:a16="http://schemas.microsoft.com/office/drawing/2014/main" id="{CF692CD3-99EC-DA77-7CE5-4A3D905B44F4}"/>
              </a:ext>
            </a:extLst>
          </p:cNvPr>
          <p:cNvSpPr/>
          <p:nvPr/>
        </p:nvSpPr>
        <p:spPr>
          <a:xfrm>
            <a:off x="6572014" y="2505416"/>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BF87967B-E622-5884-2538-7B7F8999ED6F}"/>
              </a:ext>
            </a:extLst>
          </p:cNvPr>
          <p:cNvSpPr/>
          <p:nvPr/>
        </p:nvSpPr>
        <p:spPr>
          <a:xfrm>
            <a:off x="6572014" y="2731461"/>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FE9F1D64-FCE7-01BF-B04F-01DEF90D67BB}"/>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61A819C5-7FD2-822E-D86E-78B2811C40D5}"/>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EF32E5B9-0666-9C8D-EB1B-EF4FC43D66E4}"/>
              </a:ext>
            </a:extLst>
          </p:cNvPr>
          <p:cNvPicPr>
            <a:picLocks noChangeAspect="1"/>
          </p:cNvPicPr>
          <p:nvPr/>
        </p:nvPicPr>
        <p:blipFill>
          <a:blip r:embed="rId12">
            <a:alphaModFix amt="40000"/>
          </a:blip>
          <a:srcRect/>
          <a:stretch/>
        </p:blipFill>
        <p:spPr>
          <a:xfrm>
            <a:off x="6635475" y="3699185"/>
            <a:ext cx="152365" cy="152365"/>
          </a:xfrm>
          <a:prstGeom prst="rect">
            <a:avLst/>
          </a:prstGeom>
        </p:spPr>
      </p:pic>
      <p:sp>
        <p:nvSpPr>
          <p:cNvPr id="52" name="Text 42">
            <a:extLst>
              <a:ext uri="{FF2B5EF4-FFF2-40B4-BE49-F238E27FC236}">
                <a16:creationId xmlns:a16="http://schemas.microsoft.com/office/drawing/2014/main" id="{653C7736-FBC4-5DF5-CC1E-24D0B908A78F}"/>
              </a:ext>
            </a:extLst>
          </p:cNvPr>
          <p:cNvSpPr/>
          <p:nvPr/>
        </p:nvSpPr>
        <p:spPr>
          <a:xfrm>
            <a:off x="6572014" y="3965897"/>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8D6CE424-A125-D118-7235-31430DE8D08F}"/>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9A5D73DC-3C47-C283-5959-94A774F1F62D}"/>
              </a:ext>
            </a:extLst>
          </p:cNvPr>
          <p:cNvSpPr/>
          <p:nvPr/>
        </p:nvSpPr>
        <p:spPr>
          <a:xfrm>
            <a:off x="6473676" y="4807390"/>
            <a:ext cx="131441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5" name="Shape 45">
            <a:extLst>
              <a:ext uri="{FF2B5EF4-FFF2-40B4-BE49-F238E27FC236}">
                <a16:creationId xmlns:a16="http://schemas.microsoft.com/office/drawing/2014/main" id="{BE3A2BE1-E48F-4984-D197-107BB054AD72}"/>
              </a:ext>
            </a:extLst>
          </p:cNvPr>
          <p:cNvSpPr/>
          <p:nvPr/>
        </p:nvSpPr>
        <p:spPr>
          <a:xfrm>
            <a:off x="6584589" y="4918298"/>
            <a:ext cx="279384" cy="279384"/>
          </a:xfrm>
          <a:prstGeom prst="roundRect">
            <a:avLst>
              <a:gd name="adj" fmla="val 50000"/>
            </a:avLst>
          </a:prstGeom>
          <a:solidFill>
            <a:srgbClr val="16213E"/>
          </a:solidFill>
          <a:ln/>
        </p:spPr>
      </p:sp>
      <p:pic>
        <p:nvPicPr>
          <p:cNvPr id="56" name="Image 10" descr="preencoded.png">
            <a:extLst>
              <a:ext uri="{FF2B5EF4-FFF2-40B4-BE49-F238E27FC236}">
                <a16:creationId xmlns:a16="http://schemas.microsoft.com/office/drawing/2014/main" id="{181DB7CF-9526-5DE8-11CA-DE3083E75F35}"/>
              </a:ext>
            </a:extLst>
          </p:cNvPr>
          <p:cNvPicPr>
            <a:picLocks noChangeAspect="1"/>
          </p:cNvPicPr>
          <p:nvPr/>
        </p:nvPicPr>
        <p:blipFill>
          <a:blip r:embed="rId13"/>
          <a:srcRect/>
          <a:stretch/>
        </p:blipFill>
        <p:spPr>
          <a:xfrm>
            <a:off x="6648049" y="4981761"/>
            <a:ext cx="152365" cy="152365"/>
          </a:xfrm>
          <a:prstGeom prst="rect">
            <a:avLst/>
          </a:prstGeom>
        </p:spPr>
      </p:pic>
      <p:sp>
        <p:nvSpPr>
          <p:cNvPr id="57" name="Text 46">
            <a:extLst>
              <a:ext uri="{FF2B5EF4-FFF2-40B4-BE49-F238E27FC236}">
                <a16:creationId xmlns:a16="http://schemas.microsoft.com/office/drawing/2014/main" id="{D96AA5CE-CB76-A225-FC3A-E7885B9C1554}"/>
              </a:ext>
            </a:extLst>
          </p:cNvPr>
          <p:cNvSpPr/>
          <p:nvPr/>
        </p:nvSpPr>
        <p:spPr>
          <a:xfrm>
            <a:off x="6584589" y="5248473"/>
            <a:ext cx="114338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FA0E836C-FAE7-85C5-41E7-71ABE31D9DA8}"/>
              </a:ext>
            </a:extLst>
          </p:cNvPr>
          <p:cNvSpPr/>
          <p:nvPr/>
        </p:nvSpPr>
        <p:spPr>
          <a:xfrm>
            <a:off x="6584589" y="5474512"/>
            <a:ext cx="114338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5C10E48B-0765-A138-07DD-619A908EBE05}"/>
              </a:ext>
            </a:extLst>
          </p:cNvPr>
          <p:cNvPicPr>
            <a:picLocks noChangeAspect="1"/>
          </p:cNvPicPr>
          <p:nvPr/>
        </p:nvPicPr>
        <p:blipFill>
          <a:blip r:embed="rId14"/>
          <a:srcRect l="-6" r="-6"/>
          <a:stretch/>
        </p:blipFill>
        <p:spPr>
          <a:xfrm>
            <a:off x="2336651" y="2619766"/>
            <a:ext cx="431749" cy="101576"/>
          </a:xfrm>
          <a:prstGeom prst="rect">
            <a:avLst/>
          </a:prstGeom>
        </p:spPr>
      </p:pic>
      <p:pic>
        <p:nvPicPr>
          <p:cNvPr id="60" name="Image 12" descr="connector">
            <a:extLst>
              <a:ext uri="{FF2B5EF4-FFF2-40B4-BE49-F238E27FC236}">
                <a16:creationId xmlns:a16="http://schemas.microsoft.com/office/drawing/2014/main" id="{6875FF2A-127E-47A2-7037-32B1618B5454}"/>
              </a:ext>
            </a:extLst>
          </p:cNvPr>
          <p:cNvPicPr>
            <a:picLocks noChangeAspect="1"/>
          </p:cNvPicPr>
          <p:nvPr/>
        </p:nvPicPr>
        <p:blipFill>
          <a:blip r:embed="rId15"/>
          <a:srcRect l="-5" r="-5"/>
          <a:stretch/>
        </p:blipFill>
        <p:spPr>
          <a:xfrm>
            <a:off x="4190862" y="2619766"/>
            <a:ext cx="482537" cy="101576"/>
          </a:xfrm>
          <a:prstGeom prst="rect">
            <a:avLst/>
          </a:prstGeom>
        </p:spPr>
      </p:pic>
      <p:pic>
        <p:nvPicPr>
          <p:cNvPr id="61" name="Image 13" descr="connector">
            <a:extLst>
              <a:ext uri="{FF2B5EF4-FFF2-40B4-BE49-F238E27FC236}">
                <a16:creationId xmlns:a16="http://schemas.microsoft.com/office/drawing/2014/main" id="{3CC7DBFF-F678-641A-001F-87E04429ECED}"/>
              </a:ext>
            </a:extLst>
          </p:cNvPr>
          <p:cNvPicPr>
            <a:picLocks noChangeAspect="1"/>
          </p:cNvPicPr>
          <p:nvPr/>
        </p:nvPicPr>
        <p:blipFill>
          <a:blip r:embed="rId16"/>
          <a:srcRect t="-9" b="-9"/>
          <a:stretch/>
        </p:blipFill>
        <p:spPr>
          <a:xfrm>
            <a:off x="3403498" y="3197690"/>
            <a:ext cx="152365" cy="1676306"/>
          </a:xfrm>
          <a:prstGeom prst="rect">
            <a:avLst/>
          </a:prstGeom>
        </p:spPr>
      </p:pic>
      <p:pic>
        <p:nvPicPr>
          <p:cNvPr id="62" name="Image 14" descr="connector">
            <a:extLst>
              <a:ext uri="{FF2B5EF4-FFF2-40B4-BE49-F238E27FC236}">
                <a16:creationId xmlns:a16="http://schemas.microsoft.com/office/drawing/2014/main" id="{C88AE57A-B976-E347-57F3-27CFEED460FC}"/>
              </a:ext>
            </a:extLst>
          </p:cNvPr>
          <p:cNvPicPr>
            <a:picLocks noChangeAspect="1"/>
          </p:cNvPicPr>
          <p:nvPr/>
        </p:nvPicPr>
        <p:blipFill>
          <a:blip r:embed="rId17"/>
          <a:srcRect t="-1" b="-1"/>
          <a:stretch/>
        </p:blipFill>
        <p:spPr>
          <a:xfrm>
            <a:off x="3936823" y="3223034"/>
            <a:ext cx="736576" cy="863596"/>
          </a:xfrm>
          <a:prstGeom prst="rect">
            <a:avLst/>
          </a:prstGeom>
        </p:spPr>
      </p:pic>
      <p:pic>
        <p:nvPicPr>
          <p:cNvPr id="63" name="Image 15" descr="connector">
            <a:extLst>
              <a:ext uri="{FF2B5EF4-FFF2-40B4-BE49-F238E27FC236}">
                <a16:creationId xmlns:a16="http://schemas.microsoft.com/office/drawing/2014/main" id="{16FBE873-22AD-BF94-425E-5EC4B5A73E54}"/>
              </a:ext>
            </a:extLst>
          </p:cNvPr>
          <p:cNvPicPr>
            <a:picLocks noChangeAspect="1"/>
          </p:cNvPicPr>
          <p:nvPr/>
        </p:nvPicPr>
        <p:blipFill>
          <a:blip r:embed="rId18"/>
          <a:srcRect l="-2" r="-2"/>
          <a:stretch/>
        </p:blipFill>
        <p:spPr>
          <a:xfrm>
            <a:off x="6019631" y="3985053"/>
            <a:ext cx="495210" cy="101576"/>
          </a:xfrm>
          <a:prstGeom prst="rect">
            <a:avLst/>
          </a:prstGeom>
        </p:spPr>
      </p:pic>
      <p:pic>
        <p:nvPicPr>
          <p:cNvPr id="192" name="Image 16" descr="connector">
            <a:extLst>
              <a:ext uri="{FF2B5EF4-FFF2-40B4-BE49-F238E27FC236}">
                <a16:creationId xmlns:a16="http://schemas.microsoft.com/office/drawing/2014/main" id="{F22FC68C-26EF-2066-F9FA-B7AAB47D9587}"/>
              </a:ext>
            </a:extLst>
          </p:cNvPr>
          <p:cNvPicPr>
            <a:picLocks noChangeAspect="1"/>
          </p:cNvPicPr>
          <p:nvPr/>
        </p:nvPicPr>
        <p:blipFill>
          <a:blip r:embed="rId14"/>
          <a:srcRect l="-6" r="-6"/>
          <a:stretch/>
        </p:blipFill>
        <p:spPr>
          <a:xfrm>
            <a:off x="2336651" y="5255053"/>
            <a:ext cx="431749" cy="101576"/>
          </a:xfrm>
          <a:prstGeom prst="rect">
            <a:avLst/>
          </a:prstGeom>
        </p:spPr>
      </p:pic>
      <p:pic>
        <p:nvPicPr>
          <p:cNvPr id="193" name="Image 17" descr="connector">
            <a:extLst>
              <a:ext uri="{FF2B5EF4-FFF2-40B4-BE49-F238E27FC236}">
                <a16:creationId xmlns:a16="http://schemas.microsoft.com/office/drawing/2014/main" id="{CC38AAD0-B641-B5B1-EC8F-54E85262B344}"/>
              </a:ext>
            </a:extLst>
          </p:cNvPr>
          <p:cNvPicPr>
            <a:picLocks noChangeAspect="1"/>
          </p:cNvPicPr>
          <p:nvPr/>
        </p:nvPicPr>
        <p:blipFill>
          <a:blip r:embed="rId19"/>
          <a:srcRect l="-5" r="-5"/>
          <a:stretch/>
        </p:blipFill>
        <p:spPr>
          <a:xfrm>
            <a:off x="4165419" y="5229609"/>
            <a:ext cx="533325" cy="152365"/>
          </a:xfrm>
          <a:prstGeom prst="rect">
            <a:avLst/>
          </a:prstGeom>
        </p:spPr>
      </p:pic>
      <p:pic>
        <p:nvPicPr>
          <p:cNvPr id="194" name="Image 18" descr="connector">
            <a:extLst>
              <a:ext uri="{FF2B5EF4-FFF2-40B4-BE49-F238E27FC236}">
                <a16:creationId xmlns:a16="http://schemas.microsoft.com/office/drawing/2014/main" id="{428257C9-7277-EA9F-7997-ED06121B1255}"/>
              </a:ext>
            </a:extLst>
          </p:cNvPr>
          <p:cNvPicPr>
            <a:picLocks noChangeAspect="1"/>
          </p:cNvPicPr>
          <p:nvPr/>
        </p:nvPicPr>
        <p:blipFill>
          <a:blip r:embed="rId20"/>
          <a:srcRect l="-11" r="-11"/>
          <a:stretch/>
        </p:blipFill>
        <p:spPr>
          <a:xfrm>
            <a:off x="5994286" y="5229609"/>
            <a:ext cx="546096" cy="152365"/>
          </a:xfrm>
          <a:prstGeom prst="rect">
            <a:avLst/>
          </a:prstGeom>
        </p:spPr>
      </p:pic>
      <p:pic>
        <p:nvPicPr>
          <p:cNvPr id="195" name="Image 19" descr="connector">
            <a:extLst>
              <a:ext uri="{FF2B5EF4-FFF2-40B4-BE49-F238E27FC236}">
                <a16:creationId xmlns:a16="http://schemas.microsoft.com/office/drawing/2014/main" id="{65EB8416-1745-EC8C-6208-4AF8CB313178}"/>
              </a:ext>
            </a:extLst>
          </p:cNvPr>
          <p:cNvPicPr>
            <a:picLocks noChangeAspect="1"/>
          </p:cNvPicPr>
          <p:nvPr/>
        </p:nvPicPr>
        <p:blipFill>
          <a:blip r:embed="rId21"/>
          <a:srcRect/>
          <a:stretch/>
        </p:blipFill>
        <p:spPr>
          <a:xfrm>
            <a:off x="6159323" y="2619766"/>
            <a:ext cx="355517" cy="101576"/>
          </a:xfrm>
          <a:prstGeom prst="rect">
            <a:avLst/>
          </a:prstGeom>
        </p:spPr>
      </p:pic>
      <p:sp>
        <p:nvSpPr>
          <p:cNvPr id="196" name="Shape 48">
            <a:extLst>
              <a:ext uri="{FF2B5EF4-FFF2-40B4-BE49-F238E27FC236}">
                <a16:creationId xmlns:a16="http://schemas.microsoft.com/office/drawing/2014/main" id="{CD49F43D-B5F7-F177-CE4A-5F1FE81EBF47}"/>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F4B1DA3D-91A7-4C36-05DB-EE99872BAD06}"/>
              </a:ext>
            </a:extLst>
          </p:cNvPr>
          <p:cNvSpPr/>
          <p:nvPr/>
        </p:nvSpPr>
        <p:spPr>
          <a:xfrm>
            <a:off x="8311879" y="181962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5 VON 8</a:t>
            </a:r>
            <a:endParaRPr lang="en-US" sz="1200" dirty="0"/>
          </a:p>
        </p:txBody>
      </p:sp>
      <p:sp>
        <p:nvSpPr>
          <p:cNvPr id="198" name="Text 50">
            <a:extLst>
              <a:ext uri="{FF2B5EF4-FFF2-40B4-BE49-F238E27FC236}">
                <a16:creationId xmlns:a16="http://schemas.microsoft.com/office/drawing/2014/main" id="{E05D3AF1-FD0D-A4AB-413D-A0A63FF0CA81}"/>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Ein Tastendruck reist zur CPU</a:t>
            </a:r>
            <a:endParaRPr lang="en-US" sz="1600" dirty="0"/>
          </a:p>
        </p:txBody>
      </p:sp>
      <p:sp>
        <p:nvSpPr>
          <p:cNvPr id="199" name="Text 51">
            <a:extLst>
              <a:ext uri="{FF2B5EF4-FFF2-40B4-BE49-F238E27FC236}">
                <a16:creationId xmlns:a16="http://schemas.microsoft.com/office/drawing/2014/main" id="{A3170279-6B4B-B99A-90AD-B5719C4AF813}"/>
              </a:ext>
            </a:extLst>
          </p:cNvPr>
          <p:cNvSpPr/>
          <p:nvPr/>
        </p:nvSpPr>
        <p:spPr>
          <a:xfrm>
            <a:off x="8404335" y="2774193"/>
            <a:ext cx="2791040" cy="1091756"/>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Taste „A“ schließt einen Kontakt</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Mikrocontroller erkennt die Position (Scan-Code)</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Scan-Code per USB zum Chipsatz</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Interrupt weckt die CPU</a:t>
            </a:r>
            <a:endParaRPr lang="en-US" sz="1200" dirty="0"/>
          </a:p>
        </p:txBody>
      </p:sp>
      <p:sp>
        <p:nvSpPr>
          <p:cNvPr id="200" name="Shape 52">
            <a:extLst>
              <a:ext uri="{FF2B5EF4-FFF2-40B4-BE49-F238E27FC236}">
                <a16:creationId xmlns:a16="http://schemas.microsoft.com/office/drawing/2014/main" id="{50EBA38F-F4A6-15A6-615D-0C2ED70D22D5}"/>
              </a:ext>
            </a:extLst>
          </p:cNvPr>
          <p:cNvSpPr/>
          <p:nvPr/>
        </p:nvSpPr>
        <p:spPr>
          <a:xfrm>
            <a:off x="8311879" y="4900550"/>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AD4240B5-6861-A479-1E53-053ABDB3B8FF}"/>
              </a:ext>
            </a:extLst>
          </p:cNvPr>
          <p:cNvSpPr/>
          <p:nvPr/>
        </p:nvSpPr>
        <p:spPr>
          <a:xfrm>
            <a:off x="8311879" y="5030583"/>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57D8F48E-4B36-0696-B4DA-5F8FBD291E31}"/>
              </a:ext>
            </a:extLst>
          </p:cNvPr>
          <p:cNvSpPr/>
          <p:nvPr/>
        </p:nvSpPr>
        <p:spPr>
          <a:xfrm>
            <a:off x="8311879" y="5281873"/>
            <a:ext cx="2891116" cy="48770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Tastatur → USB → Chipsatz → CPU</a:t>
            </a:r>
            <a:endParaRPr lang="en-US" sz="1400" dirty="0"/>
          </a:p>
        </p:txBody>
      </p:sp>
    </p:spTree>
    <p:extLst>
      <p:ext uri="{BB962C8B-B14F-4D97-AF65-F5344CB8AC3E}">
        <p14:creationId xmlns:p14="http://schemas.microsoft.com/office/powerpoint/2010/main" val="2641591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5D4B1C9D-CA45-4758-9D19-45E4A76C889D}"/>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C8163598-8CC8-F702-CF00-53A4E6EE47D6}"/>
              </a:ext>
            </a:extLst>
          </p:cNvPr>
          <p:cNvSpPr/>
          <p:nvPr/>
        </p:nvSpPr>
        <p:spPr>
          <a:xfrm>
            <a:off x="965074" y="1610190"/>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8380ADFA-A876-4EE3-B904-F3AF7EA42C6C}"/>
              </a:ext>
            </a:extLst>
          </p:cNvPr>
          <p:cNvSpPr/>
          <p:nvPr/>
        </p:nvSpPr>
        <p:spPr>
          <a:xfrm>
            <a:off x="968249" y="2070559"/>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 name="Shape 5">
            <a:extLst>
              <a:ext uri="{FF2B5EF4-FFF2-40B4-BE49-F238E27FC236}">
                <a16:creationId xmlns:a16="http://schemas.microsoft.com/office/drawing/2014/main" id="{96D68159-104F-20B1-03B2-7FD399B4601A}"/>
              </a:ext>
            </a:extLst>
          </p:cNvPr>
          <p:cNvSpPr/>
          <p:nvPr/>
        </p:nvSpPr>
        <p:spPr>
          <a:xfrm>
            <a:off x="1072938" y="2175247"/>
            <a:ext cx="279384" cy="279384"/>
          </a:xfrm>
          <a:prstGeom prst="roundRect">
            <a:avLst>
              <a:gd name="adj" fmla="val 50000"/>
            </a:avLst>
          </a:prstGeom>
          <a:solidFill>
            <a:srgbClr val="16213E">
              <a:alpha val="40000"/>
            </a:srgbClr>
          </a:solidFill>
          <a:ln/>
        </p:spPr>
      </p:sp>
      <p:pic>
        <p:nvPicPr>
          <p:cNvPr id="6" name="Image 0" descr="preencoded.png">
            <a:extLst>
              <a:ext uri="{FF2B5EF4-FFF2-40B4-BE49-F238E27FC236}">
                <a16:creationId xmlns:a16="http://schemas.microsoft.com/office/drawing/2014/main" id="{2B48B1E1-38EF-B78E-6309-61149A565A63}"/>
              </a:ext>
            </a:extLst>
          </p:cNvPr>
          <p:cNvPicPr>
            <a:picLocks noChangeAspect="1"/>
          </p:cNvPicPr>
          <p:nvPr/>
        </p:nvPicPr>
        <p:blipFill>
          <a:blip r:embed="rId3">
            <a:alphaModFix amt="40000"/>
          </a:blip>
          <a:srcRect/>
          <a:stretch/>
        </p:blipFill>
        <p:spPr>
          <a:xfrm>
            <a:off x="1136399" y="2238704"/>
            <a:ext cx="152365" cy="152365"/>
          </a:xfrm>
          <a:prstGeom prst="rect">
            <a:avLst/>
          </a:prstGeom>
        </p:spPr>
      </p:pic>
      <p:sp>
        <p:nvSpPr>
          <p:cNvPr id="7" name="Text 6">
            <a:extLst>
              <a:ext uri="{FF2B5EF4-FFF2-40B4-BE49-F238E27FC236}">
                <a16:creationId xmlns:a16="http://schemas.microsoft.com/office/drawing/2014/main" id="{15B8BD32-3433-94BB-A438-CD67DA6A0BEE}"/>
              </a:ext>
            </a:extLst>
          </p:cNvPr>
          <p:cNvSpPr/>
          <p:nvPr/>
        </p:nvSpPr>
        <p:spPr>
          <a:xfrm>
            <a:off x="1072938" y="2505416"/>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4D8B2C3C-641A-643D-C096-4001AB0D550D}"/>
              </a:ext>
            </a:extLst>
          </p:cNvPr>
          <p:cNvSpPr/>
          <p:nvPr/>
        </p:nvSpPr>
        <p:spPr>
          <a:xfrm>
            <a:off x="1072938" y="2731461"/>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9F762BF8-E1AE-E794-6FEF-B263DBD03DEC}"/>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F7410760-5001-FE67-A144-33B5DC167AE5}"/>
              </a:ext>
            </a:extLst>
          </p:cNvPr>
          <p:cNvSpPr/>
          <p:nvPr/>
        </p:nvSpPr>
        <p:spPr>
          <a:xfrm>
            <a:off x="2838147" y="2187817"/>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21F17B8E-F438-C9B9-2AFF-E96B0F5CA185}"/>
              </a:ext>
            </a:extLst>
          </p:cNvPr>
          <p:cNvPicPr>
            <a:picLocks noChangeAspect="1"/>
          </p:cNvPicPr>
          <p:nvPr/>
        </p:nvPicPr>
        <p:blipFill>
          <a:blip r:embed="rId4"/>
          <a:srcRect/>
          <a:stretch/>
        </p:blipFill>
        <p:spPr>
          <a:xfrm>
            <a:off x="2901608" y="2251280"/>
            <a:ext cx="152365" cy="152365"/>
          </a:xfrm>
          <a:prstGeom prst="rect">
            <a:avLst/>
          </a:prstGeom>
        </p:spPr>
      </p:pic>
      <p:sp>
        <p:nvSpPr>
          <p:cNvPr id="12" name="Text 10">
            <a:extLst>
              <a:ext uri="{FF2B5EF4-FFF2-40B4-BE49-F238E27FC236}">
                <a16:creationId xmlns:a16="http://schemas.microsoft.com/office/drawing/2014/main" id="{7E367D10-DE7A-BAA6-C407-E77D56F89F6D}"/>
              </a:ext>
            </a:extLst>
          </p:cNvPr>
          <p:cNvSpPr/>
          <p:nvPr/>
        </p:nvSpPr>
        <p:spPr>
          <a:xfrm>
            <a:off x="2838147" y="2517992"/>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BA1A88BE-2494-8504-4409-ECE152F5E38D}"/>
              </a:ext>
            </a:extLst>
          </p:cNvPr>
          <p:cNvSpPr/>
          <p:nvPr/>
        </p:nvSpPr>
        <p:spPr>
          <a:xfrm>
            <a:off x="2838147" y="2744031"/>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802C0139-676F-3FD2-5154-344D263B2437}"/>
              </a:ext>
            </a:extLst>
          </p:cNvPr>
          <p:cNvSpPr/>
          <p:nvPr/>
        </p:nvSpPr>
        <p:spPr>
          <a:xfrm>
            <a:off x="4632235" y="2076909"/>
            <a:ext cx="1428660"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5" name="Shape 13">
            <a:extLst>
              <a:ext uri="{FF2B5EF4-FFF2-40B4-BE49-F238E27FC236}">
                <a16:creationId xmlns:a16="http://schemas.microsoft.com/office/drawing/2014/main" id="{8EBF802A-CBB2-8901-188D-85FD5CA7A519}"/>
              </a:ext>
            </a:extLst>
          </p:cNvPr>
          <p:cNvSpPr/>
          <p:nvPr/>
        </p:nvSpPr>
        <p:spPr>
          <a:xfrm>
            <a:off x="4743147" y="2187817"/>
            <a:ext cx="279384" cy="279384"/>
          </a:xfrm>
          <a:prstGeom prst="roundRect">
            <a:avLst>
              <a:gd name="adj" fmla="val 50000"/>
            </a:avLst>
          </a:prstGeom>
          <a:solidFill>
            <a:srgbClr val="16213E"/>
          </a:solidFill>
          <a:ln/>
        </p:spPr>
      </p:sp>
      <p:pic>
        <p:nvPicPr>
          <p:cNvPr id="16" name="Image 2" descr="preencoded.png">
            <a:extLst>
              <a:ext uri="{FF2B5EF4-FFF2-40B4-BE49-F238E27FC236}">
                <a16:creationId xmlns:a16="http://schemas.microsoft.com/office/drawing/2014/main" id="{97B5107B-0423-1ECF-4595-05E1BDAD4211}"/>
              </a:ext>
            </a:extLst>
          </p:cNvPr>
          <p:cNvPicPr>
            <a:picLocks noChangeAspect="1"/>
          </p:cNvPicPr>
          <p:nvPr/>
        </p:nvPicPr>
        <p:blipFill>
          <a:blip r:embed="rId5"/>
          <a:srcRect/>
          <a:stretch/>
        </p:blipFill>
        <p:spPr>
          <a:xfrm>
            <a:off x="4806608" y="2251280"/>
            <a:ext cx="152365" cy="152365"/>
          </a:xfrm>
          <a:prstGeom prst="rect">
            <a:avLst/>
          </a:prstGeom>
        </p:spPr>
      </p:pic>
      <p:sp>
        <p:nvSpPr>
          <p:cNvPr id="17" name="Text 14">
            <a:extLst>
              <a:ext uri="{FF2B5EF4-FFF2-40B4-BE49-F238E27FC236}">
                <a16:creationId xmlns:a16="http://schemas.microsoft.com/office/drawing/2014/main" id="{AFB1C2D3-BE2C-A7D8-A55D-D87470B85E7A}"/>
              </a:ext>
            </a:extLst>
          </p:cNvPr>
          <p:cNvSpPr/>
          <p:nvPr/>
        </p:nvSpPr>
        <p:spPr>
          <a:xfrm>
            <a:off x="4743147" y="2517992"/>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24EA1DBD-BBF9-0920-9EE8-F08D6FBBDEC9}"/>
              </a:ext>
            </a:extLst>
          </p:cNvPr>
          <p:cNvSpPr/>
          <p:nvPr/>
        </p:nvSpPr>
        <p:spPr>
          <a:xfrm>
            <a:off x="4743147" y="2744031"/>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86B3A8B9-B755-A429-88E6-076058DFB6D0}"/>
              </a:ext>
            </a:extLst>
          </p:cNvPr>
          <p:cNvSpPr/>
          <p:nvPr/>
        </p:nvSpPr>
        <p:spPr>
          <a:xfrm>
            <a:off x="968249" y="3531034"/>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8E7F134F-D56A-90DC-9CB2-F96DFDB43EE8}"/>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657F9884-CE9C-EBB0-4AF4-EDBBC1BC8109}"/>
              </a:ext>
            </a:extLst>
          </p:cNvPr>
          <p:cNvPicPr>
            <a:picLocks noChangeAspect="1"/>
          </p:cNvPicPr>
          <p:nvPr/>
        </p:nvPicPr>
        <p:blipFill>
          <a:blip r:embed="rId6">
            <a:alphaModFix amt="40000"/>
          </a:blip>
          <a:srcRect/>
          <a:stretch/>
        </p:blipFill>
        <p:spPr>
          <a:xfrm>
            <a:off x="1136399" y="3699185"/>
            <a:ext cx="152365" cy="152365"/>
          </a:xfrm>
          <a:prstGeom prst="rect">
            <a:avLst/>
          </a:prstGeom>
        </p:spPr>
      </p:pic>
      <p:sp>
        <p:nvSpPr>
          <p:cNvPr id="22" name="Text 18">
            <a:extLst>
              <a:ext uri="{FF2B5EF4-FFF2-40B4-BE49-F238E27FC236}">
                <a16:creationId xmlns:a16="http://schemas.microsoft.com/office/drawing/2014/main" id="{E1ED7296-BB04-9E7C-FDD8-D557D78F2BDF}"/>
              </a:ext>
            </a:extLst>
          </p:cNvPr>
          <p:cNvSpPr/>
          <p:nvPr/>
        </p:nvSpPr>
        <p:spPr>
          <a:xfrm>
            <a:off x="1072938" y="396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EC92A758-4C03-4458-9694-EE275E74A12F}"/>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06B87CC1-E9B9-0090-B500-7BE2D0A5A9FF}"/>
              </a:ext>
            </a:extLst>
          </p:cNvPr>
          <p:cNvSpPr/>
          <p:nvPr/>
        </p:nvSpPr>
        <p:spPr>
          <a:xfrm>
            <a:off x="4625885" y="3531034"/>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 name="Shape 21">
            <a:extLst>
              <a:ext uri="{FF2B5EF4-FFF2-40B4-BE49-F238E27FC236}">
                <a16:creationId xmlns:a16="http://schemas.microsoft.com/office/drawing/2014/main" id="{7CD90EE3-ACEB-C3B3-639C-5A1255B59A40}"/>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6" name="Image 4" descr="preencoded.png">
            <a:extLst>
              <a:ext uri="{FF2B5EF4-FFF2-40B4-BE49-F238E27FC236}">
                <a16:creationId xmlns:a16="http://schemas.microsoft.com/office/drawing/2014/main" id="{82945ECF-31E5-347F-C769-560B1D163D94}"/>
              </a:ext>
            </a:extLst>
          </p:cNvPr>
          <p:cNvPicPr>
            <a:picLocks noChangeAspect="1"/>
          </p:cNvPicPr>
          <p:nvPr/>
        </p:nvPicPr>
        <p:blipFill>
          <a:blip r:embed="rId7">
            <a:alphaModFix amt="40000"/>
          </a:blip>
          <a:srcRect/>
          <a:stretch/>
        </p:blipFill>
        <p:spPr>
          <a:xfrm>
            <a:off x="4794034" y="3699185"/>
            <a:ext cx="152365" cy="152365"/>
          </a:xfrm>
          <a:prstGeom prst="rect">
            <a:avLst/>
          </a:prstGeom>
        </p:spPr>
      </p:pic>
      <p:sp>
        <p:nvSpPr>
          <p:cNvPr id="27" name="Text 22">
            <a:extLst>
              <a:ext uri="{FF2B5EF4-FFF2-40B4-BE49-F238E27FC236}">
                <a16:creationId xmlns:a16="http://schemas.microsoft.com/office/drawing/2014/main" id="{B4DF1794-598B-EDA0-32D1-C4FFA3D87A60}"/>
              </a:ext>
            </a:extLst>
          </p:cNvPr>
          <p:cNvSpPr/>
          <p:nvPr/>
        </p:nvSpPr>
        <p:spPr>
          <a:xfrm>
            <a:off x="4730573" y="3965897"/>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15C9F24D-1C3F-2CC6-4C04-38E836842E04}"/>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1EF54BB2-B2E3-C328-3860-7147AA82795D}"/>
              </a:ext>
            </a:extLst>
          </p:cNvPr>
          <p:cNvSpPr/>
          <p:nvPr/>
        </p:nvSpPr>
        <p:spPr>
          <a:xfrm>
            <a:off x="968249" y="4801034"/>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628B855A-9AA9-406F-FA37-CFB111251E40}"/>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525A6340-5E55-655D-0CA0-6CBCFDA00686}"/>
              </a:ext>
            </a:extLst>
          </p:cNvPr>
          <p:cNvPicPr>
            <a:picLocks noChangeAspect="1"/>
          </p:cNvPicPr>
          <p:nvPr/>
        </p:nvPicPr>
        <p:blipFill>
          <a:blip r:embed="rId8">
            <a:alphaModFix amt="40000"/>
          </a:blip>
          <a:srcRect/>
          <a:stretch/>
        </p:blipFill>
        <p:spPr>
          <a:xfrm>
            <a:off x="1136399" y="4969185"/>
            <a:ext cx="152365" cy="152365"/>
          </a:xfrm>
          <a:prstGeom prst="rect">
            <a:avLst/>
          </a:prstGeom>
        </p:spPr>
      </p:pic>
      <p:sp>
        <p:nvSpPr>
          <p:cNvPr id="32" name="Text 26">
            <a:extLst>
              <a:ext uri="{FF2B5EF4-FFF2-40B4-BE49-F238E27FC236}">
                <a16:creationId xmlns:a16="http://schemas.microsoft.com/office/drawing/2014/main" id="{613B703E-9359-B5ED-36D9-0B16739E70FF}"/>
              </a:ext>
            </a:extLst>
          </p:cNvPr>
          <p:cNvSpPr/>
          <p:nvPr/>
        </p:nvSpPr>
        <p:spPr>
          <a:xfrm>
            <a:off x="1072938" y="5235897"/>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583E82AF-A944-E9F6-DDE5-E8DDB48CB7E1}"/>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C85D7B8D-E561-D013-A699-D9DBCA8A6196}"/>
              </a:ext>
            </a:extLst>
          </p:cNvPr>
          <p:cNvSpPr/>
          <p:nvPr/>
        </p:nvSpPr>
        <p:spPr>
          <a:xfrm>
            <a:off x="2720885" y="4801034"/>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5" name="Shape 29">
            <a:extLst>
              <a:ext uri="{FF2B5EF4-FFF2-40B4-BE49-F238E27FC236}">
                <a16:creationId xmlns:a16="http://schemas.microsoft.com/office/drawing/2014/main" id="{FEE2AE0F-61E2-C60F-79F4-D5D40F003381}"/>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6" name="Image 6" descr="preencoded.png">
            <a:extLst>
              <a:ext uri="{FF2B5EF4-FFF2-40B4-BE49-F238E27FC236}">
                <a16:creationId xmlns:a16="http://schemas.microsoft.com/office/drawing/2014/main" id="{B5B8CAB8-5533-1A6F-F475-1528B97230B5}"/>
              </a:ext>
            </a:extLst>
          </p:cNvPr>
          <p:cNvPicPr>
            <a:picLocks noChangeAspect="1"/>
          </p:cNvPicPr>
          <p:nvPr/>
        </p:nvPicPr>
        <p:blipFill>
          <a:blip r:embed="rId9">
            <a:alphaModFix amt="40000"/>
          </a:blip>
          <a:srcRect/>
          <a:stretch/>
        </p:blipFill>
        <p:spPr>
          <a:xfrm>
            <a:off x="2889034" y="4969185"/>
            <a:ext cx="152365" cy="152365"/>
          </a:xfrm>
          <a:prstGeom prst="rect">
            <a:avLst/>
          </a:prstGeom>
        </p:spPr>
      </p:pic>
      <p:sp>
        <p:nvSpPr>
          <p:cNvPr id="37" name="Text 30">
            <a:extLst>
              <a:ext uri="{FF2B5EF4-FFF2-40B4-BE49-F238E27FC236}">
                <a16:creationId xmlns:a16="http://schemas.microsoft.com/office/drawing/2014/main" id="{58586B42-7A72-815F-5315-A07DF52CD49D}"/>
              </a:ext>
            </a:extLst>
          </p:cNvPr>
          <p:cNvSpPr/>
          <p:nvPr/>
        </p:nvSpPr>
        <p:spPr>
          <a:xfrm>
            <a:off x="2825573" y="5235897"/>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99ADA77D-0483-AE11-5010-25BA5D225975}"/>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501D1AFA-AD3B-D51A-D4B1-17499C1765AB}"/>
              </a:ext>
            </a:extLst>
          </p:cNvPr>
          <p:cNvSpPr/>
          <p:nvPr/>
        </p:nvSpPr>
        <p:spPr>
          <a:xfrm>
            <a:off x="4625885" y="4801034"/>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0" name="Shape 33">
            <a:extLst>
              <a:ext uri="{FF2B5EF4-FFF2-40B4-BE49-F238E27FC236}">
                <a16:creationId xmlns:a16="http://schemas.microsoft.com/office/drawing/2014/main" id="{AC521379-B451-2D26-B268-E54BE96D36E6}"/>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1" name="Image 7" descr="preencoded.png">
            <a:extLst>
              <a:ext uri="{FF2B5EF4-FFF2-40B4-BE49-F238E27FC236}">
                <a16:creationId xmlns:a16="http://schemas.microsoft.com/office/drawing/2014/main" id="{866714FF-CDC6-0691-B4EC-4E0C39CE2342}"/>
              </a:ext>
            </a:extLst>
          </p:cNvPr>
          <p:cNvPicPr>
            <a:picLocks noChangeAspect="1"/>
          </p:cNvPicPr>
          <p:nvPr/>
        </p:nvPicPr>
        <p:blipFill>
          <a:blip r:embed="rId10">
            <a:alphaModFix amt="40000"/>
          </a:blip>
          <a:srcRect/>
          <a:stretch/>
        </p:blipFill>
        <p:spPr>
          <a:xfrm>
            <a:off x="4794034" y="4969185"/>
            <a:ext cx="152365" cy="152365"/>
          </a:xfrm>
          <a:prstGeom prst="rect">
            <a:avLst/>
          </a:prstGeom>
        </p:spPr>
      </p:pic>
      <p:sp>
        <p:nvSpPr>
          <p:cNvPr id="42" name="Text 34">
            <a:extLst>
              <a:ext uri="{FF2B5EF4-FFF2-40B4-BE49-F238E27FC236}">
                <a16:creationId xmlns:a16="http://schemas.microsoft.com/office/drawing/2014/main" id="{5C8E0CFB-FE89-51F8-AECF-F885E36B6484}"/>
              </a:ext>
            </a:extLst>
          </p:cNvPr>
          <p:cNvSpPr/>
          <p:nvPr/>
        </p:nvSpPr>
        <p:spPr>
          <a:xfrm>
            <a:off x="4730573" y="5235897"/>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DE7D54C8-F013-740F-88A6-B741847A4EE0}"/>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FCBD504A-AE03-2400-6951-AA09AB587C79}"/>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8343EE33-DEC0-CDFE-78E4-ECD2573513EE}"/>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08A13564-2CE4-F6A5-FA1F-D9E292EB614B}"/>
              </a:ext>
            </a:extLst>
          </p:cNvPr>
          <p:cNvPicPr>
            <a:picLocks noChangeAspect="1"/>
          </p:cNvPicPr>
          <p:nvPr/>
        </p:nvPicPr>
        <p:blipFill>
          <a:blip r:embed="rId11">
            <a:alphaModFix amt="40000"/>
          </a:blip>
          <a:srcRect/>
          <a:stretch/>
        </p:blipFill>
        <p:spPr>
          <a:xfrm>
            <a:off x="6635475" y="2238704"/>
            <a:ext cx="152365" cy="152365"/>
          </a:xfrm>
          <a:prstGeom prst="rect">
            <a:avLst/>
          </a:prstGeom>
        </p:spPr>
      </p:pic>
      <p:sp>
        <p:nvSpPr>
          <p:cNvPr id="47" name="Text 38">
            <a:extLst>
              <a:ext uri="{FF2B5EF4-FFF2-40B4-BE49-F238E27FC236}">
                <a16:creationId xmlns:a16="http://schemas.microsoft.com/office/drawing/2014/main" id="{97B7B08B-E5A4-C859-2D32-CB47A0484862}"/>
              </a:ext>
            </a:extLst>
          </p:cNvPr>
          <p:cNvSpPr/>
          <p:nvPr/>
        </p:nvSpPr>
        <p:spPr>
          <a:xfrm>
            <a:off x="6572014" y="2505416"/>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7AE3F412-7E77-539A-20DE-B44D5338DB40}"/>
              </a:ext>
            </a:extLst>
          </p:cNvPr>
          <p:cNvSpPr/>
          <p:nvPr/>
        </p:nvSpPr>
        <p:spPr>
          <a:xfrm>
            <a:off x="6572014" y="2731461"/>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651BB671-BE6E-F04E-C661-039369A30BA2}"/>
              </a:ext>
            </a:extLst>
          </p:cNvPr>
          <p:cNvSpPr/>
          <p:nvPr/>
        </p:nvSpPr>
        <p:spPr>
          <a:xfrm>
            <a:off x="6467326" y="3531034"/>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D1F545EE-C959-30C5-B5D8-1520C2424EB7}"/>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23174AA3-B011-4B5A-8D53-BF182EB8A48C}"/>
              </a:ext>
            </a:extLst>
          </p:cNvPr>
          <p:cNvPicPr>
            <a:picLocks noChangeAspect="1"/>
          </p:cNvPicPr>
          <p:nvPr/>
        </p:nvPicPr>
        <p:blipFill>
          <a:blip r:embed="rId12">
            <a:alphaModFix amt="40000"/>
          </a:blip>
          <a:srcRect/>
          <a:stretch/>
        </p:blipFill>
        <p:spPr>
          <a:xfrm>
            <a:off x="6635475" y="3699185"/>
            <a:ext cx="152365" cy="152365"/>
          </a:xfrm>
          <a:prstGeom prst="rect">
            <a:avLst/>
          </a:prstGeom>
        </p:spPr>
      </p:pic>
      <p:sp>
        <p:nvSpPr>
          <p:cNvPr id="52" name="Text 42">
            <a:extLst>
              <a:ext uri="{FF2B5EF4-FFF2-40B4-BE49-F238E27FC236}">
                <a16:creationId xmlns:a16="http://schemas.microsoft.com/office/drawing/2014/main" id="{6BEB7FBD-6423-787E-9DF4-5436A8881C9C}"/>
              </a:ext>
            </a:extLst>
          </p:cNvPr>
          <p:cNvSpPr/>
          <p:nvPr/>
        </p:nvSpPr>
        <p:spPr>
          <a:xfrm>
            <a:off x="6572014" y="3965897"/>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9B4BCEF5-8626-C721-3FEF-09EAEF404856}"/>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071C2588-19DE-74FA-3E95-D3953310FD36}"/>
              </a:ext>
            </a:extLst>
          </p:cNvPr>
          <p:cNvSpPr/>
          <p:nvPr/>
        </p:nvSpPr>
        <p:spPr>
          <a:xfrm>
            <a:off x="6467326" y="4801034"/>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1B9CB57D-3106-676A-CE03-E67C21042790}"/>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611F2F5E-F4E9-4BFC-9036-75A67FA7E6D2}"/>
              </a:ext>
            </a:extLst>
          </p:cNvPr>
          <p:cNvPicPr>
            <a:picLocks noChangeAspect="1"/>
          </p:cNvPicPr>
          <p:nvPr/>
        </p:nvPicPr>
        <p:blipFill>
          <a:blip r:embed="rId13">
            <a:alphaModFix amt="40000"/>
          </a:blip>
          <a:srcRect/>
          <a:stretch/>
        </p:blipFill>
        <p:spPr>
          <a:xfrm>
            <a:off x="6635475" y="4969185"/>
            <a:ext cx="152365" cy="152365"/>
          </a:xfrm>
          <a:prstGeom prst="rect">
            <a:avLst/>
          </a:prstGeom>
        </p:spPr>
      </p:pic>
      <p:sp>
        <p:nvSpPr>
          <p:cNvPr id="57" name="Text 46">
            <a:extLst>
              <a:ext uri="{FF2B5EF4-FFF2-40B4-BE49-F238E27FC236}">
                <a16:creationId xmlns:a16="http://schemas.microsoft.com/office/drawing/2014/main" id="{D309D5AB-2429-E8C3-C35C-248203EF2EDA}"/>
              </a:ext>
            </a:extLst>
          </p:cNvPr>
          <p:cNvSpPr/>
          <p:nvPr/>
        </p:nvSpPr>
        <p:spPr>
          <a:xfrm>
            <a:off x="6572014" y="5235897"/>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82D02BF4-769B-5E1A-DC50-8510DA4AF1CE}"/>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94969202-F144-F2DB-C107-68499662A1D9}"/>
              </a:ext>
            </a:extLst>
          </p:cNvPr>
          <p:cNvPicPr>
            <a:picLocks noChangeAspect="1"/>
          </p:cNvPicPr>
          <p:nvPr/>
        </p:nvPicPr>
        <p:blipFill>
          <a:blip r:embed="rId14"/>
          <a:srcRect l="-6" r="-6"/>
          <a:stretch/>
        </p:blipFill>
        <p:spPr>
          <a:xfrm>
            <a:off x="2336651" y="2619766"/>
            <a:ext cx="431749" cy="101576"/>
          </a:xfrm>
          <a:prstGeom prst="rect">
            <a:avLst/>
          </a:prstGeom>
        </p:spPr>
      </p:pic>
      <p:pic>
        <p:nvPicPr>
          <p:cNvPr id="60" name="Image 12" descr="connector">
            <a:extLst>
              <a:ext uri="{FF2B5EF4-FFF2-40B4-BE49-F238E27FC236}">
                <a16:creationId xmlns:a16="http://schemas.microsoft.com/office/drawing/2014/main" id="{DFE4B4FC-DAE5-3601-4C50-3B208058CBDB}"/>
              </a:ext>
            </a:extLst>
          </p:cNvPr>
          <p:cNvPicPr>
            <a:picLocks noChangeAspect="1"/>
          </p:cNvPicPr>
          <p:nvPr/>
        </p:nvPicPr>
        <p:blipFill>
          <a:blip r:embed="rId15"/>
          <a:srcRect l="-5" r="-5"/>
          <a:stretch/>
        </p:blipFill>
        <p:spPr>
          <a:xfrm>
            <a:off x="4165419" y="2594421"/>
            <a:ext cx="533325" cy="152365"/>
          </a:xfrm>
          <a:prstGeom prst="rect">
            <a:avLst/>
          </a:prstGeom>
        </p:spPr>
      </p:pic>
      <p:pic>
        <p:nvPicPr>
          <p:cNvPr id="61" name="Image 13" descr="connector">
            <a:extLst>
              <a:ext uri="{FF2B5EF4-FFF2-40B4-BE49-F238E27FC236}">
                <a16:creationId xmlns:a16="http://schemas.microsoft.com/office/drawing/2014/main" id="{0A66EE00-C5DD-3161-B77A-FC2E2EC2ED3C}"/>
              </a:ext>
            </a:extLst>
          </p:cNvPr>
          <p:cNvPicPr>
            <a:picLocks noChangeAspect="1"/>
          </p:cNvPicPr>
          <p:nvPr/>
        </p:nvPicPr>
        <p:blipFill>
          <a:blip r:embed="rId16"/>
          <a:srcRect t="-9" b="-9"/>
          <a:stretch/>
        </p:blipFill>
        <p:spPr>
          <a:xfrm>
            <a:off x="3428843" y="3223034"/>
            <a:ext cx="101576" cy="1625517"/>
          </a:xfrm>
          <a:prstGeom prst="rect">
            <a:avLst/>
          </a:prstGeom>
        </p:spPr>
      </p:pic>
      <p:pic>
        <p:nvPicPr>
          <p:cNvPr id="62" name="Image 14" descr="connector">
            <a:extLst>
              <a:ext uri="{FF2B5EF4-FFF2-40B4-BE49-F238E27FC236}">
                <a16:creationId xmlns:a16="http://schemas.microsoft.com/office/drawing/2014/main" id="{588C0702-0B0C-6C37-28F5-959C990493B7}"/>
              </a:ext>
            </a:extLst>
          </p:cNvPr>
          <p:cNvPicPr>
            <a:picLocks noChangeAspect="1"/>
          </p:cNvPicPr>
          <p:nvPr/>
        </p:nvPicPr>
        <p:blipFill>
          <a:blip r:embed="rId17"/>
          <a:srcRect t="-1" b="-1"/>
          <a:stretch/>
        </p:blipFill>
        <p:spPr>
          <a:xfrm>
            <a:off x="3936823" y="3223034"/>
            <a:ext cx="736576" cy="863596"/>
          </a:xfrm>
          <a:prstGeom prst="rect">
            <a:avLst/>
          </a:prstGeom>
        </p:spPr>
      </p:pic>
      <p:pic>
        <p:nvPicPr>
          <p:cNvPr id="63" name="Image 15" descr="connector">
            <a:extLst>
              <a:ext uri="{FF2B5EF4-FFF2-40B4-BE49-F238E27FC236}">
                <a16:creationId xmlns:a16="http://schemas.microsoft.com/office/drawing/2014/main" id="{EAE8EBEC-B546-4F37-4DC5-B1B8BD17BC0D}"/>
              </a:ext>
            </a:extLst>
          </p:cNvPr>
          <p:cNvPicPr>
            <a:picLocks noChangeAspect="1"/>
          </p:cNvPicPr>
          <p:nvPr/>
        </p:nvPicPr>
        <p:blipFill>
          <a:blip r:embed="rId18"/>
          <a:srcRect l="-2" r="-2"/>
          <a:stretch/>
        </p:blipFill>
        <p:spPr>
          <a:xfrm>
            <a:off x="6019631" y="3985053"/>
            <a:ext cx="495210" cy="101576"/>
          </a:xfrm>
          <a:prstGeom prst="rect">
            <a:avLst/>
          </a:prstGeom>
        </p:spPr>
      </p:pic>
      <p:pic>
        <p:nvPicPr>
          <p:cNvPr id="192" name="Image 16" descr="connector">
            <a:extLst>
              <a:ext uri="{FF2B5EF4-FFF2-40B4-BE49-F238E27FC236}">
                <a16:creationId xmlns:a16="http://schemas.microsoft.com/office/drawing/2014/main" id="{8AB5AD4D-5FCC-1272-C661-B685427C7396}"/>
              </a:ext>
            </a:extLst>
          </p:cNvPr>
          <p:cNvPicPr>
            <a:picLocks noChangeAspect="1"/>
          </p:cNvPicPr>
          <p:nvPr/>
        </p:nvPicPr>
        <p:blipFill>
          <a:blip r:embed="rId14"/>
          <a:srcRect l="-6" r="-6"/>
          <a:stretch/>
        </p:blipFill>
        <p:spPr>
          <a:xfrm>
            <a:off x="2336651" y="5255053"/>
            <a:ext cx="431749" cy="101576"/>
          </a:xfrm>
          <a:prstGeom prst="rect">
            <a:avLst/>
          </a:prstGeom>
        </p:spPr>
      </p:pic>
      <p:pic>
        <p:nvPicPr>
          <p:cNvPr id="193" name="Image 17" descr="connector">
            <a:extLst>
              <a:ext uri="{FF2B5EF4-FFF2-40B4-BE49-F238E27FC236}">
                <a16:creationId xmlns:a16="http://schemas.microsoft.com/office/drawing/2014/main" id="{68C8E2C2-7707-692A-7D25-BFEDAFB60FE7}"/>
              </a:ext>
            </a:extLst>
          </p:cNvPr>
          <p:cNvPicPr>
            <a:picLocks noChangeAspect="1"/>
          </p:cNvPicPr>
          <p:nvPr/>
        </p:nvPicPr>
        <p:blipFill>
          <a:blip r:embed="rId19"/>
          <a:srcRect l="-5" r="-5"/>
          <a:stretch/>
        </p:blipFill>
        <p:spPr>
          <a:xfrm>
            <a:off x="4190862" y="5255053"/>
            <a:ext cx="482537" cy="101576"/>
          </a:xfrm>
          <a:prstGeom prst="rect">
            <a:avLst/>
          </a:prstGeom>
        </p:spPr>
      </p:pic>
      <p:pic>
        <p:nvPicPr>
          <p:cNvPr id="194" name="Image 18" descr="connector">
            <a:extLst>
              <a:ext uri="{FF2B5EF4-FFF2-40B4-BE49-F238E27FC236}">
                <a16:creationId xmlns:a16="http://schemas.microsoft.com/office/drawing/2014/main" id="{71C8DC85-BA48-F3BF-2B4F-8D29EC88C342}"/>
              </a:ext>
            </a:extLst>
          </p:cNvPr>
          <p:cNvPicPr>
            <a:picLocks noChangeAspect="1"/>
          </p:cNvPicPr>
          <p:nvPr/>
        </p:nvPicPr>
        <p:blipFill>
          <a:blip r:embed="rId18"/>
          <a:srcRect l="-2" r="-2"/>
          <a:stretch/>
        </p:blipFill>
        <p:spPr>
          <a:xfrm>
            <a:off x="6019631" y="5255053"/>
            <a:ext cx="495210" cy="101576"/>
          </a:xfrm>
          <a:prstGeom prst="rect">
            <a:avLst/>
          </a:prstGeom>
        </p:spPr>
      </p:pic>
      <p:pic>
        <p:nvPicPr>
          <p:cNvPr id="195" name="Image 19" descr="connector">
            <a:extLst>
              <a:ext uri="{FF2B5EF4-FFF2-40B4-BE49-F238E27FC236}">
                <a16:creationId xmlns:a16="http://schemas.microsoft.com/office/drawing/2014/main" id="{A20F161D-F250-9935-F794-D6A692E6BF2C}"/>
              </a:ext>
            </a:extLst>
          </p:cNvPr>
          <p:cNvPicPr>
            <a:picLocks noChangeAspect="1"/>
          </p:cNvPicPr>
          <p:nvPr/>
        </p:nvPicPr>
        <p:blipFill>
          <a:blip r:embed="rId20"/>
          <a:srcRect/>
          <a:stretch/>
        </p:blipFill>
        <p:spPr>
          <a:xfrm>
            <a:off x="6159323" y="2619766"/>
            <a:ext cx="355517" cy="101576"/>
          </a:xfrm>
          <a:prstGeom prst="rect">
            <a:avLst/>
          </a:prstGeom>
        </p:spPr>
      </p:pic>
      <p:sp>
        <p:nvSpPr>
          <p:cNvPr id="196" name="Shape 48">
            <a:extLst>
              <a:ext uri="{FF2B5EF4-FFF2-40B4-BE49-F238E27FC236}">
                <a16:creationId xmlns:a16="http://schemas.microsoft.com/office/drawing/2014/main" id="{0BA2AB58-4CAC-1E7E-F7C0-DB86E211A7AB}"/>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CB392C2D-2A47-AB9A-ADB1-88B5FCC42D74}"/>
              </a:ext>
            </a:extLst>
          </p:cNvPr>
          <p:cNvSpPr/>
          <p:nvPr/>
        </p:nvSpPr>
        <p:spPr>
          <a:xfrm>
            <a:off x="8311879" y="181962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6 VON 8</a:t>
            </a:r>
            <a:endParaRPr lang="en-US" sz="1200" dirty="0"/>
          </a:p>
        </p:txBody>
      </p:sp>
      <p:sp>
        <p:nvSpPr>
          <p:cNvPr id="198" name="Text 50">
            <a:extLst>
              <a:ext uri="{FF2B5EF4-FFF2-40B4-BE49-F238E27FC236}">
                <a16:creationId xmlns:a16="http://schemas.microsoft.com/office/drawing/2014/main" id="{0FF6A8E1-6AA3-82C4-C930-4D43D2E2E379}"/>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Aus dem Scan-Code wird ein Zeichen</a:t>
            </a:r>
            <a:endParaRPr lang="en-US" sz="1600" dirty="0"/>
          </a:p>
        </p:txBody>
      </p:sp>
      <p:sp>
        <p:nvSpPr>
          <p:cNvPr id="199" name="Text 51">
            <a:extLst>
              <a:ext uri="{FF2B5EF4-FFF2-40B4-BE49-F238E27FC236}">
                <a16:creationId xmlns:a16="http://schemas.microsoft.com/office/drawing/2014/main" id="{4FEA0B69-D88B-C90B-CE0E-D6F22D3538E5}"/>
              </a:ext>
            </a:extLst>
          </p:cNvPr>
          <p:cNvSpPr/>
          <p:nvPr/>
        </p:nvSpPr>
        <p:spPr>
          <a:xfrm>
            <a:off x="8404335" y="2774193"/>
            <a:ext cx="2791040" cy="1518298"/>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Treiber übersetzt den Scan-Code in ein Zeichen (Unicode)</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CPU holt Programmbefehle laufend aus dem RAM</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rechnet binär (0/1), Takt in GHz</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Text-Puffer im RAM wird aktualisiert</a:t>
            </a:r>
            <a:endParaRPr lang="en-US" sz="1200" dirty="0"/>
          </a:p>
        </p:txBody>
      </p:sp>
      <p:sp>
        <p:nvSpPr>
          <p:cNvPr id="200" name="Shape 52">
            <a:extLst>
              <a:ext uri="{FF2B5EF4-FFF2-40B4-BE49-F238E27FC236}">
                <a16:creationId xmlns:a16="http://schemas.microsoft.com/office/drawing/2014/main" id="{2962534D-849D-F5F3-F22F-65DA0A32FB29}"/>
              </a:ext>
            </a:extLst>
          </p:cNvPr>
          <p:cNvSpPr/>
          <p:nvPr/>
        </p:nvSpPr>
        <p:spPr>
          <a:xfrm>
            <a:off x="8311879" y="5030099"/>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4743407E-2005-9E65-4A56-67178A4953C6}"/>
              </a:ext>
            </a:extLst>
          </p:cNvPr>
          <p:cNvSpPr/>
          <p:nvPr/>
        </p:nvSpPr>
        <p:spPr>
          <a:xfrm>
            <a:off x="8311879" y="5261732"/>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68A0039E-D0AA-1684-5090-37452CBE72FD}"/>
              </a:ext>
            </a:extLst>
          </p:cNvPr>
          <p:cNvSpPr/>
          <p:nvPr/>
        </p:nvSpPr>
        <p:spPr>
          <a:xfrm>
            <a:off x="8311879" y="5513022"/>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CPU ↔ RAM</a:t>
            </a:r>
            <a:endParaRPr lang="en-US" sz="1400" dirty="0"/>
          </a:p>
        </p:txBody>
      </p:sp>
      <p:sp>
        <p:nvSpPr>
          <p:cNvPr id="203" name="Shape 22">
            <a:extLst>
              <a:ext uri="{FF2B5EF4-FFF2-40B4-BE49-F238E27FC236}">
                <a16:creationId xmlns:a16="http://schemas.microsoft.com/office/drawing/2014/main" id="{3FCAD89C-A964-9BC9-39DA-76A68641C8D7}"/>
              </a:ext>
            </a:extLst>
          </p:cNvPr>
          <p:cNvSpPr/>
          <p:nvPr/>
        </p:nvSpPr>
        <p:spPr>
          <a:xfrm>
            <a:off x="8114112" y="4166566"/>
            <a:ext cx="3198228" cy="1031231"/>
          </a:xfrm>
          <a:prstGeom prst="roundRect">
            <a:avLst>
              <a:gd name="adj" fmla="val 6979"/>
            </a:avLst>
          </a:prstGeom>
          <a:solidFill>
            <a:schemeClr val="bg1">
              <a:lumMod val="85000"/>
            </a:schemeClr>
          </a:solidFill>
          <a:ln w="6350">
            <a:solidFill>
              <a:srgbClr val="E3E7EE"/>
            </a:solidFill>
            <a:prstDash val="solid"/>
          </a:ln>
          <a:effectLst>
            <a:outerShdw blurRad="114300" dist="25400" dir="5400000" algn="bl" rotWithShape="0">
              <a:srgbClr val="DFE4EC">
                <a:alpha val="100000"/>
              </a:srgbClr>
            </a:outerShdw>
          </a:effectLst>
        </p:spPr>
      </p:sp>
      <p:sp>
        <p:nvSpPr>
          <p:cNvPr id="204" name="Shape 23">
            <a:extLst>
              <a:ext uri="{FF2B5EF4-FFF2-40B4-BE49-F238E27FC236}">
                <a16:creationId xmlns:a16="http://schemas.microsoft.com/office/drawing/2014/main" id="{09C3998D-D49D-9562-F6B0-5CE1F85C8B04}"/>
              </a:ext>
            </a:extLst>
          </p:cNvPr>
          <p:cNvSpPr/>
          <p:nvPr/>
        </p:nvSpPr>
        <p:spPr>
          <a:xfrm>
            <a:off x="8345819" y="4220140"/>
            <a:ext cx="355517" cy="355517"/>
          </a:xfrm>
          <a:prstGeom prst="roundRect">
            <a:avLst>
              <a:gd name="adj" fmla="val 50000"/>
            </a:avLst>
          </a:prstGeom>
          <a:solidFill>
            <a:srgbClr val="16213E"/>
          </a:solidFill>
          <a:ln/>
        </p:spPr>
      </p:sp>
      <p:pic>
        <p:nvPicPr>
          <p:cNvPr id="205" name="Image 4" descr="preencoded.png">
            <a:extLst>
              <a:ext uri="{FF2B5EF4-FFF2-40B4-BE49-F238E27FC236}">
                <a16:creationId xmlns:a16="http://schemas.microsoft.com/office/drawing/2014/main" id="{F3E6F9C0-49EA-1B2A-6D54-6410C69A3BEA}"/>
              </a:ext>
            </a:extLst>
          </p:cNvPr>
          <p:cNvPicPr>
            <a:picLocks noChangeAspect="1"/>
          </p:cNvPicPr>
          <p:nvPr/>
        </p:nvPicPr>
        <p:blipFill>
          <a:blip r:embed="rId21"/>
          <a:srcRect/>
          <a:stretch/>
        </p:blipFill>
        <p:spPr>
          <a:xfrm>
            <a:off x="8428338" y="4302659"/>
            <a:ext cx="190480" cy="190480"/>
          </a:xfrm>
          <a:prstGeom prst="rect">
            <a:avLst/>
          </a:prstGeom>
        </p:spPr>
      </p:pic>
      <p:sp>
        <p:nvSpPr>
          <p:cNvPr id="206" name="Text 24">
            <a:extLst>
              <a:ext uri="{FF2B5EF4-FFF2-40B4-BE49-F238E27FC236}">
                <a16:creationId xmlns:a16="http://schemas.microsoft.com/office/drawing/2014/main" id="{6776D50D-6146-9A98-AE6D-5817D3F2C6FD}"/>
              </a:ext>
            </a:extLst>
          </p:cNvPr>
          <p:cNvSpPr/>
          <p:nvPr/>
        </p:nvSpPr>
        <p:spPr>
          <a:xfrm>
            <a:off x="8828258" y="4163064"/>
            <a:ext cx="1276102" cy="26912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RAM</a:t>
            </a:r>
            <a:endParaRPr lang="en-US" sz="1600" dirty="0"/>
          </a:p>
        </p:txBody>
      </p:sp>
      <p:sp>
        <p:nvSpPr>
          <p:cNvPr id="207" name="Text 25">
            <a:extLst>
              <a:ext uri="{FF2B5EF4-FFF2-40B4-BE49-F238E27FC236}">
                <a16:creationId xmlns:a16="http://schemas.microsoft.com/office/drawing/2014/main" id="{343F9DA0-D23A-273C-A51A-507CCE8F9422}"/>
              </a:ext>
            </a:extLst>
          </p:cNvPr>
          <p:cNvSpPr/>
          <p:nvPr/>
        </p:nvSpPr>
        <p:spPr>
          <a:xfrm>
            <a:off x="8828258" y="4419462"/>
            <a:ext cx="147036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SCHREIBTISCH</a:t>
            </a:r>
            <a:endParaRPr lang="en-US" sz="1200" dirty="0"/>
          </a:p>
        </p:txBody>
      </p:sp>
      <p:sp>
        <p:nvSpPr>
          <p:cNvPr id="208" name="Text 26">
            <a:extLst>
              <a:ext uri="{FF2B5EF4-FFF2-40B4-BE49-F238E27FC236}">
                <a16:creationId xmlns:a16="http://schemas.microsoft.com/office/drawing/2014/main" id="{5C8D083A-1CD9-04FD-78C4-44976CA81959}"/>
              </a:ext>
            </a:extLst>
          </p:cNvPr>
          <p:cNvSpPr/>
          <p:nvPr/>
        </p:nvSpPr>
        <p:spPr>
          <a:xfrm>
            <a:off x="8345819" y="4734310"/>
            <a:ext cx="3004441" cy="4519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656"/>
                </a:solidFill>
                <a:latin typeface="Open Sans" pitchFamily="34" charset="0"/>
                <a:ea typeface="Open Sans" pitchFamily="34" charset="-122"/>
                <a:cs typeface="Open Sans" pitchFamily="34" charset="-120"/>
              </a:rPr>
              <a:t>Schneller Zwischenspeicher – ohne Strom ist alles weg.</a:t>
            </a:r>
            <a:endParaRPr lang="en-US" sz="1200" dirty="0"/>
          </a:p>
        </p:txBody>
      </p:sp>
    </p:spTree>
    <p:extLst>
      <p:ext uri="{BB962C8B-B14F-4D97-AF65-F5344CB8AC3E}">
        <p14:creationId xmlns:p14="http://schemas.microsoft.com/office/powerpoint/2010/main" val="3620607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DA8B0EF5-1ECD-37EA-4752-1E9534AB09F9}"/>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793B3B6C-2E89-6BC6-940E-36C51AA14AD2}"/>
              </a:ext>
            </a:extLst>
          </p:cNvPr>
          <p:cNvSpPr/>
          <p:nvPr/>
        </p:nvSpPr>
        <p:spPr>
          <a:xfrm>
            <a:off x="965074" y="1610196"/>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1FCD0501-D57D-E7DA-E58D-C2A484A7BF87}"/>
              </a:ext>
            </a:extLst>
          </p:cNvPr>
          <p:cNvSpPr/>
          <p:nvPr/>
        </p:nvSpPr>
        <p:spPr>
          <a:xfrm>
            <a:off x="968249" y="2070559"/>
            <a:ext cx="1416015"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 name="Shape 5">
            <a:extLst>
              <a:ext uri="{FF2B5EF4-FFF2-40B4-BE49-F238E27FC236}">
                <a16:creationId xmlns:a16="http://schemas.microsoft.com/office/drawing/2014/main" id="{7DE3CBAD-AD51-578B-DDDA-015C73411649}"/>
              </a:ext>
            </a:extLst>
          </p:cNvPr>
          <p:cNvSpPr/>
          <p:nvPr/>
        </p:nvSpPr>
        <p:spPr>
          <a:xfrm>
            <a:off x="1072938" y="2175253"/>
            <a:ext cx="279384" cy="279384"/>
          </a:xfrm>
          <a:prstGeom prst="roundRect">
            <a:avLst>
              <a:gd name="adj" fmla="val 50000"/>
            </a:avLst>
          </a:prstGeom>
          <a:solidFill>
            <a:srgbClr val="16213E">
              <a:alpha val="40000"/>
            </a:srgbClr>
          </a:solidFill>
          <a:ln/>
        </p:spPr>
      </p:sp>
      <p:pic>
        <p:nvPicPr>
          <p:cNvPr id="6" name="Image 0" descr="preencoded.png">
            <a:extLst>
              <a:ext uri="{FF2B5EF4-FFF2-40B4-BE49-F238E27FC236}">
                <a16:creationId xmlns:a16="http://schemas.microsoft.com/office/drawing/2014/main" id="{42DA75E5-88DA-C878-A380-9F9AFD37A676}"/>
              </a:ext>
            </a:extLst>
          </p:cNvPr>
          <p:cNvPicPr>
            <a:picLocks noChangeAspect="1"/>
          </p:cNvPicPr>
          <p:nvPr/>
        </p:nvPicPr>
        <p:blipFill>
          <a:blip r:embed="rId3">
            <a:alphaModFix amt="40000"/>
          </a:blip>
          <a:srcRect/>
          <a:stretch/>
        </p:blipFill>
        <p:spPr>
          <a:xfrm>
            <a:off x="1136399" y="2238710"/>
            <a:ext cx="152365" cy="152365"/>
          </a:xfrm>
          <a:prstGeom prst="rect">
            <a:avLst/>
          </a:prstGeom>
        </p:spPr>
      </p:pic>
      <p:sp>
        <p:nvSpPr>
          <p:cNvPr id="7" name="Text 6">
            <a:extLst>
              <a:ext uri="{FF2B5EF4-FFF2-40B4-BE49-F238E27FC236}">
                <a16:creationId xmlns:a16="http://schemas.microsoft.com/office/drawing/2014/main" id="{95B7ED27-D757-214A-4262-38DA2E334DAD}"/>
              </a:ext>
            </a:extLst>
          </p:cNvPr>
          <p:cNvSpPr/>
          <p:nvPr/>
        </p:nvSpPr>
        <p:spPr>
          <a:xfrm>
            <a:off x="1072938" y="2505422"/>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49CE8EF4-EA4A-F4A4-2A52-2DE4264EE83E}"/>
              </a:ext>
            </a:extLst>
          </p:cNvPr>
          <p:cNvSpPr/>
          <p:nvPr/>
        </p:nvSpPr>
        <p:spPr>
          <a:xfrm>
            <a:off x="1072938" y="2731467"/>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98A77F92-04AB-F542-4A11-0B3540D6317D}"/>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D6E5D6DB-89E8-1C71-792A-E448B5C02140}"/>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24FFE4A3-B66B-A994-23D6-F92DA3B8E6E4}"/>
              </a:ext>
            </a:extLst>
          </p:cNvPr>
          <p:cNvPicPr>
            <a:picLocks noChangeAspect="1"/>
          </p:cNvPicPr>
          <p:nvPr/>
        </p:nvPicPr>
        <p:blipFill>
          <a:blip r:embed="rId4"/>
          <a:srcRect/>
          <a:stretch/>
        </p:blipFill>
        <p:spPr>
          <a:xfrm>
            <a:off x="2901608" y="2251286"/>
            <a:ext cx="152365" cy="152365"/>
          </a:xfrm>
          <a:prstGeom prst="rect">
            <a:avLst/>
          </a:prstGeom>
        </p:spPr>
      </p:pic>
      <p:sp>
        <p:nvSpPr>
          <p:cNvPr id="12" name="Text 10">
            <a:extLst>
              <a:ext uri="{FF2B5EF4-FFF2-40B4-BE49-F238E27FC236}">
                <a16:creationId xmlns:a16="http://schemas.microsoft.com/office/drawing/2014/main" id="{B1C0C00E-57E8-EA6C-10F9-3822254E0382}"/>
              </a:ext>
            </a:extLst>
          </p:cNvPr>
          <p:cNvSpPr/>
          <p:nvPr/>
        </p:nvSpPr>
        <p:spPr>
          <a:xfrm>
            <a:off x="2838147" y="2517998"/>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AC23508E-53A4-AE58-D3F8-397F298BEC39}"/>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483C3F03-9FC4-1AF0-376B-6B689AEBDE2D}"/>
              </a:ext>
            </a:extLst>
          </p:cNvPr>
          <p:cNvSpPr/>
          <p:nvPr/>
        </p:nvSpPr>
        <p:spPr>
          <a:xfrm>
            <a:off x="4625885" y="2070559"/>
            <a:ext cx="1441360"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15" name="Shape 13">
            <a:extLst>
              <a:ext uri="{FF2B5EF4-FFF2-40B4-BE49-F238E27FC236}">
                <a16:creationId xmlns:a16="http://schemas.microsoft.com/office/drawing/2014/main" id="{7F17F028-B4AD-CC25-99ED-072522460C73}"/>
              </a:ext>
            </a:extLst>
          </p:cNvPr>
          <p:cNvSpPr/>
          <p:nvPr/>
        </p:nvSpPr>
        <p:spPr>
          <a:xfrm>
            <a:off x="4730573" y="2175253"/>
            <a:ext cx="279384" cy="279384"/>
          </a:xfrm>
          <a:prstGeom prst="roundRect">
            <a:avLst>
              <a:gd name="adj" fmla="val 50000"/>
            </a:avLst>
          </a:prstGeom>
          <a:solidFill>
            <a:srgbClr val="16213E">
              <a:alpha val="40000"/>
            </a:srgbClr>
          </a:solidFill>
          <a:ln/>
        </p:spPr>
      </p:sp>
      <p:pic>
        <p:nvPicPr>
          <p:cNvPr id="16" name="Image 2" descr="preencoded.png">
            <a:extLst>
              <a:ext uri="{FF2B5EF4-FFF2-40B4-BE49-F238E27FC236}">
                <a16:creationId xmlns:a16="http://schemas.microsoft.com/office/drawing/2014/main" id="{EA93A63F-8199-6312-F1A8-9183FCAC45D3}"/>
              </a:ext>
            </a:extLst>
          </p:cNvPr>
          <p:cNvPicPr>
            <a:picLocks noChangeAspect="1"/>
          </p:cNvPicPr>
          <p:nvPr/>
        </p:nvPicPr>
        <p:blipFill>
          <a:blip r:embed="rId5">
            <a:alphaModFix amt="40000"/>
          </a:blip>
          <a:srcRect/>
          <a:stretch/>
        </p:blipFill>
        <p:spPr>
          <a:xfrm>
            <a:off x="4794034" y="2238710"/>
            <a:ext cx="152365" cy="152365"/>
          </a:xfrm>
          <a:prstGeom prst="rect">
            <a:avLst/>
          </a:prstGeom>
        </p:spPr>
      </p:pic>
      <p:sp>
        <p:nvSpPr>
          <p:cNvPr id="17" name="Text 14">
            <a:extLst>
              <a:ext uri="{FF2B5EF4-FFF2-40B4-BE49-F238E27FC236}">
                <a16:creationId xmlns:a16="http://schemas.microsoft.com/office/drawing/2014/main" id="{49958CE2-B97B-3E09-E1E5-A61B7DDC6660}"/>
              </a:ext>
            </a:extLst>
          </p:cNvPr>
          <p:cNvSpPr/>
          <p:nvPr/>
        </p:nvSpPr>
        <p:spPr>
          <a:xfrm>
            <a:off x="4730573" y="2505422"/>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0DD21472-4541-D231-FD97-02F2C5CE12D7}"/>
              </a:ext>
            </a:extLst>
          </p:cNvPr>
          <p:cNvSpPr/>
          <p:nvPr/>
        </p:nvSpPr>
        <p:spPr>
          <a:xfrm>
            <a:off x="4730573" y="2731467"/>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BDBDDF7E-6123-0C35-B4F7-941DC2649A14}"/>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50D0A671-CFC7-B2AE-E210-9486F0BC70AE}"/>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F1E6E2FA-4016-E7D5-DDD1-4F2224FAAC5C}"/>
              </a:ext>
            </a:extLst>
          </p:cNvPr>
          <p:cNvPicPr>
            <a:picLocks noChangeAspect="1"/>
          </p:cNvPicPr>
          <p:nvPr/>
        </p:nvPicPr>
        <p:blipFill>
          <a:blip r:embed="rId6">
            <a:alphaModFix amt="40000"/>
          </a:blip>
          <a:srcRect/>
          <a:stretch/>
        </p:blipFill>
        <p:spPr>
          <a:xfrm>
            <a:off x="1136399" y="3699191"/>
            <a:ext cx="152365" cy="152365"/>
          </a:xfrm>
          <a:prstGeom prst="rect">
            <a:avLst/>
          </a:prstGeom>
        </p:spPr>
      </p:pic>
      <p:sp>
        <p:nvSpPr>
          <p:cNvPr id="22" name="Text 18">
            <a:extLst>
              <a:ext uri="{FF2B5EF4-FFF2-40B4-BE49-F238E27FC236}">
                <a16:creationId xmlns:a16="http://schemas.microsoft.com/office/drawing/2014/main" id="{520BDE01-37FA-18EB-B00F-DAF3CA337CA0}"/>
              </a:ext>
            </a:extLst>
          </p:cNvPr>
          <p:cNvSpPr/>
          <p:nvPr/>
        </p:nvSpPr>
        <p:spPr>
          <a:xfrm>
            <a:off x="1072938" y="3965904"/>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9FB76A9A-EF27-1DA5-7BA3-257E8827145B}"/>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BF622345-A46C-232B-CF4F-2082FB4449A3}"/>
              </a:ext>
            </a:extLst>
          </p:cNvPr>
          <p:cNvSpPr/>
          <p:nvPr/>
        </p:nvSpPr>
        <p:spPr>
          <a:xfrm>
            <a:off x="4632235" y="3537390"/>
            <a:ext cx="1428660"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25" name="Shape 21">
            <a:extLst>
              <a:ext uri="{FF2B5EF4-FFF2-40B4-BE49-F238E27FC236}">
                <a16:creationId xmlns:a16="http://schemas.microsoft.com/office/drawing/2014/main" id="{5350DBEC-0743-6C5F-E035-855CDD58A53A}"/>
              </a:ext>
            </a:extLst>
          </p:cNvPr>
          <p:cNvSpPr/>
          <p:nvPr/>
        </p:nvSpPr>
        <p:spPr>
          <a:xfrm>
            <a:off x="4743147" y="3648304"/>
            <a:ext cx="279384" cy="279384"/>
          </a:xfrm>
          <a:prstGeom prst="roundRect">
            <a:avLst>
              <a:gd name="adj" fmla="val 50000"/>
            </a:avLst>
          </a:prstGeom>
          <a:solidFill>
            <a:srgbClr val="16213E"/>
          </a:solidFill>
          <a:ln/>
        </p:spPr>
      </p:sp>
      <p:pic>
        <p:nvPicPr>
          <p:cNvPr id="26" name="Image 4" descr="preencoded.png">
            <a:extLst>
              <a:ext uri="{FF2B5EF4-FFF2-40B4-BE49-F238E27FC236}">
                <a16:creationId xmlns:a16="http://schemas.microsoft.com/office/drawing/2014/main" id="{C5CDC979-80D1-1A52-CB20-36F729332DF1}"/>
              </a:ext>
            </a:extLst>
          </p:cNvPr>
          <p:cNvPicPr>
            <a:picLocks noChangeAspect="1"/>
          </p:cNvPicPr>
          <p:nvPr/>
        </p:nvPicPr>
        <p:blipFill>
          <a:blip r:embed="rId7"/>
          <a:srcRect/>
          <a:stretch/>
        </p:blipFill>
        <p:spPr>
          <a:xfrm>
            <a:off x="4806608" y="3711767"/>
            <a:ext cx="152365" cy="152365"/>
          </a:xfrm>
          <a:prstGeom prst="rect">
            <a:avLst/>
          </a:prstGeom>
        </p:spPr>
      </p:pic>
      <p:sp>
        <p:nvSpPr>
          <p:cNvPr id="27" name="Text 22">
            <a:extLst>
              <a:ext uri="{FF2B5EF4-FFF2-40B4-BE49-F238E27FC236}">
                <a16:creationId xmlns:a16="http://schemas.microsoft.com/office/drawing/2014/main" id="{C5534A46-1D3A-2D08-9BB7-C8C4699437CC}"/>
              </a:ext>
            </a:extLst>
          </p:cNvPr>
          <p:cNvSpPr/>
          <p:nvPr/>
        </p:nvSpPr>
        <p:spPr>
          <a:xfrm>
            <a:off x="4743147" y="3978480"/>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0EC4C004-2F66-9202-4899-335AE4E808D5}"/>
              </a:ext>
            </a:extLst>
          </p:cNvPr>
          <p:cNvSpPr/>
          <p:nvPr/>
        </p:nvSpPr>
        <p:spPr>
          <a:xfrm>
            <a:off x="4743147" y="4204519"/>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1EBDDEF3-5974-51F5-AA94-B590D1397D6D}"/>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8B1F50F8-3770-9EE8-4B3B-4C5E7B92485E}"/>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77FC6AF4-E20D-7510-C835-2F8005184E6B}"/>
              </a:ext>
            </a:extLst>
          </p:cNvPr>
          <p:cNvPicPr>
            <a:picLocks noChangeAspect="1"/>
          </p:cNvPicPr>
          <p:nvPr/>
        </p:nvPicPr>
        <p:blipFill>
          <a:blip r:embed="rId8">
            <a:alphaModFix amt="40000"/>
          </a:blip>
          <a:srcRect/>
          <a:stretch/>
        </p:blipFill>
        <p:spPr>
          <a:xfrm>
            <a:off x="1136399" y="4969191"/>
            <a:ext cx="152365" cy="152365"/>
          </a:xfrm>
          <a:prstGeom prst="rect">
            <a:avLst/>
          </a:prstGeom>
        </p:spPr>
      </p:pic>
      <p:sp>
        <p:nvSpPr>
          <p:cNvPr id="32" name="Text 26">
            <a:extLst>
              <a:ext uri="{FF2B5EF4-FFF2-40B4-BE49-F238E27FC236}">
                <a16:creationId xmlns:a16="http://schemas.microsoft.com/office/drawing/2014/main" id="{26A75503-D0AE-C102-DCAD-86B8B3AAEB82}"/>
              </a:ext>
            </a:extLst>
          </p:cNvPr>
          <p:cNvSpPr/>
          <p:nvPr/>
        </p:nvSpPr>
        <p:spPr>
          <a:xfrm>
            <a:off x="1072938" y="5235904"/>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2314FAC9-B801-77A6-32CE-4C460999C4DC}"/>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EFE664BB-9CF0-EC04-6C00-1938119232CA}"/>
              </a:ext>
            </a:extLst>
          </p:cNvPr>
          <p:cNvSpPr/>
          <p:nvPr/>
        </p:nvSpPr>
        <p:spPr>
          <a:xfrm>
            <a:off x="2720885" y="4801040"/>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5" name="Shape 29">
            <a:extLst>
              <a:ext uri="{FF2B5EF4-FFF2-40B4-BE49-F238E27FC236}">
                <a16:creationId xmlns:a16="http://schemas.microsoft.com/office/drawing/2014/main" id="{CFFB87C2-8788-61D2-4EDA-EE8E233538AD}"/>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6" name="Image 6" descr="preencoded.png">
            <a:extLst>
              <a:ext uri="{FF2B5EF4-FFF2-40B4-BE49-F238E27FC236}">
                <a16:creationId xmlns:a16="http://schemas.microsoft.com/office/drawing/2014/main" id="{ED8A3DBC-044F-E0D2-E70C-A6A8C98C4115}"/>
              </a:ext>
            </a:extLst>
          </p:cNvPr>
          <p:cNvPicPr>
            <a:picLocks noChangeAspect="1"/>
          </p:cNvPicPr>
          <p:nvPr/>
        </p:nvPicPr>
        <p:blipFill>
          <a:blip r:embed="rId9">
            <a:alphaModFix amt="40000"/>
          </a:blip>
          <a:srcRect/>
          <a:stretch/>
        </p:blipFill>
        <p:spPr>
          <a:xfrm>
            <a:off x="2889034" y="4969191"/>
            <a:ext cx="152365" cy="152365"/>
          </a:xfrm>
          <a:prstGeom prst="rect">
            <a:avLst/>
          </a:prstGeom>
        </p:spPr>
      </p:pic>
      <p:sp>
        <p:nvSpPr>
          <p:cNvPr id="37" name="Text 30">
            <a:extLst>
              <a:ext uri="{FF2B5EF4-FFF2-40B4-BE49-F238E27FC236}">
                <a16:creationId xmlns:a16="http://schemas.microsoft.com/office/drawing/2014/main" id="{B9CC1234-04E0-EB44-E32D-9A7DCDED588F}"/>
              </a:ext>
            </a:extLst>
          </p:cNvPr>
          <p:cNvSpPr/>
          <p:nvPr/>
        </p:nvSpPr>
        <p:spPr>
          <a:xfrm>
            <a:off x="2825573" y="5235904"/>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4E1A770D-8C7D-17A2-EE10-0F638EA3A50C}"/>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79A325A6-1768-F166-DCC9-B2E2C12D68E0}"/>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0" name="Shape 33">
            <a:extLst>
              <a:ext uri="{FF2B5EF4-FFF2-40B4-BE49-F238E27FC236}">
                <a16:creationId xmlns:a16="http://schemas.microsoft.com/office/drawing/2014/main" id="{DF7936A6-FB0F-94D6-7965-F14EFA7ECBA1}"/>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1" name="Image 7" descr="preencoded.png">
            <a:extLst>
              <a:ext uri="{FF2B5EF4-FFF2-40B4-BE49-F238E27FC236}">
                <a16:creationId xmlns:a16="http://schemas.microsoft.com/office/drawing/2014/main" id="{D32B3C43-5930-E94D-7DC2-F40E6966B41F}"/>
              </a:ext>
            </a:extLst>
          </p:cNvPr>
          <p:cNvPicPr>
            <a:picLocks noChangeAspect="1"/>
          </p:cNvPicPr>
          <p:nvPr/>
        </p:nvPicPr>
        <p:blipFill>
          <a:blip r:embed="rId10">
            <a:alphaModFix amt="40000"/>
          </a:blip>
          <a:srcRect/>
          <a:stretch/>
        </p:blipFill>
        <p:spPr>
          <a:xfrm>
            <a:off x="4794034" y="4969191"/>
            <a:ext cx="152365" cy="152365"/>
          </a:xfrm>
          <a:prstGeom prst="rect">
            <a:avLst/>
          </a:prstGeom>
        </p:spPr>
      </p:pic>
      <p:sp>
        <p:nvSpPr>
          <p:cNvPr id="42" name="Text 34">
            <a:extLst>
              <a:ext uri="{FF2B5EF4-FFF2-40B4-BE49-F238E27FC236}">
                <a16:creationId xmlns:a16="http://schemas.microsoft.com/office/drawing/2014/main" id="{CE9DF36B-6657-C05F-37ED-1B179705087D}"/>
              </a:ext>
            </a:extLst>
          </p:cNvPr>
          <p:cNvSpPr/>
          <p:nvPr/>
        </p:nvSpPr>
        <p:spPr>
          <a:xfrm>
            <a:off x="4730573" y="523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C73362EF-FB09-B607-78DA-216BA426D091}"/>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C5E32358-1F08-347D-F154-4EE30A98E9FC}"/>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279F0205-98A8-A221-A141-046239761E1F}"/>
              </a:ext>
            </a:extLst>
          </p:cNvPr>
          <p:cNvSpPr/>
          <p:nvPr/>
        </p:nvSpPr>
        <p:spPr>
          <a:xfrm>
            <a:off x="6572014" y="2175253"/>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EBD0117D-3CEF-6898-80D3-B68589DED2E2}"/>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47" name="Text 38">
            <a:extLst>
              <a:ext uri="{FF2B5EF4-FFF2-40B4-BE49-F238E27FC236}">
                <a16:creationId xmlns:a16="http://schemas.microsoft.com/office/drawing/2014/main" id="{B97E5873-0AC2-716E-4794-D8A9952156D6}"/>
              </a:ext>
            </a:extLst>
          </p:cNvPr>
          <p:cNvSpPr/>
          <p:nvPr/>
        </p:nvSpPr>
        <p:spPr>
          <a:xfrm>
            <a:off x="6572014" y="2505422"/>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E88219F6-B44F-1A8C-CE49-0913343A4F02}"/>
              </a:ext>
            </a:extLst>
          </p:cNvPr>
          <p:cNvSpPr/>
          <p:nvPr/>
        </p:nvSpPr>
        <p:spPr>
          <a:xfrm>
            <a:off x="6572014" y="2731467"/>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77B3A2D3-2E4C-0F3F-4F6E-DC4CED7B9F6E}"/>
              </a:ext>
            </a:extLst>
          </p:cNvPr>
          <p:cNvSpPr/>
          <p:nvPr/>
        </p:nvSpPr>
        <p:spPr>
          <a:xfrm>
            <a:off x="6473676" y="3537390"/>
            <a:ext cx="1314411" cy="996911"/>
          </a:xfrm>
          <a:prstGeom prst="roundRect">
            <a:avLst>
              <a:gd name="adj" fmla="val 7962"/>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0" name="Shape 41">
            <a:extLst>
              <a:ext uri="{FF2B5EF4-FFF2-40B4-BE49-F238E27FC236}">
                <a16:creationId xmlns:a16="http://schemas.microsoft.com/office/drawing/2014/main" id="{978C0C12-7BF4-99DA-543D-09970B02EFD7}"/>
              </a:ext>
            </a:extLst>
          </p:cNvPr>
          <p:cNvSpPr/>
          <p:nvPr/>
        </p:nvSpPr>
        <p:spPr>
          <a:xfrm>
            <a:off x="6584589" y="3648304"/>
            <a:ext cx="279384" cy="279384"/>
          </a:xfrm>
          <a:prstGeom prst="roundRect">
            <a:avLst>
              <a:gd name="adj" fmla="val 50000"/>
            </a:avLst>
          </a:prstGeom>
          <a:solidFill>
            <a:srgbClr val="16213E"/>
          </a:solidFill>
          <a:ln/>
        </p:spPr>
      </p:sp>
      <p:pic>
        <p:nvPicPr>
          <p:cNvPr id="51" name="Image 9" descr="preencoded.png">
            <a:extLst>
              <a:ext uri="{FF2B5EF4-FFF2-40B4-BE49-F238E27FC236}">
                <a16:creationId xmlns:a16="http://schemas.microsoft.com/office/drawing/2014/main" id="{6C6587F2-8B76-6F52-9005-F0944529539E}"/>
              </a:ext>
            </a:extLst>
          </p:cNvPr>
          <p:cNvPicPr>
            <a:picLocks noChangeAspect="1"/>
          </p:cNvPicPr>
          <p:nvPr/>
        </p:nvPicPr>
        <p:blipFill>
          <a:blip r:embed="rId12"/>
          <a:srcRect/>
          <a:stretch/>
        </p:blipFill>
        <p:spPr>
          <a:xfrm>
            <a:off x="6648049" y="3711767"/>
            <a:ext cx="152365" cy="152365"/>
          </a:xfrm>
          <a:prstGeom prst="rect">
            <a:avLst/>
          </a:prstGeom>
        </p:spPr>
      </p:pic>
      <p:sp>
        <p:nvSpPr>
          <p:cNvPr id="52" name="Text 42">
            <a:extLst>
              <a:ext uri="{FF2B5EF4-FFF2-40B4-BE49-F238E27FC236}">
                <a16:creationId xmlns:a16="http://schemas.microsoft.com/office/drawing/2014/main" id="{842B9158-D21C-406D-556A-389042E6AA74}"/>
              </a:ext>
            </a:extLst>
          </p:cNvPr>
          <p:cNvSpPr/>
          <p:nvPr/>
        </p:nvSpPr>
        <p:spPr>
          <a:xfrm>
            <a:off x="6584589" y="3978480"/>
            <a:ext cx="114338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60F7F76F-4911-6F81-D7B8-971C066A23AF}"/>
              </a:ext>
            </a:extLst>
          </p:cNvPr>
          <p:cNvSpPr/>
          <p:nvPr/>
        </p:nvSpPr>
        <p:spPr>
          <a:xfrm>
            <a:off x="6584589" y="4204519"/>
            <a:ext cx="114338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EED409F4-4A61-AB06-CD56-050C251DD9CA}"/>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59C55319-7695-A403-7743-003623AB495E}"/>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454B322A-3759-0BB6-438A-0DDACB120A3F}"/>
              </a:ext>
            </a:extLst>
          </p:cNvPr>
          <p:cNvPicPr>
            <a:picLocks noChangeAspect="1"/>
          </p:cNvPicPr>
          <p:nvPr/>
        </p:nvPicPr>
        <p:blipFill>
          <a:blip r:embed="rId13">
            <a:alphaModFix amt="40000"/>
          </a:blip>
          <a:srcRect/>
          <a:stretch/>
        </p:blipFill>
        <p:spPr>
          <a:xfrm>
            <a:off x="6635475" y="4969191"/>
            <a:ext cx="152365" cy="152365"/>
          </a:xfrm>
          <a:prstGeom prst="rect">
            <a:avLst/>
          </a:prstGeom>
        </p:spPr>
      </p:pic>
      <p:sp>
        <p:nvSpPr>
          <p:cNvPr id="57" name="Text 46">
            <a:extLst>
              <a:ext uri="{FF2B5EF4-FFF2-40B4-BE49-F238E27FC236}">
                <a16:creationId xmlns:a16="http://schemas.microsoft.com/office/drawing/2014/main" id="{2167F4B9-FFE8-4EBE-6A6F-BA1D7EA6E45F}"/>
              </a:ext>
            </a:extLst>
          </p:cNvPr>
          <p:cNvSpPr/>
          <p:nvPr/>
        </p:nvSpPr>
        <p:spPr>
          <a:xfrm>
            <a:off x="6572014" y="523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D59C9FF2-BB4F-8F1E-61B2-39C5D130FB6C}"/>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A3FE550A-D816-BEAF-54B8-2AD06E4DBC30}"/>
              </a:ext>
            </a:extLst>
          </p:cNvPr>
          <p:cNvPicPr>
            <a:picLocks noChangeAspect="1"/>
          </p:cNvPicPr>
          <p:nvPr/>
        </p:nvPicPr>
        <p:blipFill>
          <a:blip r:embed="rId14"/>
          <a:srcRect l="-6" r="-6"/>
          <a:stretch/>
        </p:blipFill>
        <p:spPr>
          <a:xfrm>
            <a:off x="2336651" y="2619772"/>
            <a:ext cx="431749" cy="101576"/>
          </a:xfrm>
          <a:prstGeom prst="rect">
            <a:avLst/>
          </a:prstGeom>
        </p:spPr>
      </p:pic>
      <p:pic>
        <p:nvPicPr>
          <p:cNvPr id="60" name="Image 12" descr="connector">
            <a:extLst>
              <a:ext uri="{FF2B5EF4-FFF2-40B4-BE49-F238E27FC236}">
                <a16:creationId xmlns:a16="http://schemas.microsoft.com/office/drawing/2014/main" id="{CE66EB88-F77B-735A-5E1D-575BCF01A0D3}"/>
              </a:ext>
            </a:extLst>
          </p:cNvPr>
          <p:cNvPicPr>
            <a:picLocks noChangeAspect="1"/>
          </p:cNvPicPr>
          <p:nvPr/>
        </p:nvPicPr>
        <p:blipFill>
          <a:blip r:embed="rId15"/>
          <a:srcRect l="-5" r="-5"/>
          <a:stretch/>
        </p:blipFill>
        <p:spPr>
          <a:xfrm>
            <a:off x="4190862" y="2619772"/>
            <a:ext cx="482537" cy="101576"/>
          </a:xfrm>
          <a:prstGeom prst="rect">
            <a:avLst/>
          </a:prstGeom>
        </p:spPr>
      </p:pic>
      <p:pic>
        <p:nvPicPr>
          <p:cNvPr id="61" name="Image 13" descr="connector">
            <a:extLst>
              <a:ext uri="{FF2B5EF4-FFF2-40B4-BE49-F238E27FC236}">
                <a16:creationId xmlns:a16="http://schemas.microsoft.com/office/drawing/2014/main" id="{09F3FFFC-EDDD-6783-C26F-7477D8AC6160}"/>
              </a:ext>
            </a:extLst>
          </p:cNvPr>
          <p:cNvPicPr>
            <a:picLocks noChangeAspect="1"/>
          </p:cNvPicPr>
          <p:nvPr/>
        </p:nvPicPr>
        <p:blipFill>
          <a:blip r:embed="rId16"/>
          <a:srcRect t="-9" b="-9"/>
          <a:stretch/>
        </p:blipFill>
        <p:spPr>
          <a:xfrm>
            <a:off x="3428843" y="3223040"/>
            <a:ext cx="101576" cy="1625517"/>
          </a:xfrm>
          <a:prstGeom prst="rect">
            <a:avLst/>
          </a:prstGeom>
        </p:spPr>
      </p:pic>
      <p:pic>
        <p:nvPicPr>
          <p:cNvPr id="62" name="Image 14" descr="connector">
            <a:extLst>
              <a:ext uri="{FF2B5EF4-FFF2-40B4-BE49-F238E27FC236}">
                <a16:creationId xmlns:a16="http://schemas.microsoft.com/office/drawing/2014/main" id="{0BF6F602-8A2F-78C1-96F0-1827EABA3DA9}"/>
              </a:ext>
            </a:extLst>
          </p:cNvPr>
          <p:cNvPicPr>
            <a:picLocks noChangeAspect="1"/>
          </p:cNvPicPr>
          <p:nvPr/>
        </p:nvPicPr>
        <p:blipFill>
          <a:blip r:embed="rId17"/>
          <a:srcRect t="-1" b="-1"/>
          <a:stretch/>
        </p:blipFill>
        <p:spPr>
          <a:xfrm>
            <a:off x="3911478" y="3197696"/>
            <a:ext cx="787365" cy="914384"/>
          </a:xfrm>
          <a:prstGeom prst="rect">
            <a:avLst/>
          </a:prstGeom>
        </p:spPr>
      </p:pic>
      <p:pic>
        <p:nvPicPr>
          <p:cNvPr id="63" name="Image 15" descr="connector">
            <a:extLst>
              <a:ext uri="{FF2B5EF4-FFF2-40B4-BE49-F238E27FC236}">
                <a16:creationId xmlns:a16="http://schemas.microsoft.com/office/drawing/2014/main" id="{3A9CB0DA-0EC4-4411-73D7-3A4F9E672099}"/>
              </a:ext>
            </a:extLst>
          </p:cNvPr>
          <p:cNvPicPr>
            <a:picLocks noChangeAspect="1"/>
          </p:cNvPicPr>
          <p:nvPr/>
        </p:nvPicPr>
        <p:blipFill>
          <a:blip r:embed="rId18"/>
          <a:srcRect l="-11" r="-11"/>
          <a:stretch/>
        </p:blipFill>
        <p:spPr>
          <a:xfrm>
            <a:off x="5994286" y="3959616"/>
            <a:ext cx="546096" cy="152365"/>
          </a:xfrm>
          <a:prstGeom prst="rect">
            <a:avLst/>
          </a:prstGeom>
        </p:spPr>
      </p:pic>
      <p:pic>
        <p:nvPicPr>
          <p:cNvPr id="192" name="Image 16" descr="connector">
            <a:extLst>
              <a:ext uri="{FF2B5EF4-FFF2-40B4-BE49-F238E27FC236}">
                <a16:creationId xmlns:a16="http://schemas.microsoft.com/office/drawing/2014/main" id="{EB655B2E-7930-319E-47FA-EC32C771986B}"/>
              </a:ext>
            </a:extLst>
          </p:cNvPr>
          <p:cNvPicPr>
            <a:picLocks noChangeAspect="1"/>
          </p:cNvPicPr>
          <p:nvPr/>
        </p:nvPicPr>
        <p:blipFill>
          <a:blip r:embed="rId14"/>
          <a:srcRect l="-6" r="-6"/>
          <a:stretch/>
        </p:blipFill>
        <p:spPr>
          <a:xfrm>
            <a:off x="2336651" y="5255059"/>
            <a:ext cx="431749" cy="101576"/>
          </a:xfrm>
          <a:prstGeom prst="rect">
            <a:avLst/>
          </a:prstGeom>
        </p:spPr>
      </p:pic>
      <p:pic>
        <p:nvPicPr>
          <p:cNvPr id="193" name="Image 17" descr="connector">
            <a:extLst>
              <a:ext uri="{FF2B5EF4-FFF2-40B4-BE49-F238E27FC236}">
                <a16:creationId xmlns:a16="http://schemas.microsoft.com/office/drawing/2014/main" id="{CD6E6311-076D-F918-105E-3A85381332CA}"/>
              </a:ext>
            </a:extLst>
          </p:cNvPr>
          <p:cNvPicPr>
            <a:picLocks noChangeAspect="1"/>
          </p:cNvPicPr>
          <p:nvPr/>
        </p:nvPicPr>
        <p:blipFill>
          <a:blip r:embed="rId15"/>
          <a:srcRect l="-5" r="-5"/>
          <a:stretch/>
        </p:blipFill>
        <p:spPr>
          <a:xfrm>
            <a:off x="4190862" y="5255059"/>
            <a:ext cx="482537" cy="101576"/>
          </a:xfrm>
          <a:prstGeom prst="rect">
            <a:avLst/>
          </a:prstGeom>
        </p:spPr>
      </p:pic>
      <p:pic>
        <p:nvPicPr>
          <p:cNvPr id="194" name="Image 18" descr="connector">
            <a:extLst>
              <a:ext uri="{FF2B5EF4-FFF2-40B4-BE49-F238E27FC236}">
                <a16:creationId xmlns:a16="http://schemas.microsoft.com/office/drawing/2014/main" id="{69650336-D618-A4C5-D011-DC8112DABD10}"/>
              </a:ext>
            </a:extLst>
          </p:cNvPr>
          <p:cNvPicPr>
            <a:picLocks noChangeAspect="1"/>
          </p:cNvPicPr>
          <p:nvPr/>
        </p:nvPicPr>
        <p:blipFill>
          <a:blip r:embed="rId19"/>
          <a:srcRect l="-2" r="-2"/>
          <a:stretch/>
        </p:blipFill>
        <p:spPr>
          <a:xfrm>
            <a:off x="6019631" y="5255059"/>
            <a:ext cx="495210" cy="101576"/>
          </a:xfrm>
          <a:prstGeom prst="rect">
            <a:avLst/>
          </a:prstGeom>
        </p:spPr>
      </p:pic>
      <p:pic>
        <p:nvPicPr>
          <p:cNvPr id="195" name="Image 19" descr="connector">
            <a:extLst>
              <a:ext uri="{FF2B5EF4-FFF2-40B4-BE49-F238E27FC236}">
                <a16:creationId xmlns:a16="http://schemas.microsoft.com/office/drawing/2014/main" id="{E72A4586-DCA5-F3EF-7052-6AE997B9B32F}"/>
              </a:ext>
            </a:extLst>
          </p:cNvPr>
          <p:cNvPicPr>
            <a:picLocks noChangeAspect="1"/>
          </p:cNvPicPr>
          <p:nvPr/>
        </p:nvPicPr>
        <p:blipFill>
          <a:blip r:embed="rId20"/>
          <a:srcRect/>
          <a:stretch/>
        </p:blipFill>
        <p:spPr>
          <a:xfrm>
            <a:off x="6159323" y="2619772"/>
            <a:ext cx="355517" cy="101576"/>
          </a:xfrm>
          <a:prstGeom prst="rect">
            <a:avLst/>
          </a:prstGeom>
        </p:spPr>
      </p:pic>
      <p:sp>
        <p:nvSpPr>
          <p:cNvPr id="196" name="Shape 48">
            <a:extLst>
              <a:ext uri="{FF2B5EF4-FFF2-40B4-BE49-F238E27FC236}">
                <a16:creationId xmlns:a16="http://schemas.microsoft.com/office/drawing/2014/main" id="{745714DC-50C6-FB36-536A-D5038751EFF1}"/>
              </a:ext>
            </a:extLst>
          </p:cNvPr>
          <p:cNvSpPr/>
          <p:nvPr/>
        </p:nvSpPr>
        <p:spPr>
          <a:xfrm>
            <a:off x="8054825" y="1562584"/>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1F5BB1F0-EB3E-8CB1-F92A-D8BBF38BAA9D}"/>
              </a:ext>
            </a:extLst>
          </p:cNvPr>
          <p:cNvSpPr/>
          <p:nvPr/>
        </p:nvSpPr>
        <p:spPr>
          <a:xfrm>
            <a:off x="8311879" y="1819635"/>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7 VON 8</a:t>
            </a:r>
            <a:endParaRPr lang="en-US" sz="1200" dirty="0"/>
          </a:p>
        </p:txBody>
      </p:sp>
      <p:sp>
        <p:nvSpPr>
          <p:cNvPr id="198" name="Text 50">
            <a:extLst>
              <a:ext uri="{FF2B5EF4-FFF2-40B4-BE49-F238E27FC236}">
                <a16:creationId xmlns:a16="http://schemas.microsoft.com/office/drawing/2014/main" id="{F4E993A3-EC61-6EDD-A767-D1AAFCE4C078}"/>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Die Grafikkarte zeichnet das Bild</a:t>
            </a:r>
            <a:endParaRPr lang="en-US" sz="1600" dirty="0"/>
          </a:p>
        </p:txBody>
      </p:sp>
      <p:sp>
        <p:nvSpPr>
          <p:cNvPr id="199" name="Text 51">
            <a:extLst>
              <a:ext uri="{FF2B5EF4-FFF2-40B4-BE49-F238E27FC236}">
                <a16:creationId xmlns:a16="http://schemas.microsoft.com/office/drawing/2014/main" id="{9A9E8DE8-BEC2-8F5E-4051-09E37F5BD7D3}"/>
              </a:ext>
            </a:extLst>
          </p:cNvPr>
          <p:cNvSpPr/>
          <p:nvPr/>
        </p:nvSpPr>
        <p:spPr>
          <a:xfrm>
            <a:off x="8404335" y="2774200"/>
            <a:ext cx="2791040" cy="1518298"/>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CPU schickt Zeichenbefehle per PCIe an die GPU</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GPU wandelt Zeichen in Pixel um (Rasterisierung)</a:t>
            </a:r>
            <a:endParaRPr lang="en-US" sz="1200" dirty="0"/>
          </a:p>
          <a:p>
            <a:pPr marL="161544" indent="-161544" algn="l">
              <a:lnSpc>
                <a:spcPts val="1680"/>
              </a:lnSpc>
              <a:buSzPct val="100000"/>
              <a:buChar char="•"/>
            </a:pPr>
            <a:r>
              <a:rPr lang="en-US" sz="1200" dirty="0" err="1">
                <a:solidFill>
                  <a:srgbClr val="3D4656"/>
                </a:solidFill>
                <a:latin typeface="Open Sans" pitchFamily="34" charset="0"/>
                <a:ea typeface="Open Sans" pitchFamily="34" charset="-122"/>
                <a:cs typeface="Open Sans" pitchFamily="34" charset="-120"/>
              </a:rPr>
              <a:t>Bildschirm</a:t>
            </a:r>
            <a:r>
              <a:rPr lang="en-US" sz="1200" dirty="0">
                <a:solidFill>
                  <a:srgbClr val="3D4656"/>
                </a:solidFill>
                <a:latin typeface="Open Sans" pitchFamily="34" charset="0"/>
                <a:ea typeface="Open Sans" pitchFamily="34" charset="-122"/>
                <a:cs typeface="Open Sans" pitchFamily="34" charset="-120"/>
              </a:rPr>
              <a:t> zeigt es z. B. 60× pro Sekunde</a:t>
            </a:r>
            <a:endParaRPr lang="en-US" sz="1200" dirty="0"/>
          </a:p>
        </p:txBody>
      </p:sp>
      <p:sp>
        <p:nvSpPr>
          <p:cNvPr id="200" name="Shape 52">
            <a:extLst>
              <a:ext uri="{FF2B5EF4-FFF2-40B4-BE49-F238E27FC236}">
                <a16:creationId xmlns:a16="http://schemas.microsoft.com/office/drawing/2014/main" id="{A1C3753B-13DA-DE70-2711-6C6625C9AA90}"/>
              </a:ext>
            </a:extLst>
          </p:cNvPr>
          <p:cNvSpPr/>
          <p:nvPr/>
        </p:nvSpPr>
        <p:spPr>
          <a:xfrm>
            <a:off x="8311879" y="4877705"/>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5BC994CF-BCA1-3ADC-ADD4-1A0D5919F8A9}"/>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D19966D1-83D7-71F6-4BEB-9293AC721E5D}"/>
              </a:ext>
            </a:extLst>
          </p:cNvPr>
          <p:cNvSpPr/>
          <p:nvPr/>
        </p:nvSpPr>
        <p:spPr>
          <a:xfrm>
            <a:off x="8311879" y="5513028"/>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CPU → GPU → Bildschirm</a:t>
            </a:r>
            <a:endParaRPr lang="en-US" sz="1400" dirty="0"/>
          </a:p>
        </p:txBody>
      </p:sp>
      <p:sp>
        <p:nvSpPr>
          <p:cNvPr id="203" name="Shape 17">
            <a:extLst>
              <a:ext uri="{FF2B5EF4-FFF2-40B4-BE49-F238E27FC236}">
                <a16:creationId xmlns:a16="http://schemas.microsoft.com/office/drawing/2014/main" id="{C0220071-0C2C-1422-738C-A37AC079EF0B}"/>
              </a:ext>
            </a:extLst>
          </p:cNvPr>
          <p:cNvSpPr/>
          <p:nvPr/>
        </p:nvSpPr>
        <p:spPr>
          <a:xfrm>
            <a:off x="8122743" y="4105262"/>
            <a:ext cx="3189598" cy="997373"/>
          </a:xfrm>
          <a:prstGeom prst="roundRect">
            <a:avLst>
              <a:gd name="adj" fmla="val 6979"/>
            </a:avLst>
          </a:prstGeom>
          <a:solidFill>
            <a:schemeClr val="bg1">
              <a:lumMod val="85000"/>
            </a:schemeClr>
          </a:solidFill>
          <a:ln w="6350">
            <a:solidFill>
              <a:srgbClr val="E3E7EE"/>
            </a:solidFill>
            <a:prstDash val="solid"/>
          </a:ln>
          <a:effectLst>
            <a:outerShdw blurRad="114300" dist="25400" dir="5400000" algn="bl" rotWithShape="0">
              <a:srgbClr val="DFE4EC">
                <a:alpha val="100000"/>
              </a:srgbClr>
            </a:outerShdw>
          </a:effectLst>
        </p:spPr>
      </p:sp>
      <p:sp>
        <p:nvSpPr>
          <p:cNvPr id="204" name="Shape 18">
            <a:extLst>
              <a:ext uri="{FF2B5EF4-FFF2-40B4-BE49-F238E27FC236}">
                <a16:creationId xmlns:a16="http://schemas.microsoft.com/office/drawing/2014/main" id="{4F2FDD45-8DB9-E180-27EF-20DEAB05DACB}"/>
              </a:ext>
            </a:extLst>
          </p:cNvPr>
          <p:cNvSpPr/>
          <p:nvPr/>
        </p:nvSpPr>
        <p:spPr>
          <a:xfrm>
            <a:off x="8417950" y="4216202"/>
            <a:ext cx="355517" cy="355517"/>
          </a:xfrm>
          <a:prstGeom prst="roundRect">
            <a:avLst>
              <a:gd name="adj" fmla="val 50000"/>
            </a:avLst>
          </a:prstGeom>
          <a:solidFill>
            <a:srgbClr val="16213E"/>
          </a:solidFill>
          <a:ln/>
        </p:spPr>
      </p:sp>
      <p:pic>
        <p:nvPicPr>
          <p:cNvPr id="205" name="Image 3" descr="preencoded.png">
            <a:extLst>
              <a:ext uri="{FF2B5EF4-FFF2-40B4-BE49-F238E27FC236}">
                <a16:creationId xmlns:a16="http://schemas.microsoft.com/office/drawing/2014/main" id="{0D44AA2E-F473-661F-5D97-B9F0B81A7DE4}"/>
              </a:ext>
            </a:extLst>
          </p:cNvPr>
          <p:cNvPicPr>
            <a:picLocks noChangeAspect="1"/>
          </p:cNvPicPr>
          <p:nvPr/>
        </p:nvPicPr>
        <p:blipFill>
          <a:blip r:embed="rId21"/>
          <a:srcRect/>
          <a:stretch/>
        </p:blipFill>
        <p:spPr>
          <a:xfrm>
            <a:off x="8500468" y="4298721"/>
            <a:ext cx="190480" cy="190480"/>
          </a:xfrm>
          <a:prstGeom prst="rect">
            <a:avLst/>
          </a:prstGeom>
        </p:spPr>
      </p:pic>
      <p:sp>
        <p:nvSpPr>
          <p:cNvPr id="206" name="Text 19">
            <a:extLst>
              <a:ext uri="{FF2B5EF4-FFF2-40B4-BE49-F238E27FC236}">
                <a16:creationId xmlns:a16="http://schemas.microsoft.com/office/drawing/2014/main" id="{EAE31952-20A0-3E51-2DB7-D50F179711C8}"/>
              </a:ext>
            </a:extLst>
          </p:cNvPr>
          <p:cNvSpPr/>
          <p:nvPr/>
        </p:nvSpPr>
        <p:spPr>
          <a:xfrm>
            <a:off x="8900389" y="4159126"/>
            <a:ext cx="1739876" cy="26912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GPU</a:t>
            </a:r>
            <a:endParaRPr lang="en-US" sz="1600" dirty="0"/>
          </a:p>
        </p:txBody>
      </p:sp>
      <p:sp>
        <p:nvSpPr>
          <p:cNvPr id="207" name="Text 20">
            <a:extLst>
              <a:ext uri="{FF2B5EF4-FFF2-40B4-BE49-F238E27FC236}">
                <a16:creationId xmlns:a16="http://schemas.microsoft.com/office/drawing/2014/main" id="{5F377697-2591-5B89-60AA-1EEB15ADC783}"/>
              </a:ext>
            </a:extLst>
          </p:cNvPr>
          <p:cNvSpPr/>
          <p:nvPr/>
        </p:nvSpPr>
        <p:spPr>
          <a:xfrm>
            <a:off x="8900389" y="4415524"/>
            <a:ext cx="2026892"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OPTISCHE AUSGABE</a:t>
            </a:r>
            <a:endParaRPr lang="en-US" sz="1200" dirty="0"/>
          </a:p>
        </p:txBody>
      </p:sp>
      <p:sp>
        <p:nvSpPr>
          <p:cNvPr id="208" name="Text 21">
            <a:extLst>
              <a:ext uri="{FF2B5EF4-FFF2-40B4-BE49-F238E27FC236}">
                <a16:creationId xmlns:a16="http://schemas.microsoft.com/office/drawing/2014/main" id="{85AAD5F4-F39B-7939-3BCB-92E9A6E97FBF}"/>
              </a:ext>
            </a:extLst>
          </p:cNvPr>
          <p:cNvSpPr/>
          <p:nvPr/>
        </p:nvSpPr>
        <p:spPr>
          <a:xfrm>
            <a:off x="8379851" y="4628771"/>
            <a:ext cx="2791040" cy="502972"/>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3D4656"/>
                </a:solidFill>
                <a:latin typeface="Open Sans" pitchFamily="34" charset="0"/>
                <a:ea typeface="Open Sans" pitchFamily="34" charset="-122"/>
                <a:cs typeface="Open Sans" pitchFamily="34" charset="-120"/>
              </a:rPr>
              <a:t>Grafikprozessor</a:t>
            </a:r>
            <a:r>
              <a:rPr lang="en-US" sz="1200" dirty="0">
                <a:solidFill>
                  <a:srgbClr val="3D4656"/>
                </a:solidFill>
                <a:latin typeface="Open Sans" pitchFamily="34" charset="0"/>
                <a:ea typeface="Open Sans" pitchFamily="34" charset="-122"/>
                <a:cs typeface="Open Sans" pitchFamily="34" charset="-120"/>
              </a:rPr>
              <a:t>, </a:t>
            </a:r>
            <a:r>
              <a:rPr lang="en-US" sz="1200" dirty="0" err="1">
                <a:solidFill>
                  <a:srgbClr val="3D4656"/>
                </a:solidFill>
                <a:latin typeface="Open Sans" pitchFamily="34" charset="0"/>
                <a:ea typeface="Open Sans" pitchFamily="34" charset="-122"/>
                <a:cs typeface="Open Sans" pitchFamily="34" charset="-120"/>
              </a:rPr>
              <a:t>optimiert</a:t>
            </a:r>
            <a:r>
              <a:rPr lang="en-US" sz="1200" dirty="0">
                <a:solidFill>
                  <a:srgbClr val="3D4656"/>
                </a:solidFill>
                <a:latin typeface="Open Sans" pitchFamily="34" charset="0"/>
                <a:ea typeface="Open Sans" pitchFamily="34" charset="-122"/>
                <a:cs typeface="Open Sans" pitchFamily="34" charset="-120"/>
              </a:rPr>
              <a:t> für parallele Berechnungen.</a:t>
            </a:r>
            <a:endParaRPr lang="en-US" sz="1200" dirty="0"/>
          </a:p>
        </p:txBody>
      </p:sp>
    </p:spTree>
    <p:extLst>
      <p:ext uri="{BB962C8B-B14F-4D97-AF65-F5344CB8AC3E}">
        <p14:creationId xmlns:p14="http://schemas.microsoft.com/office/powerpoint/2010/main" val="1543102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Wie </a:t>
            </a:r>
            <a:r>
              <a:rPr lang="en-US" sz="3190" b="1" strike="noStrike" spc="-1" dirty="0" err="1">
                <a:solidFill>
                  <a:srgbClr val="000000"/>
                </a:solidFill>
                <a:latin typeface="Noto Sans"/>
              </a:rPr>
              <a:t>funktioniert</a:t>
            </a:r>
            <a:r>
              <a:rPr lang="en-US" sz="3190" b="1" strike="noStrike" spc="-1" dirty="0">
                <a:solidFill>
                  <a:srgbClr val="000000"/>
                </a:solidFill>
                <a:latin typeface="Noto Sans"/>
              </a:rPr>
              <a:t> </a:t>
            </a:r>
            <a:r>
              <a:rPr lang="en-US" sz="3190" b="1" strike="noStrike" spc="-1" dirty="0" err="1">
                <a:solidFill>
                  <a:srgbClr val="000000"/>
                </a:solidFill>
                <a:latin typeface="Noto Sans"/>
              </a:rPr>
              <a:t>ein</a:t>
            </a:r>
            <a:r>
              <a:rPr lang="en-US" sz="3190" b="1" strike="noStrike" spc="-1" dirty="0">
                <a:solidFill>
                  <a:srgbClr val="000000"/>
                </a:solidFill>
                <a:latin typeface="Noto Sans"/>
              </a:rPr>
              <a:t> Computer</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Hardware</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2" name="Shape 2">
            <a:extLst>
              <a:ext uri="{FF2B5EF4-FFF2-40B4-BE49-F238E27FC236}">
                <a16:creationId xmlns:a16="http://schemas.microsoft.com/office/drawing/2014/main" id="{316CF389-EAC0-72E0-B35D-B6AEFD6CBE80}"/>
              </a:ext>
            </a:extLst>
          </p:cNvPr>
          <p:cNvSpPr/>
          <p:nvPr/>
        </p:nvSpPr>
        <p:spPr>
          <a:xfrm>
            <a:off x="815885" y="1753059"/>
            <a:ext cx="5391150" cy="4248071"/>
          </a:xfrm>
          <a:prstGeom prst="roundRect">
            <a:avLst>
              <a:gd name="adj" fmla="val 3513"/>
            </a:avLst>
          </a:prstGeom>
          <a:solidFill>
            <a:srgbClr val="EEF1F5"/>
          </a:solidFill>
          <a:ln w="6350">
            <a:solidFill>
              <a:srgbClr val="D8DEE7"/>
            </a:solidFill>
            <a:prstDash val="solid"/>
          </a:ln>
        </p:spPr>
      </p:sp>
      <p:sp>
        <p:nvSpPr>
          <p:cNvPr id="3" name="Text 3">
            <a:extLst>
              <a:ext uri="{FF2B5EF4-FFF2-40B4-BE49-F238E27FC236}">
                <a16:creationId xmlns:a16="http://schemas.microsoft.com/office/drawing/2014/main" id="{40B5E677-EF07-CFCE-44AD-3235D128F2ED}"/>
              </a:ext>
            </a:extLst>
          </p:cNvPr>
          <p:cNvSpPr/>
          <p:nvPr/>
        </p:nvSpPr>
        <p:spPr>
          <a:xfrm>
            <a:off x="965074" y="1610196"/>
            <a:ext cx="1523941" cy="278795"/>
          </a:xfrm>
          <a:custGeom>
            <a:avLst/>
            <a:gdLst/>
            <a:ahLst/>
            <a:cxnLst/>
            <a:rect l="l" t="t" r="r" b="b"/>
            <a:pathLst>
              <a:path w="1523941" h="278795">
                <a:moveTo>
                  <a:pt x="139397" y="0"/>
                </a:moveTo>
                <a:lnTo>
                  <a:pt x="1384544" y="0"/>
                </a:lnTo>
                <a:arcTo wR="139397" hR="139397" stAng="16200000" swAng="5400000"/>
                <a:lnTo>
                  <a:pt x="1523941" y="139397"/>
                </a:lnTo>
                <a:arcTo wR="139397" hR="139397" stAng="0" swAng="5400000"/>
                <a:lnTo>
                  <a:pt x="139397" y="278795"/>
                </a:lnTo>
                <a:arcTo wR="139397" hR="139397" stAng="5400000" swAng="5400000"/>
                <a:lnTo>
                  <a:pt x="0" y="139397"/>
                </a:lnTo>
                <a:arcTo wR="139397" hR="139397" stAng="10800000" swAng="5400000"/>
                <a:close/>
              </a:path>
            </a:pathLst>
          </a:custGeom>
          <a:solidFill>
            <a:srgbClr val="16213E"/>
          </a:solidFill>
          <a:ln/>
        </p:spPr>
        <p:txBody>
          <a:bodyPr wrap="square" lIns="0" tIns="0" rIns="0" bIns="0" rtlCol="0" anchor="t">
            <a:normAutofit/>
          </a:bodyPr>
          <a:lstStyle/>
          <a:p>
            <a:pPr marL="0" indent="0" algn="ctr">
              <a:lnSpc>
                <a:spcPts val="2196"/>
              </a:lnSpc>
              <a:buNone/>
            </a:pPr>
            <a:r>
              <a:rPr lang="en-US" sz="1200" b="1" kern="0" spc="150" dirty="0">
                <a:solidFill>
                  <a:srgbClr val="FFFFFF"/>
                </a:solidFill>
                <a:latin typeface="Open Sans" pitchFamily="34" charset="0"/>
                <a:ea typeface="Open Sans" pitchFamily="34" charset="-122"/>
                <a:cs typeface="Open Sans" pitchFamily="34" charset="-120"/>
              </a:rPr>
              <a:t>MAINBOARD</a:t>
            </a:r>
            <a:endParaRPr lang="en-US" sz="1200" dirty="0"/>
          </a:p>
        </p:txBody>
      </p:sp>
      <p:sp>
        <p:nvSpPr>
          <p:cNvPr id="4" name="Shape 4">
            <a:extLst>
              <a:ext uri="{FF2B5EF4-FFF2-40B4-BE49-F238E27FC236}">
                <a16:creationId xmlns:a16="http://schemas.microsoft.com/office/drawing/2014/main" id="{04F742C7-3A17-E627-1DC1-A27287BB4BDA}"/>
              </a:ext>
            </a:extLst>
          </p:cNvPr>
          <p:cNvSpPr/>
          <p:nvPr/>
        </p:nvSpPr>
        <p:spPr>
          <a:xfrm>
            <a:off x="974599" y="2076909"/>
            <a:ext cx="1403315"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5" name="Shape 5">
            <a:extLst>
              <a:ext uri="{FF2B5EF4-FFF2-40B4-BE49-F238E27FC236}">
                <a16:creationId xmlns:a16="http://schemas.microsoft.com/office/drawing/2014/main" id="{78511FFC-BBA8-6327-327D-2B747AE87688}"/>
              </a:ext>
            </a:extLst>
          </p:cNvPr>
          <p:cNvSpPr/>
          <p:nvPr/>
        </p:nvSpPr>
        <p:spPr>
          <a:xfrm>
            <a:off x="1085512" y="2187823"/>
            <a:ext cx="279384" cy="279384"/>
          </a:xfrm>
          <a:prstGeom prst="roundRect">
            <a:avLst>
              <a:gd name="adj" fmla="val 50000"/>
            </a:avLst>
          </a:prstGeom>
          <a:solidFill>
            <a:srgbClr val="16213E"/>
          </a:solidFill>
          <a:ln/>
        </p:spPr>
      </p:sp>
      <p:pic>
        <p:nvPicPr>
          <p:cNvPr id="6" name="Image 0" descr="preencoded.png">
            <a:extLst>
              <a:ext uri="{FF2B5EF4-FFF2-40B4-BE49-F238E27FC236}">
                <a16:creationId xmlns:a16="http://schemas.microsoft.com/office/drawing/2014/main" id="{E7F8C119-8F35-930D-FE8B-830F5A775128}"/>
              </a:ext>
            </a:extLst>
          </p:cNvPr>
          <p:cNvPicPr>
            <a:picLocks noChangeAspect="1"/>
          </p:cNvPicPr>
          <p:nvPr/>
        </p:nvPicPr>
        <p:blipFill>
          <a:blip r:embed="rId3"/>
          <a:srcRect/>
          <a:stretch/>
        </p:blipFill>
        <p:spPr>
          <a:xfrm>
            <a:off x="1148973" y="2251286"/>
            <a:ext cx="152365" cy="152365"/>
          </a:xfrm>
          <a:prstGeom prst="rect">
            <a:avLst/>
          </a:prstGeom>
        </p:spPr>
      </p:pic>
      <p:sp>
        <p:nvSpPr>
          <p:cNvPr id="7" name="Text 6">
            <a:extLst>
              <a:ext uri="{FF2B5EF4-FFF2-40B4-BE49-F238E27FC236}">
                <a16:creationId xmlns:a16="http://schemas.microsoft.com/office/drawing/2014/main" id="{DB999505-8DBE-B0E7-E123-9AA16FD8E16A}"/>
              </a:ext>
            </a:extLst>
          </p:cNvPr>
          <p:cNvSpPr/>
          <p:nvPr/>
        </p:nvSpPr>
        <p:spPr>
          <a:xfrm>
            <a:off x="1085512" y="2517998"/>
            <a:ext cx="1232289"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SSD</a:t>
            </a:r>
            <a:endParaRPr lang="en-US" sz="1400" dirty="0"/>
          </a:p>
        </p:txBody>
      </p:sp>
      <p:sp>
        <p:nvSpPr>
          <p:cNvPr id="8" name="Text 7">
            <a:extLst>
              <a:ext uri="{FF2B5EF4-FFF2-40B4-BE49-F238E27FC236}">
                <a16:creationId xmlns:a16="http://schemas.microsoft.com/office/drawing/2014/main" id="{FBD82D2B-ED50-1EAC-8B2C-1CFAD5462F39}"/>
              </a:ext>
            </a:extLst>
          </p:cNvPr>
          <p:cNvSpPr/>
          <p:nvPr/>
        </p:nvSpPr>
        <p:spPr>
          <a:xfrm>
            <a:off x="1085512" y="2744037"/>
            <a:ext cx="1232289"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LANGZEIT</a:t>
            </a:r>
            <a:endParaRPr lang="en-US" sz="1200" dirty="0"/>
          </a:p>
        </p:txBody>
      </p:sp>
      <p:sp>
        <p:nvSpPr>
          <p:cNvPr id="9" name="Shape 8">
            <a:extLst>
              <a:ext uri="{FF2B5EF4-FFF2-40B4-BE49-F238E27FC236}">
                <a16:creationId xmlns:a16="http://schemas.microsoft.com/office/drawing/2014/main" id="{BCB39D11-0087-D4AA-9DD4-226A77C27974}"/>
              </a:ext>
            </a:extLst>
          </p:cNvPr>
          <p:cNvSpPr/>
          <p:nvPr/>
        </p:nvSpPr>
        <p:spPr>
          <a:xfrm>
            <a:off x="2727235" y="2076909"/>
            <a:ext cx="1504891"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0" name="Shape 9">
            <a:extLst>
              <a:ext uri="{FF2B5EF4-FFF2-40B4-BE49-F238E27FC236}">
                <a16:creationId xmlns:a16="http://schemas.microsoft.com/office/drawing/2014/main" id="{D76AA988-934F-0E6A-F58B-AE936682834A}"/>
              </a:ext>
            </a:extLst>
          </p:cNvPr>
          <p:cNvSpPr/>
          <p:nvPr/>
        </p:nvSpPr>
        <p:spPr>
          <a:xfrm>
            <a:off x="2838147" y="2187823"/>
            <a:ext cx="279384" cy="279384"/>
          </a:xfrm>
          <a:prstGeom prst="roundRect">
            <a:avLst>
              <a:gd name="adj" fmla="val 50000"/>
            </a:avLst>
          </a:prstGeom>
          <a:solidFill>
            <a:srgbClr val="16213E"/>
          </a:solidFill>
          <a:ln/>
        </p:spPr>
      </p:sp>
      <p:pic>
        <p:nvPicPr>
          <p:cNvPr id="11" name="Image 1" descr="preencoded.png">
            <a:extLst>
              <a:ext uri="{FF2B5EF4-FFF2-40B4-BE49-F238E27FC236}">
                <a16:creationId xmlns:a16="http://schemas.microsoft.com/office/drawing/2014/main" id="{F706C28E-668B-D18E-2AF8-8A0495CF5982}"/>
              </a:ext>
            </a:extLst>
          </p:cNvPr>
          <p:cNvPicPr>
            <a:picLocks noChangeAspect="1"/>
          </p:cNvPicPr>
          <p:nvPr/>
        </p:nvPicPr>
        <p:blipFill>
          <a:blip r:embed="rId4"/>
          <a:srcRect/>
          <a:stretch/>
        </p:blipFill>
        <p:spPr>
          <a:xfrm>
            <a:off x="2901608" y="2251286"/>
            <a:ext cx="152365" cy="152365"/>
          </a:xfrm>
          <a:prstGeom prst="rect">
            <a:avLst/>
          </a:prstGeom>
        </p:spPr>
      </p:pic>
      <p:sp>
        <p:nvSpPr>
          <p:cNvPr id="12" name="Text 10">
            <a:extLst>
              <a:ext uri="{FF2B5EF4-FFF2-40B4-BE49-F238E27FC236}">
                <a16:creationId xmlns:a16="http://schemas.microsoft.com/office/drawing/2014/main" id="{8A72B4EC-47AC-B23B-C115-25F1D564C0D8}"/>
              </a:ext>
            </a:extLst>
          </p:cNvPr>
          <p:cNvSpPr/>
          <p:nvPr/>
        </p:nvSpPr>
        <p:spPr>
          <a:xfrm>
            <a:off x="2838147" y="2517998"/>
            <a:ext cx="1333865"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CPU</a:t>
            </a:r>
            <a:endParaRPr lang="en-US" sz="1400" dirty="0"/>
          </a:p>
        </p:txBody>
      </p:sp>
      <p:sp>
        <p:nvSpPr>
          <p:cNvPr id="13" name="Text 11">
            <a:extLst>
              <a:ext uri="{FF2B5EF4-FFF2-40B4-BE49-F238E27FC236}">
                <a16:creationId xmlns:a16="http://schemas.microsoft.com/office/drawing/2014/main" id="{CF2E55D7-D276-5E40-8BBE-9CB772BECDF8}"/>
              </a:ext>
            </a:extLst>
          </p:cNvPr>
          <p:cNvSpPr/>
          <p:nvPr/>
        </p:nvSpPr>
        <p:spPr>
          <a:xfrm>
            <a:off x="2838147" y="2744037"/>
            <a:ext cx="1333865"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PROZESSOR</a:t>
            </a:r>
            <a:endParaRPr lang="en-US" sz="1200" dirty="0"/>
          </a:p>
        </p:txBody>
      </p:sp>
      <p:sp>
        <p:nvSpPr>
          <p:cNvPr id="14" name="Shape 12">
            <a:extLst>
              <a:ext uri="{FF2B5EF4-FFF2-40B4-BE49-F238E27FC236}">
                <a16:creationId xmlns:a16="http://schemas.microsoft.com/office/drawing/2014/main" id="{B59705AF-F46F-F135-AADB-FB92D7A6D1E3}"/>
              </a:ext>
            </a:extLst>
          </p:cNvPr>
          <p:cNvSpPr/>
          <p:nvPr/>
        </p:nvSpPr>
        <p:spPr>
          <a:xfrm>
            <a:off x="4632235" y="2076909"/>
            <a:ext cx="1428660" cy="1187391"/>
          </a:xfrm>
          <a:prstGeom prst="roundRect">
            <a:avLst>
              <a:gd name="adj" fmla="val 6685"/>
            </a:avLst>
          </a:prstGeom>
          <a:solidFill>
            <a:srgbClr val="FFFFFF"/>
          </a:solidFill>
          <a:ln w="19050">
            <a:solidFill>
              <a:srgbClr val="E8912D"/>
            </a:solidFill>
            <a:prstDash val="solid"/>
          </a:ln>
          <a:effectLst>
            <a:outerShdw blurRad="114300" dist="25400" dir="5400000" algn="bl" rotWithShape="0">
              <a:srgbClr val="DFE4EC">
                <a:alpha val="100000"/>
              </a:srgbClr>
            </a:outerShdw>
          </a:effectLst>
        </p:spPr>
      </p:sp>
      <p:sp>
        <p:nvSpPr>
          <p:cNvPr id="15" name="Shape 13">
            <a:extLst>
              <a:ext uri="{FF2B5EF4-FFF2-40B4-BE49-F238E27FC236}">
                <a16:creationId xmlns:a16="http://schemas.microsoft.com/office/drawing/2014/main" id="{FF8D78D9-8BE0-6F55-19DB-41C9EFA1ABA9}"/>
              </a:ext>
            </a:extLst>
          </p:cNvPr>
          <p:cNvSpPr/>
          <p:nvPr/>
        </p:nvSpPr>
        <p:spPr>
          <a:xfrm>
            <a:off x="4743147" y="2187823"/>
            <a:ext cx="279384" cy="279384"/>
          </a:xfrm>
          <a:prstGeom prst="roundRect">
            <a:avLst>
              <a:gd name="adj" fmla="val 50000"/>
            </a:avLst>
          </a:prstGeom>
          <a:solidFill>
            <a:srgbClr val="16213E"/>
          </a:solidFill>
          <a:ln/>
        </p:spPr>
      </p:sp>
      <p:pic>
        <p:nvPicPr>
          <p:cNvPr id="16" name="Image 2" descr="preencoded.png">
            <a:extLst>
              <a:ext uri="{FF2B5EF4-FFF2-40B4-BE49-F238E27FC236}">
                <a16:creationId xmlns:a16="http://schemas.microsoft.com/office/drawing/2014/main" id="{D8ADA421-546C-28F3-CB92-8BFFFFDC2173}"/>
              </a:ext>
            </a:extLst>
          </p:cNvPr>
          <p:cNvPicPr>
            <a:picLocks noChangeAspect="1"/>
          </p:cNvPicPr>
          <p:nvPr/>
        </p:nvPicPr>
        <p:blipFill>
          <a:blip r:embed="rId5"/>
          <a:srcRect/>
          <a:stretch/>
        </p:blipFill>
        <p:spPr>
          <a:xfrm>
            <a:off x="4806608" y="2251286"/>
            <a:ext cx="152365" cy="152365"/>
          </a:xfrm>
          <a:prstGeom prst="rect">
            <a:avLst/>
          </a:prstGeom>
        </p:spPr>
      </p:pic>
      <p:sp>
        <p:nvSpPr>
          <p:cNvPr id="17" name="Text 14">
            <a:extLst>
              <a:ext uri="{FF2B5EF4-FFF2-40B4-BE49-F238E27FC236}">
                <a16:creationId xmlns:a16="http://schemas.microsoft.com/office/drawing/2014/main" id="{7EB53BDC-D126-D654-92B4-63EFD4214EE5}"/>
              </a:ext>
            </a:extLst>
          </p:cNvPr>
          <p:cNvSpPr/>
          <p:nvPr/>
        </p:nvSpPr>
        <p:spPr>
          <a:xfrm>
            <a:off x="4743147" y="2517998"/>
            <a:ext cx="12576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solidFill>
                <a:latin typeface="Open Sans" pitchFamily="34" charset="0"/>
                <a:ea typeface="Open Sans" pitchFamily="34" charset="-122"/>
                <a:cs typeface="Open Sans" pitchFamily="34" charset="-120"/>
              </a:rPr>
              <a:t>RAM</a:t>
            </a:r>
            <a:endParaRPr lang="en-US" sz="1400" dirty="0"/>
          </a:p>
        </p:txBody>
      </p:sp>
      <p:sp>
        <p:nvSpPr>
          <p:cNvPr id="18" name="Text 15">
            <a:extLst>
              <a:ext uri="{FF2B5EF4-FFF2-40B4-BE49-F238E27FC236}">
                <a16:creationId xmlns:a16="http://schemas.microsoft.com/office/drawing/2014/main" id="{256B57E3-6089-21EA-135D-ACA4C902BC62}"/>
              </a:ext>
            </a:extLst>
          </p:cNvPr>
          <p:cNvSpPr/>
          <p:nvPr/>
        </p:nvSpPr>
        <p:spPr>
          <a:xfrm>
            <a:off x="4743147" y="2744037"/>
            <a:ext cx="12576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KURZZEIT</a:t>
            </a:r>
            <a:endParaRPr lang="en-US" sz="1200" dirty="0"/>
          </a:p>
        </p:txBody>
      </p:sp>
      <p:sp>
        <p:nvSpPr>
          <p:cNvPr id="19" name="Shape 16">
            <a:extLst>
              <a:ext uri="{FF2B5EF4-FFF2-40B4-BE49-F238E27FC236}">
                <a16:creationId xmlns:a16="http://schemas.microsoft.com/office/drawing/2014/main" id="{6406D433-7E77-C840-C6A3-BCB495976CC3}"/>
              </a:ext>
            </a:extLst>
          </p:cNvPr>
          <p:cNvSpPr/>
          <p:nvPr/>
        </p:nvSpPr>
        <p:spPr>
          <a:xfrm>
            <a:off x="968249" y="353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0" name="Shape 17">
            <a:extLst>
              <a:ext uri="{FF2B5EF4-FFF2-40B4-BE49-F238E27FC236}">
                <a16:creationId xmlns:a16="http://schemas.microsoft.com/office/drawing/2014/main" id="{2D58ED00-1C1A-0ACC-9D46-5C17576CADA5}"/>
              </a:ext>
            </a:extLst>
          </p:cNvPr>
          <p:cNvSpPr/>
          <p:nvPr/>
        </p:nvSpPr>
        <p:spPr>
          <a:xfrm>
            <a:off x="1072938" y="3635728"/>
            <a:ext cx="279384" cy="279384"/>
          </a:xfrm>
          <a:prstGeom prst="roundRect">
            <a:avLst>
              <a:gd name="adj" fmla="val 50000"/>
            </a:avLst>
          </a:prstGeom>
          <a:solidFill>
            <a:srgbClr val="16213E">
              <a:alpha val="40000"/>
            </a:srgbClr>
          </a:solidFill>
          <a:ln/>
        </p:spPr>
      </p:sp>
      <p:pic>
        <p:nvPicPr>
          <p:cNvPr id="21" name="Image 3" descr="preencoded.png">
            <a:extLst>
              <a:ext uri="{FF2B5EF4-FFF2-40B4-BE49-F238E27FC236}">
                <a16:creationId xmlns:a16="http://schemas.microsoft.com/office/drawing/2014/main" id="{BF70D8AF-11B0-EC12-BBBF-D6C74CF29383}"/>
              </a:ext>
            </a:extLst>
          </p:cNvPr>
          <p:cNvPicPr>
            <a:picLocks noChangeAspect="1"/>
          </p:cNvPicPr>
          <p:nvPr/>
        </p:nvPicPr>
        <p:blipFill>
          <a:blip r:embed="rId6">
            <a:alphaModFix amt="40000"/>
          </a:blip>
          <a:srcRect/>
          <a:stretch/>
        </p:blipFill>
        <p:spPr>
          <a:xfrm>
            <a:off x="1136399" y="3699191"/>
            <a:ext cx="152365" cy="152365"/>
          </a:xfrm>
          <a:prstGeom prst="rect">
            <a:avLst/>
          </a:prstGeom>
        </p:spPr>
      </p:pic>
      <p:sp>
        <p:nvSpPr>
          <p:cNvPr id="22" name="Text 18">
            <a:extLst>
              <a:ext uri="{FF2B5EF4-FFF2-40B4-BE49-F238E27FC236}">
                <a16:creationId xmlns:a16="http://schemas.microsoft.com/office/drawing/2014/main" id="{959B05C5-18E7-29BC-878B-356C6E6CE518}"/>
              </a:ext>
            </a:extLst>
          </p:cNvPr>
          <p:cNvSpPr/>
          <p:nvPr/>
        </p:nvSpPr>
        <p:spPr>
          <a:xfrm>
            <a:off x="1072938" y="3965904"/>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Batterie</a:t>
            </a:r>
            <a:endParaRPr lang="en-US" sz="1400" dirty="0"/>
          </a:p>
        </p:txBody>
      </p:sp>
      <p:sp>
        <p:nvSpPr>
          <p:cNvPr id="23" name="Text 19">
            <a:extLst>
              <a:ext uri="{FF2B5EF4-FFF2-40B4-BE49-F238E27FC236}">
                <a16:creationId xmlns:a16="http://schemas.microsoft.com/office/drawing/2014/main" id="{41D627B8-E27B-DF9E-3E75-2B919CA5B516}"/>
              </a:ext>
            </a:extLst>
          </p:cNvPr>
          <p:cNvSpPr/>
          <p:nvPr/>
        </p:nvSpPr>
        <p:spPr>
          <a:xfrm>
            <a:off x="1072938" y="419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CMOS</a:t>
            </a:r>
            <a:endParaRPr lang="en-US" sz="1200" dirty="0"/>
          </a:p>
        </p:txBody>
      </p:sp>
      <p:sp>
        <p:nvSpPr>
          <p:cNvPr id="24" name="Shape 20">
            <a:extLst>
              <a:ext uri="{FF2B5EF4-FFF2-40B4-BE49-F238E27FC236}">
                <a16:creationId xmlns:a16="http://schemas.microsoft.com/office/drawing/2014/main" id="{5C2352B7-312B-AD9C-84E3-EB1996880635}"/>
              </a:ext>
            </a:extLst>
          </p:cNvPr>
          <p:cNvSpPr/>
          <p:nvPr/>
        </p:nvSpPr>
        <p:spPr>
          <a:xfrm>
            <a:off x="4625885" y="353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25" name="Shape 21">
            <a:extLst>
              <a:ext uri="{FF2B5EF4-FFF2-40B4-BE49-F238E27FC236}">
                <a16:creationId xmlns:a16="http://schemas.microsoft.com/office/drawing/2014/main" id="{0F1DF662-20DA-3864-439C-C2C7C630335E}"/>
              </a:ext>
            </a:extLst>
          </p:cNvPr>
          <p:cNvSpPr/>
          <p:nvPr/>
        </p:nvSpPr>
        <p:spPr>
          <a:xfrm>
            <a:off x="4730573" y="3635728"/>
            <a:ext cx="279384" cy="279384"/>
          </a:xfrm>
          <a:prstGeom prst="roundRect">
            <a:avLst>
              <a:gd name="adj" fmla="val 50000"/>
            </a:avLst>
          </a:prstGeom>
          <a:solidFill>
            <a:srgbClr val="16213E">
              <a:alpha val="40000"/>
            </a:srgbClr>
          </a:solidFill>
          <a:ln/>
        </p:spPr>
      </p:sp>
      <p:pic>
        <p:nvPicPr>
          <p:cNvPr id="26" name="Image 4" descr="preencoded.png">
            <a:extLst>
              <a:ext uri="{FF2B5EF4-FFF2-40B4-BE49-F238E27FC236}">
                <a16:creationId xmlns:a16="http://schemas.microsoft.com/office/drawing/2014/main" id="{AA1A7465-9E38-96A3-B9A4-8D6E4C2702AA}"/>
              </a:ext>
            </a:extLst>
          </p:cNvPr>
          <p:cNvPicPr>
            <a:picLocks noChangeAspect="1"/>
          </p:cNvPicPr>
          <p:nvPr/>
        </p:nvPicPr>
        <p:blipFill>
          <a:blip r:embed="rId7">
            <a:alphaModFix amt="40000"/>
          </a:blip>
          <a:srcRect/>
          <a:stretch/>
        </p:blipFill>
        <p:spPr>
          <a:xfrm>
            <a:off x="4794034" y="3699191"/>
            <a:ext cx="152365" cy="152365"/>
          </a:xfrm>
          <a:prstGeom prst="rect">
            <a:avLst/>
          </a:prstGeom>
        </p:spPr>
      </p:pic>
      <p:sp>
        <p:nvSpPr>
          <p:cNvPr id="27" name="Text 22">
            <a:extLst>
              <a:ext uri="{FF2B5EF4-FFF2-40B4-BE49-F238E27FC236}">
                <a16:creationId xmlns:a16="http://schemas.microsoft.com/office/drawing/2014/main" id="{CDD27AF2-52EB-211A-5354-527D1D525E6D}"/>
              </a:ext>
            </a:extLst>
          </p:cNvPr>
          <p:cNvSpPr/>
          <p:nvPr/>
        </p:nvSpPr>
        <p:spPr>
          <a:xfrm>
            <a:off x="4730573" y="396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GPU</a:t>
            </a:r>
            <a:endParaRPr lang="en-US" sz="1400" dirty="0"/>
          </a:p>
        </p:txBody>
      </p:sp>
      <p:sp>
        <p:nvSpPr>
          <p:cNvPr id="28" name="Text 23">
            <a:extLst>
              <a:ext uri="{FF2B5EF4-FFF2-40B4-BE49-F238E27FC236}">
                <a16:creationId xmlns:a16="http://schemas.microsoft.com/office/drawing/2014/main" id="{000FB1F6-967F-46F5-9549-9D2415A963E9}"/>
              </a:ext>
            </a:extLst>
          </p:cNvPr>
          <p:cNvSpPr/>
          <p:nvPr/>
        </p:nvSpPr>
        <p:spPr>
          <a:xfrm>
            <a:off x="4730573" y="419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GRAFIK</a:t>
            </a:r>
            <a:endParaRPr lang="en-US" sz="1200" dirty="0"/>
          </a:p>
        </p:txBody>
      </p:sp>
      <p:sp>
        <p:nvSpPr>
          <p:cNvPr id="29" name="Shape 24">
            <a:extLst>
              <a:ext uri="{FF2B5EF4-FFF2-40B4-BE49-F238E27FC236}">
                <a16:creationId xmlns:a16="http://schemas.microsoft.com/office/drawing/2014/main" id="{8992C674-ECB3-7E7A-4760-A5AD14086B34}"/>
              </a:ext>
            </a:extLst>
          </p:cNvPr>
          <p:cNvSpPr/>
          <p:nvPr/>
        </p:nvSpPr>
        <p:spPr>
          <a:xfrm>
            <a:off x="968249" y="4801040"/>
            <a:ext cx="1416015"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0" name="Shape 25">
            <a:extLst>
              <a:ext uri="{FF2B5EF4-FFF2-40B4-BE49-F238E27FC236}">
                <a16:creationId xmlns:a16="http://schemas.microsoft.com/office/drawing/2014/main" id="{268D5295-F699-13C7-DC65-02EB0E4934A7}"/>
              </a:ext>
            </a:extLst>
          </p:cNvPr>
          <p:cNvSpPr/>
          <p:nvPr/>
        </p:nvSpPr>
        <p:spPr>
          <a:xfrm>
            <a:off x="1072938" y="4905728"/>
            <a:ext cx="279384" cy="279384"/>
          </a:xfrm>
          <a:prstGeom prst="roundRect">
            <a:avLst>
              <a:gd name="adj" fmla="val 50000"/>
            </a:avLst>
          </a:prstGeom>
          <a:solidFill>
            <a:srgbClr val="16213E">
              <a:alpha val="40000"/>
            </a:srgbClr>
          </a:solidFill>
          <a:ln/>
        </p:spPr>
      </p:sp>
      <p:pic>
        <p:nvPicPr>
          <p:cNvPr id="31" name="Image 5" descr="preencoded.png">
            <a:extLst>
              <a:ext uri="{FF2B5EF4-FFF2-40B4-BE49-F238E27FC236}">
                <a16:creationId xmlns:a16="http://schemas.microsoft.com/office/drawing/2014/main" id="{E976607D-ECD0-BE26-2724-2D50822FD301}"/>
              </a:ext>
            </a:extLst>
          </p:cNvPr>
          <p:cNvPicPr>
            <a:picLocks noChangeAspect="1"/>
          </p:cNvPicPr>
          <p:nvPr/>
        </p:nvPicPr>
        <p:blipFill>
          <a:blip r:embed="rId8">
            <a:alphaModFix amt="40000"/>
          </a:blip>
          <a:srcRect/>
          <a:stretch/>
        </p:blipFill>
        <p:spPr>
          <a:xfrm>
            <a:off x="1136399" y="4969191"/>
            <a:ext cx="152365" cy="152365"/>
          </a:xfrm>
          <a:prstGeom prst="rect">
            <a:avLst/>
          </a:prstGeom>
        </p:spPr>
      </p:pic>
      <p:sp>
        <p:nvSpPr>
          <p:cNvPr id="32" name="Text 26">
            <a:extLst>
              <a:ext uri="{FF2B5EF4-FFF2-40B4-BE49-F238E27FC236}">
                <a16:creationId xmlns:a16="http://schemas.microsoft.com/office/drawing/2014/main" id="{B8CA0A1F-C8E4-9ACF-35F7-910753C8465E}"/>
              </a:ext>
            </a:extLst>
          </p:cNvPr>
          <p:cNvSpPr/>
          <p:nvPr/>
        </p:nvSpPr>
        <p:spPr>
          <a:xfrm>
            <a:off x="1072938" y="5235904"/>
            <a:ext cx="1257437"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BIOS/UEFI</a:t>
            </a:r>
            <a:endParaRPr lang="en-US" sz="1400" dirty="0"/>
          </a:p>
        </p:txBody>
      </p:sp>
      <p:sp>
        <p:nvSpPr>
          <p:cNvPr id="33" name="Text 27">
            <a:extLst>
              <a:ext uri="{FF2B5EF4-FFF2-40B4-BE49-F238E27FC236}">
                <a16:creationId xmlns:a16="http://schemas.microsoft.com/office/drawing/2014/main" id="{7AAC5ED6-08C0-CED8-1B32-C40C77019F54}"/>
              </a:ext>
            </a:extLst>
          </p:cNvPr>
          <p:cNvSpPr/>
          <p:nvPr/>
        </p:nvSpPr>
        <p:spPr>
          <a:xfrm>
            <a:off x="1072938" y="5461943"/>
            <a:ext cx="1257437"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FIRMWARE</a:t>
            </a:r>
            <a:endParaRPr lang="en-US" sz="1200" dirty="0"/>
          </a:p>
        </p:txBody>
      </p:sp>
      <p:sp>
        <p:nvSpPr>
          <p:cNvPr id="34" name="Shape 28">
            <a:extLst>
              <a:ext uri="{FF2B5EF4-FFF2-40B4-BE49-F238E27FC236}">
                <a16:creationId xmlns:a16="http://schemas.microsoft.com/office/drawing/2014/main" id="{882A1A25-7626-A77D-A6DD-D5322C62354F}"/>
              </a:ext>
            </a:extLst>
          </p:cNvPr>
          <p:cNvSpPr/>
          <p:nvPr/>
        </p:nvSpPr>
        <p:spPr>
          <a:xfrm>
            <a:off x="2720885" y="4801040"/>
            <a:ext cx="151759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35" name="Shape 29">
            <a:extLst>
              <a:ext uri="{FF2B5EF4-FFF2-40B4-BE49-F238E27FC236}">
                <a16:creationId xmlns:a16="http://schemas.microsoft.com/office/drawing/2014/main" id="{9DE70EAC-9126-138F-51EC-5A326082131B}"/>
              </a:ext>
            </a:extLst>
          </p:cNvPr>
          <p:cNvSpPr/>
          <p:nvPr/>
        </p:nvSpPr>
        <p:spPr>
          <a:xfrm>
            <a:off x="2825573" y="4905728"/>
            <a:ext cx="279384" cy="279384"/>
          </a:xfrm>
          <a:prstGeom prst="roundRect">
            <a:avLst>
              <a:gd name="adj" fmla="val 50000"/>
            </a:avLst>
          </a:prstGeom>
          <a:solidFill>
            <a:srgbClr val="16213E">
              <a:alpha val="40000"/>
            </a:srgbClr>
          </a:solidFill>
          <a:ln/>
        </p:spPr>
      </p:sp>
      <p:pic>
        <p:nvPicPr>
          <p:cNvPr id="36" name="Image 6" descr="preencoded.png">
            <a:extLst>
              <a:ext uri="{FF2B5EF4-FFF2-40B4-BE49-F238E27FC236}">
                <a16:creationId xmlns:a16="http://schemas.microsoft.com/office/drawing/2014/main" id="{18E6B41E-BA4E-4B51-0D2C-E23C6CAB9F9E}"/>
              </a:ext>
            </a:extLst>
          </p:cNvPr>
          <p:cNvPicPr>
            <a:picLocks noChangeAspect="1"/>
          </p:cNvPicPr>
          <p:nvPr/>
        </p:nvPicPr>
        <p:blipFill>
          <a:blip r:embed="rId9">
            <a:alphaModFix amt="40000"/>
          </a:blip>
          <a:srcRect/>
          <a:stretch/>
        </p:blipFill>
        <p:spPr>
          <a:xfrm>
            <a:off x="2889034" y="4969191"/>
            <a:ext cx="152365" cy="152365"/>
          </a:xfrm>
          <a:prstGeom prst="rect">
            <a:avLst/>
          </a:prstGeom>
        </p:spPr>
      </p:pic>
      <p:sp>
        <p:nvSpPr>
          <p:cNvPr id="37" name="Text 30">
            <a:extLst>
              <a:ext uri="{FF2B5EF4-FFF2-40B4-BE49-F238E27FC236}">
                <a16:creationId xmlns:a16="http://schemas.microsoft.com/office/drawing/2014/main" id="{2298AE2E-8C09-D143-BDFC-E1F24789F2F6}"/>
              </a:ext>
            </a:extLst>
          </p:cNvPr>
          <p:cNvSpPr/>
          <p:nvPr/>
        </p:nvSpPr>
        <p:spPr>
          <a:xfrm>
            <a:off x="2825573" y="5235904"/>
            <a:ext cx="135901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Chipsatz</a:t>
            </a:r>
            <a:endParaRPr lang="en-US" sz="1400" dirty="0"/>
          </a:p>
        </p:txBody>
      </p:sp>
      <p:sp>
        <p:nvSpPr>
          <p:cNvPr id="38" name="Text 31">
            <a:extLst>
              <a:ext uri="{FF2B5EF4-FFF2-40B4-BE49-F238E27FC236}">
                <a16:creationId xmlns:a16="http://schemas.microsoft.com/office/drawing/2014/main" id="{C512695A-BF1B-44EE-01CB-B3D0D961859D}"/>
              </a:ext>
            </a:extLst>
          </p:cNvPr>
          <p:cNvSpPr/>
          <p:nvPr/>
        </p:nvSpPr>
        <p:spPr>
          <a:xfrm>
            <a:off x="2825573" y="5461943"/>
            <a:ext cx="135901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VERTEILER</a:t>
            </a:r>
            <a:endParaRPr lang="en-US" sz="1200" dirty="0"/>
          </a:p>
        </p:txBody>
      </p:sp>
      <p:sp>
        <p:nvSpPr>
          <p:cNvPr id="39" name="Shape 32">
            <a:extLst>
              <a:ext uri="{FF2B5EF4-FFF2-40B4-BE49-F238E27FC236}">
                <a16:creationId xmlns:a16="http://schemas.microsoft.com/office/drawing/2014/main" id="{BC8D0688-6389-6469-73D7-820F5E1D6F1B}"/>
              </a:ext>
            </a:extLst>
          </p:cNvPr>
          <p:cNvSpPr/>
          <p:nvPr/>
        </p:nvSpPr>
        <p:spPr>
          <a:xfrm>
            <a:off x="4625885" y="4801040"/>
            <a:ext cx="1441360"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0" name="Shape 33">
            <a:extLst>
              <a:ext uri="{FF2B5EF4-FFF2-40B4-BE49-F238E27FC236}">
                <a16:creationId xmlns:a16="http://schemas.microsoft.com/office/drawing/2014/main" id="{B1750AB6-0663-040B-C2CB-68E2E20D9C3E}"/>
              </a:ext>
            </a:extLst>
          </p:cNvPr>
          <p:cNvSpPr/>
          <p:nvPr/>
        </p:nvSpPr>
        <p:spPr>
          <a:xfrm>
            <a:off x="4730573" y="4905728"/>
            <a:ext cx="279384" cy="279384"/>
          </a:xfrm>
          <a:prstGeom prst="roundRect">
            <a:avLst>
              <a:gd name="adj" fmla="val 50000"/>
            </a:avLst>
          </a:prstGeom>
          <a:solidFill>
            <a:srgbClr val="16213E">
              <a:alpha val="40000"/>
            </a:srgbClr>
          </a:solidFill>
          <a:ln/>
        </p:spPr>
      </p:sp>
      <p:pic>
        <p:nvPicPr>
          <p:cNvPr id="41" name="Image 7" descr="preencoded.png">
            <a:extLst>
              <a:ext uri="{FF2B5EF4-FFF2-40B4-BE49-F238E27FC236}">
                <a16:creationId xmlns:a16="http://schemas.microsoft.com/office/drawing/2014/main" id="{D9D12F3B-ED79-6E20-0FA3-81E5D0F6A078}"/>
              </a:ext>
            </a:extLst>
          </p:cNvPr>
          <p:cNvPicPr>
            <a:picLocks noChangeAspect="1"/>
          </p:cNvPicPr>
          <p:nvPr/>
        </p:nvPicPr>
        <p:blipFill>
          <a:blip r:embed="rId10">
            <a:alphaModFix amt="40000"/>
          </a:blip>
          <a:srcRect/>
          <a:stretch/>
        </p:blipFill>
        <p:spPr>
          <a:xfrm>
            <a:off x="4794034" y="4969191"/>
            <a:ext cx="152365" cy="152365"/>
          </a:xfrm>
          <a:prstGeom prst="rect">
            <a:avLst/>
          </a:prstGeom>
        </p:spPr>
      </p:pic>
      <p:sp>
        <p:nvSpPr>
          <p:cNvPr id="42" name="Text 34">
            <a:extLst>
              <a:ext uri="{FF2B5EF4-FFF2-40B4-BE49-F238E27FC236}">
                <a16:creationId xmlns:a16="http://schemas.microsoft.com/office/drawing/2014/main" id="{2B31FC5F-C6BD-9F43-CD03-7800489FB76C}"/>
              </a:ext>
            </a:extLst>
          </p:cNvPr>
          <p:cNvSpPr/>
          <p:nvPr/>
        </p:nvSpPr>
        <p:spPr>
          <a:xfrm>
            <a:off x="4730573" y="5235904"/>
            <a:ext cx="1282783"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USB</a:t>
            </a:r>
            <a:endParaRPr lang="en-US" sz="1400" dirty="0"/>
          </a:p>
        </p:txBody>
      </p:sp>
      <p:sp>
        <p:nvSpPr>
          <p:cNvPr id="43" name="Text 35">
            <a:extLst>
              <a:ext uri="{FF2B5EF4-FFF2-40B4-BE49-F238E27FC236}">
                <a16:creationId xmlns:a16="http://schemas.microsoft.com/office/drawing/2014/main" id="{332359BF-F624-0409-CB70-A74BABE3ED93}"/>
              </a:ext>
            </a:extLst>
          </p:cNvPr>
          <p:cNvSpPr/>
          <p:nvPr/>
        </p:nvSpPr>
        <p:spPr>
          <a:xfrm>
            <a:off x="4730573" y="5461943"/>
            <a:ext cx="1282783"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ANSCHLUSS</a:t>
            </a:r>
            <a:endParaRPr lang="en-US" sz="1200" dirty="0"/>
          </a:p>
        </p:txBody>
      </p:sp>
      <p:sp>
        <p:nvSpPr>
          <p:cNvPr id="44" name="Shape 36">
            <a:extLst>
              <a:ext uri="{FF2B5EF4-FFF2-40B4-BE49-F238E27FC236}">
                <a16:creationId xmlns:a16="http://schemas.microsoft.com/office/drawing/2014/main" id="{DAE2437F-775D-848A-61E1-0A4191C4065D}"/>
              </a:ext>
            </a:extLst>
          </p:cNvPr>
          <p:cNvSpPr/>
          <p:nvPr/>
        </p:nvSpPr>
        <p:spPr>
          <a:xfrm>
            <a:off x="6467326" y="2070559"/>
            <a:ext cx="1327111" cy="1200091"/>
          </a:xfrm>
          <a:prstGeom prst="roundRect">
            <a:avLst>
              <a:gd name="adj" fmla="val 7143"/>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45" name="Shape 37">
            <a:extLst>
              <a:ext uri="{FF2B5EF4-FFF2-40B4-BE49-F238E27FC236}">
                <a16:creationId xmlns:a16="http://schemas.microsoft.com/office/drawing/2014/main" id="{30ED8FEF-9267-B0AC-22C7-7536F3443F6C}"/>
              </a:ext>
            </a:extLst>
          </p:cNvPr>
          <p:cNvSpPr/>
          <p:nvPr/>
        </p:nvSpPr>
        <p:spPr>
          <a:xfrm>
            <a:off x="6572014" y="2175247"/>
            <a:ext cx="279384" cy="279384"/>
          </a:xfrm>
          <a:prstGeom prst="roundRect">
            <a:avLst>
              <a:gd name="adj" fmla="val 50000"/>
            </a:avLst>
          </a:prstGeom>
          <a:solidFill>
            <a:srgbClr val="16213E">
              <a:alpha val="40000"/>
            </a:srgbClr>
          </a:solidFill>
          <a:ln/>
        </p:spPr>
      </p:sp>
      <p:pic>
        <p:nvPicPr>
          <p:cNvPr id="46" name="Image 8" descr="preencoded.png">
            <a:extLst>
              <a:ext uri="{FF2B5EF4-FFF2-40B4-BE49-F238E27FC236}">
                <a16:creationId xmlns:a16="http://schemas.microsoft.com/office/drawing/2014/main" id="{C5D4F95A-1EC6-F2C9-877C-5B3E40746C81}"/>
              </a:ext>
            </a:extLst>
          </p:cNvPr>
          <p:cNvPicPr>
            <a:picLocks noChangeAspect="1"/>
          </p:cNvPicPr>
          <p:nvPr/>
        </p:nvPicPr>
        <p:blipFill>
          <a:blip r:embed="rId11">
            <a:alphaModFix amt="40000"/>
          </a:blip>
          <a:srcRect/>
          <a:stretch/>
        </p:blipFill>
        <p:spPr>
          <a:xfrm>
            <a:off x="6635475" y="2238710"/>
            <a:ext cx="152365" cy="152365"/>
          </a:xfrm>
          <a:prstGeom prst="rect">
            <a:avLst/>
          </a:prstGeom>
        </p:spPr>
      </p:pic>
      <p:sp>
        <p:nvSpPr>
          <p:cNvPr id="47" name="Text 38">
            <a:extLst>
              <a:ext uri="{FF2B5EF4-FFF2-40B4-BE49-F238E27FC236}">
                <a16:creationId xmlns:a16="http://schemas.microsoft.com/office/drawing/2014/main" id="{9B1790D0-3962-0D2A-9214-DCDE8B17845F}"/>
              </a:ext>
            </a:extLst>
          </p:cNvPr>
          <p:cNvSpPr/>
          <p:nvPr/>
        </p:nvSpPr>
        <p:spPr>
          <a:xfrm>
            <a:off x="6572014" y="2505422"/>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Netzteil</a:t>
            </a:r>
            <a:endParaRPr lang="en-US" sz="1400" dirty="0"/>
          </a:p>
        </p:txBody>
      </p:sp>
      <p:sp>
        <p:nvSpPr>
          <p:cNvPr id="48" name="Text 39">
            <a:extLst>
              <a:ext uri="{FF2B5EF4-FFF2-40B4-BE49-F238E27FC236}">
                <a16:creationId xmlns:a16="http://schemas.microsoft.com/office/drawing/2014/main" id="{A1F3A373-25A7-2BD6-7DF3-6B83BC817412}"/>
              </a:ext>
            </a:extLst>
          </p:cNvPr>
          <p:cNvSpPr/>
          <p:nvPr/>
        </p:nvSpPr>
        <p:spPr>
          <a:xfrm>
            <a:off x="6572014" y="2731461"/>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STROM</a:t>
            </a:r>
            <a:endParaRPr lang="en-US" sz="1200" dirty="0"/>
          </a:p>
        </p:txBody>
      </p:sp>
      <p:sp>
        <p:nvSpPr>
          <p:cNvPr id="49" name="Shape 40">
            <a:extLst>
              <a:ext uri="{FF2B5EF4-FFF2-40B4-BE49-F238E27FC236}">
                <a16:creationId xmlns:a16="http://schemas.microsoft.com/office/drawing/2014/main" id="{F1B59A35-8748-3D9F-54F5-4AA831F4E4AA}"/>
              </a:ext>
            </a:extLst>
          </p:cNvPr>
          <p:cNvSpPr/>
          <p:nvPr/>
        </p:nvSpPr>
        <p:spPr>
          <a:xfrm>
            <a:off x="6467326" y="353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0" name="Shape 41">
            <a:extLst>
              <a:ext uri="{FF2B5EF4-FFF2-40B4-BE49-F238E27FC236}">
                <a16:creationId xmlns:a16="http://schemas.microsoft.com/office/drawing/2014/main" id="{53FEAE8D-ABA9-89DC-58C2-53D6E202E1C2}"/>
              </a:ext>
            </a:extLst>
          </p:cNvPr>
          <p:cNvSpPr/>
          <p:nvPr/>
        </p:nvSpPr>
        <p:spPr>
          <a:xfrm>
            <a:off x="6572014" y="3635728"/>
            <a:ext cx="279384" cy="279384"/>
          </a:xfrm>
          <a:prstGeom prst="roundRect">
            <a:avLst>
              <a:gd name="adj" fmla="val 50000"/>
            </a:avLst>
          </a:prstGeom>
          <a:solidFill>
            <a:srgbClr val="16213E">
              <a:alpha val="40000"/>
            </a:srgbClr>
          </a:solidFill>
          <a:ln/>
        </p:spPr>
      </p:sp>
      <p:pic>
        <p:nvPicPr>
          <p:cNvPr id="51" name="Image 9" descr="preencoded.png">
            <a:extLst>
              <a:ext uri="{FF2B5EF4-FFF2-40B4-BE49-F238E27FC236}">
                <a16:creationId xmlns:a16="http://schemas.microsoft.com/office/drawing/2014/main" id="{5BA08919-6856-F923-33F4-6B7BD723DBF6}"/>
              </a:ext>
            </a:extLst>
          </p:cNvPr>
          <p:cNvPicPr>
            <a:picLocks noChangeAspect="1"/>
          </p:cNvPicPr>
          <p:nvPr/>
        </p:nvPicPr>
        <p:blipFill>
          <a:blip r:embed="rId12">
            <a:alphaModFix amt="40000"/>
          </a:blip>
          <a:srcRect/>
          <a:stretch/>
        </p:blipFill>
        <p:spPr>
          <a:xfrm>
            <a:off x="6635475" y="3699191"/>
            <a:ext cx="152365" cy="152365"/>
          </a:xfrm>
          <a:prstGeom prst="rect">
            <a:avLst/>
          </a:prstGeom>
        </p:spPr>
      </p:pic>
      <p:sp>
        <p:nvSpPr>
          <p:cNvPr id="52" name="Text 42">
            <a:extLst>
              <a:ext uri="{FF2B5EF4-FFF2-40B4-BE49-F238E27FC236}">
                <a16:creationId xmlns:a16="http://schemas.microsoft.com/office/drawing/2014/main" id="{29FF7232-949C-96AD-B09F-E81E0786EFD1}"/>
              </a:ext>
            </a:extLst>
          </p:cNvPr>
          <p:cNvSpPr/>
          <p:nvPr/>
        </p:nvSpPr>
        <p:spPr>
          <a:xfrm>
            <a:off x="6572014" y="396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Bildschirm</a:t>
            </a:r>
            <a:endParaRPr lang="en-US" sz="1400" dirty="0"/>
          </a:p>
        </p:txBody>
      </p:sp>
      <p:sp>
        <p:nvSpPr>
          <p:cNvPr id="53" name="Text 43">
            <a:extLst>
              <a:ext uri="{FF2B5EF4-FFF2-40B4-BE49-F238E27FC236}">
                <a16:creationId xmlns:a16="http://schemas.microsoft.com/office/drawing/2014/main" id="{F9C6D2BC-70C5-1785-4936-418987EB40B6}"/>
              </a:ext>
            </a:extLst>
          </p:cNvPr>
          <p:cNvSpPr/>
          <p:nvPr/>
        </p:nvSpPr>
        <p:spPr>
          <a:xfrm>
            <a:off x="6572014" y="419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ANZEIGE</a:t>
            </a:r>
            <a:endParaRPr lang="en-US" sz="1200" dirty="0"/>
          </a:p>
        </p:txBody>
      </p:sp>
      <p:sp>
        <p:nvSpPr>
          <p:cNvPr id="54" name="Shape 44">
            <a:extLst>
              <a:ext uri="{FF2B5EF4-FFF2-40B4-BE49-F238E27FC236}">
                <a16:creationId xmlns:a16="http://schemas.microsoft.com/office/drawing/2014/main" id="{474CA4AB-BA84-7F49-0728-43105C77F6D7}"/>
              </a:ext>
            </a:extLst>
          </p:cNvPr>
          <p:cNvSpPr/>
          <p:nvPr/>
        </p:nvSpPr>
        <p:spPr>
          <a:xfrm>
            <a:off x="6467326" y="4801040"/>
            <a:ext cx="1327111" cy="1009611"/>
          </a:xfrm>
          <a:prstGeom prst="roundRect">
            <a:avLst>
              <a:gd name="adj" fmla="val 8491"/>
            </a:avLst>
          </a:prstGeom>
          <a:solidFill>
            <a:srgbClr val="FFFFFF">
              <a:alpha val="40000"/>
            </a:srgbClr>
          </a:solidFill>
          <a:ln w="6350">
            <a:solidFill>
              <a:srgbClr val="DDE2EA">
                <a:alpha val="40000"/>
              </a:srgbClr>
            </a:solidFill>
            <a:prstDash val="solid"/>
          </a:ln>
          <a:effectLst>
            <a:outerShdw blurRad="114300" dist="25400" dir="5400000" algn="bl" rotWithShape="0">
              <a:srgbClr val="DFE4EC">
                <a:alpha val="40000"/>
              </a:srgbClr>
            </a:outerShdw>
          </a:effectLst>
        </p:spPr>
      </p:sp>
      <p:sp>
        <p:nvSpPr>
          <p:cNvPr id="55" name="Shape 45">
            <a:extLst>
              <a:ext uri="{FF2B5EF4-FFF2-40B4-BE49-F238E27FC236}">
                <a16:creationId xmlns:a16="http://schemas.microsoft.com/office/drawing/2014/main" id="{2DD57260-1145-5938-4B79-FCFDBCBD8EB0}"/>
              </a:ext>
            </a:extLst>
          </p:cNvPr>
          <p:cNvSpPr/>
          <p:nvPr/>
        </p:nvSpPr>
        <p:spPr>
          <a:xfrm>
            <a:off x="6572014" y="4905728"/>
            <a:ext cx="279384" cy="279384"/>
          </a:xfrm>
          <a:prstGeom prst="roundRect">
            <a:avLst>
              <a:gd name="adj" fmla="val 50000"/>
            </a:avLst>
          </a:prstGeom>
          <a:solidFill>
            <a:srgbClr val="16213E">
              <a:alpha val="40000"/>
            </a:srgbClr>
          </a:solidFill>
          <a:ln/>
        </p:spPr>
      </p:sp>
      <p:pic>
        <p:nvPicPr>
          <p:cNvPr id="56" name="Image 10" descr="preencoded.png">
            <a:extLst>
              <a:ext uri="{FF2B5EF4-FFF2-40B4-BE49-F238E27FC236}">
                <a16:creationId xmlns:a16="http://schemas.microsoft.com/office/drawing/2014/main" id="{A1B1648E-EC23-9362-5AA3-A7E9EED7158C}"/>
              </a:ext>
            </a:extLst>
          </p:cNvPr>
          <p:cNvPicPr>
            <a:picLocks noChangeAspect="1"/>
          </p:cNvPicPr>
          <p:nvPr/>
        </p:nvPicPr>
        <p:blipFill>
          <a:blip r:embed="rId13">
            <a:alphaModFix amt="40000"/>
          </a:blip>
          <a:srcRect/>
          <a:stretch/>
        </p:blipFill>
        <p:spPr>
          <a:xfrm>
            <a:off x="6635475" y="4969191"/>
            <a:ext cx="152365" cy="152365"/>
          </a:xfrm>
          <a:prstGeom prst="rect">
            <a:avLst/>
          </a:prstGeom>
        </p:spPr>
      </p:pic>
      <p:sp>
        <p:nvSpPr>
          <p:cNvPr id="57" name="Text 46">
            <a:extLst>
              <a:ext uri="{FF2B5EF4-FFF2-40B4-BE49-F238E27FC236}">
                <a16:creationId xmlns:a16="http://schemas.microsoft.com/office/drawing/2014/main" id="{526A6953-E54C-3DBE-53EE-55D9C9106F95}"/>
              </a:ext>
            </a:extLst>
          </p:cNvPr>
          <p:cNvSpPr/>
          <p:nvPr/>
        </p:nvSpPr>
        <p:spPr>
          <a:xfrm>
            <a:off x="6572014" y="5235904"/>
            <a:ext cx="1168534" cy="238769"/>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E">
                    <a:alpha val="40000"/>
                  </a:srgbClr>
                </a:solidFill>
                <a:latin typeface="Open Sans" pitchFamily="34" charset="0"/>
                <a:ea typeface="Open Sans" pitchFamily="34" charset="-122"/>
                <a:cs typeface="Open Sans" pitchFamily="34" charset="-120"/>
              </a:rPr>
              <a:t>Tastatur</a:t>
            </a:r>
            <a:endParaRPr lang="en-US" sz="1400" dirty="0"/>
          </a:p>
        </p:txBody>
      </p:sp>
      <p:sp>
        <p:nvSpPr>
          <p:cNvPr id="58" name="Text 47">
            <a:extLst>
              <a:ext uri="{FF2B5EF4-FFF2-40B4-BE49-F238E27FC236}">
                <a16:creationId xmlns:a16="http://schemas.microsoft.com/office/drawing/2014/main" id="{0EB15E70-53E8-93C1-BEA2-5E401FCABB64}"/>
              </a:ext>
            </a:extLst>
          </p:cNvPr>
          <p:cNvSpPr/>
          <p:nvPr/>
        </p:nvSpPr>
        <p:spPr>
          <a:xfrm>
            <a:off x="6572014" y="5461943"/>
            <a:ext cx="1168534"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alpha val="40000"/>
                  </a:srgbClr>
                </a:solidFill>
                <a:latin typeface="Open Sans" pitchFamily="34" charset="0"/>
                <a:ea typeface="Open Sans" pitchFamily="34" charset="-122"/>
                <a:cs typeface="Open Sans" pitchFamily="34" charset="-120"/>
              </a:rPr>
              <a:t>EINGABE</a:t>
            </a:r>
            <a:endParaRPr lang="en-US" sz="1200" dirty="0"/>
          </a:p>
        </p:txBody>
      </p:sp>
      <p:pic>
        <p:nvPicPr>
          <p:cNvPr id="59" name="Image 11" descr="connector">
            <a:extLst>
              <a:ext uri="{FF2B5EF4-FFF2-40B4-BE49-F238E27FC236}">
                <a16:creationId xmlns:a16="http://schemas.microsoft.com/office/drawing/2014/main" id="{D91B9DD2-772C-7C55-36E7-95750D6F7AC5}"/>
              </a:ext>
            </a:extLst>
          </p:cNvPr>
          <p:cNvPicPr>
            <a:picLocks noChangeAspect="1"/>
          </p:cNvPicPr>
          <p:nvPr/>
        </p:nvPicPr>
        <p:blipFill>
          <a:blip r:embed="rId14"/>
          <a:srcRect l="-5" r="-5"/>
          <a:stretch/>
        </p:blipFill>
        <p:spPr>
          <a:xfrm>
            <a:off x="2311306" y="2594421"/>
            <a:ext cx="482537" cy="152365"/>
          </a:xfrm>
          <a:prstGeom prst="rect">
            <a:avLst/>
          </a:prstGeom>
        </p:spPr>
      </p:pic>
      <p:pic>
        <p:nvPicPr>
          <p:cNvPr id="60" name="Image 12" descr="connector">
            <a:extLst>
              <a:ext uri="{FF2B5EF4-FFF2-40B4-BE49-F238E27FC236}">
                <a16:creationId xmlns:a16="http://schemas.microsoft.com/office/drawing/2014/main" id="{B72FD4AA-29E8-7104-538B-CDC9B60C8ED8}"/>
              </a:ext>
            </a:extLst>
          </p:cNvPr>
          <p:cNvPicPr>
            <a:picLocks noChangeAspect="1"/>
          </p:cNvPicPr>
          <p:nvPr/>
        </p:nvPicPr>
        <p:blipFill>
          <a:blip r:embed="rId15"/>
          <a:srcRect l="-5" r="-5"/>
          <a:stretch/>
        </p:blipFill>
        <p:spPr>
          <a:xfrm>
            <a:off x="4165419" y="2594421"/>
            <a:ext cx="533325" cy="152365"/>
          </a:xfrm>
          <a:prstGeom prst="rect">
            <a:avLst/>
          </a:prstGeom>
        </p:spPr>
      </p:pic>
      <p:pic>
        <p:nvPicPr>
          <p:cNvPr id="61" name="Image 13" descr="connector">
            <a:extLst>
              <a:ext uri="{FF2B5EF4-FFF2-40B4-BE49-F238E27FC236}">
                <a16:creationId xmlns:a16="http://schemas.microsoft.com/office/drawing/2014/main" id="{FC9A669C-A20F-8FB0-B505-12DAFDF41ED9}"/>
              </a:ext>
            </a:extLst>
          </p:cNvPr>
          <p:cNvPicPr>
            <a:picLocks noChangeAspect="1"/>
          </p:cNvPicPr>
          <p:nvPr/>
        </p:nvPicPr>
        <p:blipFill>
          <a:blip r:embed="rId16"/>
          <a:srcRect t="-9" b="-9"/>
          <a:stretch/>
        </p:blipFill>
        <p:spPr>
          <a:xfrm>
            <a:off x="3428843" y="3223040"/>
            <a:ext cx="101576" cy="1625517"/>
          </a:xfrm>
          <a:prstGeom prst="rect">
            <a:avLst/>
          </a:prstGeom>
        </p:spPr>
      </p:pic>
      <p:pic>
        <p:nvPicPr>
          <p:cNvPr id="62" name="Image 14" descr="connector">
            <a:extLst>
              <a:ext uri="{FF2B5EF4-FFF2-40B4-BE49-F238E27FC236}">
                <a16:creationId xmlns:a16="http://schemas.microsoft.com/office/drawing/2014/main" id="{826623D0-F9D6-1BBC-213C-EA87D488EE64}"/>
              </a:ext>
            </a:extLst>
          </p:cNvPr>
          <p:cNvPicPr>
            <a:picLocks noChangeAspect="1"/>
          </p:cNvPicPr>
          <p:nvPr/>
        </p:nvPicPr>
        <p:blipFill>
          <a:blip r:embed="rId17"/>
          <a:srcRect t="-1" b="-1"/>
          <a:stretch/>
        </p:blipFill>
        <p:spPr>
          <a:xfrm>
            <a:off x="3936823" y="3223040"/>
            <a:ext cx="736576" cy="863596"/>
          </a:xfrm>
          <a:prstGeom prst="rect">
            <a:avLst/>
          </a:prstGeom>
        </p:spPr>
      </p:pic>
      <p:pic>
        <p:nvPicPr>
          <p:cNvPr id="63" name="Image 15" descr="connector">
            <a:extLst>
              <a:ext uri="{FF2B5EF4-FFF2-40B4-BE49-F238E27FC236}">
                <a16:creationId xmlns:a16="http://schemas.microsoft.com/office/drawing/2014/main" id="{3DAD6C74-8E23-E1F5-36B7-D445D44294B6}"/>
              </a:ext>
            </a:extLst>
          </p:cNvPr>
          <p:cNvPicPr>
            <a:picLocks noChangeAspect="1"/>
          </p:cNvPicPr>
          <p:nvPr/>
        </p:nvPicPr>
        <p:blipFill>
          <a:blip r:embed="rId18"/>
          <a:srcRect l="-2" r="-2"/>
          <a:stretch/>
        </p:blipFill>
        <p:spPr>
          <a:xfrm>
            <a:off x="6019631" y="3985059"/>
            <a:ext cx="495210" cy="101576"/>
          </a:xfrm>
          <a:prstGeom prst="rect">
            <a:avLst/>
          </a:prstGeom>
        </p:spPr>
      </p:pic>
      <p:pic>
        <p:nvPicPr>
          <p:cNvPr id="192" name="Image 16" descr="connector">
            <a:extLst>
              <a:ext uri="{FF2B5EF4-FFF2-40B4-BE49-F238E27FC236}">
                <a16:creationId xmlns:a16="http://schemas.microsoft.com/office/drawing/2014/main" id="{F17325CB-FF80-4F31-1E96-CAFCE7595D3C}"/>
              </a:ext>
            </a:extLst>
          </p:cNvPr>
          <p:cNvPicPr>
            <a:picLocks noChangeAspect="1"/>
          </p:cNvPicPr>
          <p:nvPr/>
        </p:nvPicPr>
        <p:blipFill>
          <a:blip r:embed="rId19"/>
          <a:srcRect l="-6" r="-6"/>
          <a:stretch/>
        </p:blipFill>
        <p:spPr>
          <a:xfrm>
            <a:off x="2336651" y="5255059"/>
            <a:ext cx="431749" cy="101576"/>
          </a:xfrm>
          <a:prstGeom prst="rect">
            <a:avLst/>
          </a:prstGeom>
        </p:spPr>
      </p:pic>
      <p:pic>
        <p:nvPicPr>
          <p:cNvPr id="193" name="Image 17" descr="connector">
            <a:extLst>
              <a:ext uri="{FF2B5EF4-FFF2-40B4-BE49-F238E27FC236}">
                <a16:creationId xmlns:a16="http://schemas.microsoft.com/office/drawing/2014/main" id="{33FBC8ED-8F8A-1802-FE5B-EA9100E746A8}"/>
              </a:ext>
            </a:extLst>
          </p:cNvPr>
          <p:cNvPicPr>
            <a:picLocks noChangeAspect="1"/>
          </p:cNvPicPr>
          <p:nvPr/>
        </p:nvPicPr>
        <p:blipFill>
          <a:blip r:embed="rId20"/>
          <a:srcRect l="-5" r="-5"/>
          <a:stretch/>
        </p:blipFill>
        <p:spPr>
          <a:xfrm>
            <a:off x="4190862" y="5255059"/>
            <a:ext cx="482537" cy="101576"/>
          </a:xfrm>
          <a:prstGeom prst="rect">
            <a:avLst/>
          </a:prstGeom>
        </p:spPr>
      </p:pic>
      <p:pic>
        <p:nvPicPr>
          <p:cNvPr id="194" name="Image 18" descr="connector">
            <a:extLst>
              <a:ext uri="{FF2B5EF4-FFF2-40B4-BE49-F238E27FC236}">
                <a16:creationId xmlns:a16="http://schemas.microsoft.com/office/drawing/2014/main" id="{13C12D5B-422E-97E7-0296-2DCFF2754BFA}"/>
              </a:ext>
            </a:extLst>
          </p:cNvPr>
          <p:cNvPicPr>
            <a:picLocks noChangeAspect="1"/>
          </p:cNvPicPr>
          <p:nvPr/>
        </p:nvPicPr>
        <p:blipFill>
          <a:blip r:embed="rId18"/>
          <a:srcRect l="-2" r="-2"/>
          <a:stretch/>
        </p:blipFill>
        <p:spPr>
          <a:xfrm>
            <a:off x="6019631" y="5255059"/>
            <a:ext cx="495210" cy="101576"/>
          </a:xfrm>
          <a:prstGeom prst="rect">
            <a:avLst/>
          </a:prstGeom>
        </p:spPr>
      </p:pic>
      <p:pic>
        <p:nvPicPr>
          <p:cNvPr id="195" name="Image 19" descr="connector">
            <a:extLst>
              <a:ext uri="{FF2B5EF4-FFF2-40B4-BE49-F238E27FC236}">
                <a16:creationId xmlns:a16="http://schemas.microsoft.com/office/drawing/2014/main" id="{433DFF41-9703-0F4B-BA57-0E5A73D04868}"/>
              </a:ext>
            </a:extLst>
          </p:cNvPr>
          <p:cNvPicPr>
            <a:picLocks noChangeAspect="1"/>
          </p:cNvPicPr>
          <p:nvPr/>
        </p:nvPicPr>
        <p:blipFill>
          <a:blip r:embed="rId21"/>
          <a:srcRect/>
          <a:stretch/>
        </p:blipFill>
        <p:spPr>
          <a:xfrm>
            <a:off x="6159323" y="2619772"/>
            <a:ext cx="355517" cy="101576"/>
          </a:xfrm>
          <a:prstGeom prst="rect">
            <a:avLst/>
          </a:prstGeom>
        </p:spPr>
      </p:pic>
      <p:sp>
        <p:nvSpPr>
          <p:cNvPr id="196" name="Shape 48">
            <a:extLst>
              <a:ext uri="{FF2B5EF4-FFF2-40B4-BE49-F238E27FC236}">
                <a16:creationId xmlns:a16="http://schemas.microsoft.com/office/drawing/2014/main" id="{937B2703-5C0D-F99A-D38E-3B0EE1A40EED}"/>
              </a:ext>
            </a:extLst>
          </p:cNvPr>
          <p:cNvSpPr/>
          <p:nvPr/>
        </p:nvSpPr>
        <p:spPr>
          <a:xfrm>
            <a:off x="8054825" y="1562577"/>
            <a:ext cx="3321015" cy="4438650"/>
          </a:xfrm>
          <a:prstGeom prst="roundRect">
            <a:avLst>
              <a:gd name="adj" fmla="val 2964"/>
            </a:avLst>
          </a:prstGeom>
          <a:solidFill>
            <a:srgbClr val="FFFFFF"/>
          </a:solidFill>
          <a:ln w="6350">
            <a:solidFill>
              <a:srgbClr val="E3E7EE"/>
            </a:solidFill>
            <a:prstDash val="solid"/>
          </a:ln>
          <a:effectLst>
            <a:outerShdw blurRad="114300" dist="25400" dir="5400000" algn="bl" rotWithShape="0">
              <a:srgbClr val="DFE4EC">
                <a:alpha val="100000"/>
              </a:srgbClr>
            </a:outerShdw>
          </a:effectLst>
        </p:spPr>
      </p:sp>
      <p:sp>
        <p:nvSpPr>
          <p:cNvPr id="197" name="Text 49">
            <a:extLst>
              <a:ext uri="{FF2B5EF4-FFF2-40B4-BE49-F238E27FC236}">
                <a16:creationId xmlns:a16="http://schemas.microsoft.com/office/drawing/2014/main" id="{9DAE153B-6929-7CFC-7C5D-2F0857629ECA}"/>
              </a:ext>
            </a:extLst>
          </p:cNvPr>
          <p:cNvSpPr/>
          <p:nvPr/>
        </p:nvSpPr>
        <p:spPr>
          <a:xfrm>
            <a:off x="8311879" y="1819635"/>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SCHRITT 8 VON 8</a:t>
            </a:r>
            <a:endParaRPr lang="en-US" sz="1200" dirty="0"/>
          </a:p>
        </p:txBody>
      </p:sp>
      <p:sp>
        <p:nvSpPr>
          <p:cNvPr id="198" name="Text 50">
            <a:extLst>
              <a:ext uri="{FF2B5EF4-FFF2-40B4-BE49-F238E27FC236}">
                <a16:creationId xmlns:a16="http://schemas.microsoft.com/office/drawing/2014/main" id="{6BA9D5A9-C813-6059-1BBF-20E78CD30F60}"/>
              </a:ext>
            </a:extLst>
          </p:cNvPr>
          <p:cNvSpPr/>
          <p:nvPr/>
        </p:nvSpPr>
        <p:spPr>
          <a:xfrm>
            <a:off x="8311879" y="2159825"/>
            <a:ext cx="2891116" cy="512849"/>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Vom flüchtigen RAM auf die SSD</a:t>
            </a:r>
            <a:endParaRPr lang="en-US" sz="1600" dirty="0"/>
          </a:p>
        </p:txBody>
      </p:sp>
      <p:sp>
        <p:nvSpPr>
          <p:cNvPr id="199" name="Text 51">
            <a:extLst>
              <a:ext uri="{FF2B5EF4-FFF2-40B4-BE49-F238E27FC236}">
                <a16:creationId xmlns:a16="http://schemas.microsoft.com/office/drawing/2014/main" id="{65A1579A-2812-6B0A-7FFF-490A8B081C3B}"/>
              </a:ext>
            </a:extLst>
          </p:cNvPr>
          <p:cNvSpPr/>
          <p:nvPr/>
        </p:nvSpPr>
        <p:spPr>
          <a:xfrm>
            <a:off x="8404335" y="2774200"/>
            <a:ext cx="2791040" cy="1518298"/>
          </a:xfrm>
          <a:prstGeom prst="rect">
            <a:avLst/>
          </a:prstGeom>
          <a:noFill/>
          <a:ln/>
        </p:spPr>
        <p:txBody>
          <a:bodyPr wrap="square" lIns="0" tIns="0" rIns="0" bIns="0" rtlCol="0" anchor="t">
            <a:normAutofit/>
          </a:bodyPr>
          <a:lstStyle/>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bisher liegt der Text nur im RAM</a:t>
            </a:r>
            <a:endParaRPr lang="en-US" sz="1200" dirty="0"/>
          </a:p>
          <a:p>
            <a:pPr marL="161544" indent="-161544" algn="l">
              <a:lnSpc>
                <a:spcPts val="1680"/>
              </a:lnSpc>
              <a:buSzPct val="100000"/>
              <a:buChar char="•"/>
            </a:pPr>
            <a:r>
              <a:rPr lang="en-US" sz="1200" dirty="0">
                <a:solidFill>
                  <a:srgbClr val="3D4656"/>
                </a:solidFill>
                <a:latin typeface="Open Sans" pitchFamily="34" charset="0"/>
                <a:ea typeface="Open Sans" pitchFamily="34" charset="-122"/>
                <a:cs typeface="Open Sans" pitchFamily="34" charset="-120"/>
              </a:rPr>
              <a:t>Strg + S: CPU liest das Dokument aus dem RAM</a:t>
            </a:r>
            <a:r>
              <a:rPr lang="en-US" sz="1200" dirty="0"/>
              <a:t> </a:t>
            </a:r>
            <a:r>
              <a:rPr lang="en-US" sz="1200" dirty="0">
                <a:solidFill>
                  <a:srgbClr val="3D4656"/>
                </a:solidFill>
                <a:latin typeface="Open Sans" pitchFamily="34" charset="0"/>
                <a:ea typeface="Open Sans" pitchFamily="34" charset="-122"/>
                <a:cs typeface="Open Sans" pitchFamily="34" charset="-120"/>
              </a:rPr>
              <a:t>und schreibt es auf die SSD</a:t>
            </a:r>
            <a:endParaRPr lang="en-US" sz="1200" dirty="0"/>
          </a:p>
        </p:txBody>
      </p:sp>
      <p:sp>
        <p:nvSpPr>
          <p:cNvPr id="200" name="Shape 52">
            <a:extLst>
              <a:ext uri="{FF2B5EF4-FFF2-40B4-BE49-F238E27FC236}">
                <a16:creationId xmlns:a16="http://schemas.microsoft.com/office/drawing/2014/main" id="{174C8724-C4A5-C738-8438-4102231CA163}"/>
              </a:ext>
            </a:extLst>
          </p:cNvPr>
          <p:cNvSpPr/>
          <p:nvPr/>
        </p:nvSpPr>
        <p:spPr>
          <a:xfrm>
            <a:off x="8311879" y="5131705"/>
            <a:ext cx="2806908" cy="0"/>
          </a:xfrm>
          <a:prstGeom prst="line">
            <a:avLst/>
          </a:prstGeom>
          <a:noFill/>
          <a:ln w="6350">
            <a:solidFill>
              <a:srgbClr val="E3E7EE"/>
            </a:solidFill>
            <a:prstDash val="solid"/>
          </a:ln>
        </p:spPr>
      </p:sp>
      <p:sp>
        <p:nvSpPr>
          <p:cNvPr id="201" name="Text 53">
            <a:extLst>
              <a:ext uri="{FF2B5EF4-FFF2-40B4-BE49-F238E27FC236}">
                <a16:creationId xmlns:a16="http://schemas.microsoft.com/office/drawing/2014/main" id="{BDBE0CEA-F5E4-313F-429F-F9ECCE4DE750}"/>
              </a:ext>
            </a:extLst>
          </p:cNvPr>
          <p:cNvSpPr/>
          <p:nvPr/>
        </p:nvSpPr>
        <p:spPr>
          <a:xfrm>
            <a:off x="8311879" y="5261738"/>
            <a:ext cx="2891116"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475"/>
                </a:solidFill>
                <a:latin typeface="Open Sans" pitchFamily="34" charset="0"/>
                <a:ea typeface="Open Sans" pitchFamily="34" charset="-122"/>
                <a:cs typeface="Open Sans" pitchFamily="34" charset="-120"/>
              </a:rPr>
              <a:t>DATENWEG</a:t>
            </a:r>
            <a:endParaRPr lang="en-US" sz="1200" dirty="0"/>
          </a:p>
        </p:txBody>
      </p:sp>
      <p:sp>
        <p:nvSpPr>
          <p:cNvPr id="202" name="Text 54">
            <a:extLst>
              <a:ext uri="{FF2B5EF4-FFF2-40B4-BE49-F238E27FC236}">
                <a16:creationId xmlns:a16="http://schemas.microsoft.com/office/drawing/2014/main" id="{66C0564C-EF3A-01B0-FA7B-6CBA6941031F}"/>
              </a:ext>
            </a:extLst>
          </p:cNvPr>
          <p:cNvSpPr/>
          <p:nvPr/>
        </p:nvSpPr>
        <p:spPr>
          <a:xfrm>
            <a:off x="8311879" y="5513028"/>
            <a:ext cx="2891116" cy="25655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6213E"/>
                </a:solidFill>
                <a:latin typeface="Open Sans" pitchFamily="34" charset="0"/>
                <a:ea typeface="Open Sans" pitchFamily="34" charset="-122"/>
                <a:cs typeface="Open Sans" pitchFamily="34" charset="-120"/>
              </a:rPr>
              <a:t>RAM → CPU → SSD</a:t>
            </a:r>
            <a:endParaRPr lang="en-US" sz="1400" dirty="0"/>
          </a:p>
        </p:txBody>
      </p:sp>
      <p:sp>
        <p:nvSpPr>
          <p:cNvPr id="203" name="Shape 27">
            <a:extLst>
              <a:ext uri="{FF2B5EF4-FFF2-40B4-BE49-F238E27FC236}">
                <a16:creationId xmlns:a16="http://schemas.microsoft.com/office/drawing/2014/main" id="{443A21F0-DA41-5C92-F16E-CF0FCEE105A7}"/>
              </a:ext>
            </a:extLst>
          </p:cNvPr>
          <p:cNvSpPr/>
          <p:nvPr/>
        </p:nvSpPr>
        <p:spPr>
          <a:xfrm>
            <a:off x="8139165" y="3808280"/>
            <a:ext cx="3176387" cy="1160912"/>
          </a:xfrm>
          <a:prstGeom prst="roundRect">
            <a:avLst>
              <a:gd name="adj" fmla="val 6979"/>
            </a:avLst>
          </a:prstGeom>
          <a:solidFill>
            <a:schemeClr val="bg1">
              <a:lumMod val="85000"/>
            </a:schemeClr>
          </a:solidFill>
          <a:ln w="6350">
            <a:solidFill>
              <a:srgbClr val="E3E7EE"/>
            </a:solidFill>
            <a:prstDash val="solid"/>
          </a:ln>
          <a:effectLst>
            <a:outerShdw blurRad="114300" dist="25400" dir="5400000" algn="bl" rotWithShape="0">
              <a:srgbClr val="DFE4EC">
                <a:alpha val="100000"/>
              </a:srgbClr>
            </a:outerShdw>
          </a:effectLst>
        </p:spPr>
      </p:sp>
      <p:sp>
        <p:nvSpPr>
          <p:cNvPr id="204" name="Shape 28">
            <a:extLst>
              <a:ext uri="{FF2B5EF4-FFF2-40B4-BE49-F238E27FC236}">
                <a16:creationId xmlns:a16="http://schemas.microsoft.com/office/drawing/2014/main" id="{37648692-5DF4-831F-A925-F872B4E6C36B}"/>
              </a:ext>
            </a:extLst>
          </p:cNvPr>
          <p:cNvSpPr/>
          <p:nvPr/>
        </p:nvSpPr>
        <p:spPr>
          <a:xfrm>
            <a:off x="8345819" y="3932848"/>
            <a:ext cx="355517" cy="355517"/>
          </a:xfrm>
          <a:prstGeom prst="roundRect">
            <a:avLst>
              <a:gd name="adj" fmla="val 50000"/>
            </a:avLst>
          </a:prstGeom>
          <a:solidFill>
            <a:srgbClr val="16213E"/>
          </a:solidFill>
          <a:ln/>
        </p:spPr>
      </p:sp>
      <p:pic>
        <p:nvPicPr>
          <p:cNvPr id="205" name="Image 5" descr="preencoded.png">
            <a:extLst>
              <a:ext uri="{FF2B5EF4-FFF2-40B4-BE49-F238E27FC236}">
                <a16:creationId xmlns:a16="http://schemas.microsoft.com/office/drawing/2014/main" id="{9AD8BD4C-0F47-D222-27AC-5D40DB6E9EFB}"/>
              </a:ext>
            </a:extLst>
          </p:cNvPr>
          <p:cNvPicPr>
            <a:picLocks noChangeAspect="1"/>
          </p:cNvPicPr>
          <p:nvPr/>
        </p:nvPicPr>
        <p:blipFill>
          <a:blip r:embed="rId22"/>
          <a:srcRect/>
          <a:stretch/>
        </p:blipFill>
        <p:spPr>
          <a:xfrm>
            <a:off x="8428338" y="4015367"/>
            <a:ext cx="190480" cy="190480"/>
          </a:xfrm>
          <a:prstGeom prst="rect">
            <a:avLst/>
          </a:prstGeom>
        </p:spPr>
      </p:pic>
      <p:sp>
        <p:nvSpPr>
          <p:cNvPr id="206" name="Text 29">
            <a:extLst>
              <a:ext uri="{FF2B5EF4-FFF2-40B4-BE49-F238E27FC236}">
                <a16:creationId xmlns:a16="http://schemas.microsoft.com/office/drawing/2014/main" id="{49C9138A-DA7D-0E14-339D-528C0A6D2452}"/>
              </a:ext>
            </a:extLst>
          </p:cNvPr>
          <p:cNvSpPr/>
          <p:nvPr/>
        </p:nvSpPr>
        <p:spPr>
          <a:xfrm>
            <a:off x="8828259" y="3875772"/>
            <a:ext cx="696017" cy="26912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13E"/>
                </a:solidFill>
                <a:latin typeface="Open Sans" pitchFamily="34" charset="0"/>
                <a:ea typeface="Open Sans" pitchFamily="34" charset="-122"/>
                <a:cs typeface="Open Sans" pitchFamily="34" charset="-120"/>
              </a:rPr>
              <a:t>SSD</a:t>
            </a:r>
            <a:endParaRPr lang="en-US" sz="1600" dirty="0"/>
          </a:p>
        </p:txBody>
      </p:sp>
      <p:sp>
        <p:nvSpPr>
          <p:cNvPr id="207" name="Text 30">
            <a:extLst>
              <a:ext uri="{FF2B5EF4-FFF2-40B4-BE49-F238E27FC236}">
                <a16:creationId xmlns:a16="http://schemas.microsoft.com/office/drawing/2014/main" id="{9FAE1BE7-2B2B-F065-7705-744C839B04D4}"/>
              </a:ext>
            </a:extLst>
          </p:cNvPr>
          <p:cNvSpPr/>
          <p:nvPr/>
        </p:nvSpPr>
        <p:spPr>
          <a:xfrm>
            <a:off x="8828259" y="4132170"/>
            <a:ext cx="774260" cy="23867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25F0C"/>
                </a:solidFill>
                <a:latin typeface="Open Sans" pitchFamily="34" charset="0"/>
                <a:ea typeface="Open Sans" pitchFamily="34" charset="-122"/>
                <a:cs typeface="Open Sans" pitchFamily="34" charset="-120"/>
              </a:rPr>
              <a:t>ARCHIV</a:t>
            </a:r>
            <a:endParaRPr lang="en-US" sz="1200" dirty="0"/>
          </a:p>
        </p:txBody>
      </p:sp>
      <p:sp>
        <p:nvSpPr>
          <p:cNvPr id="208" name="Text 31">
            <a:extLst>
              <a:ext uri="{FF2B5EF4-FFF2-40B4-BE49-F238E27FC236}">
                <a16:creationId xmlns:a16="http://schemas.microsoft.com/office/drawing/2014/main" id="{A7E7F9A3-5FA3-8F0F-EF3F-8BDE039AF68F}"/>
              </a:ext>
            </a:extLst>
          </p:cNvPr>
          <p:cNvSpPr/>
          <p:nvPr/>
        </p:nvSpPr>
        <p:spPr>
          <a:xfrm>
            <a:off x="8345819" y="4447018"/>
            <a:ext cx="3004441" cy="4519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656"/>
                </a:solidFill>
                <a:latin typeface="Open Sans" pitchFamily="34" charset="0"/>
                <a:ea typeface="Open Sans" pitchFamily="34" charset="-122"/>
                <a:cs typeface="Open Sans" pitchFamily="34" charset="-120"/>
              </a:rPr>
              <a:t>Speichert Dateien und Betriebssystem dauerhaft.</a:t>
            </a:r>
            <a:endParaRPr lang="en-US" sz="1200" dirty="0"/>
          </a:p>
        </p:txBody>
      </p:sp>
    </p:spTree>
    <p:extLst>
      <p:ext uri="{BB962C8B-B14F-4D97-AF65-F5344CB8AC3E}">
        <p14:creationId xmlns:p14="http://schemas.microsoft.com/office/powerpoint/2010/main" val="1308354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Textfeld 232"/>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a:solidFill>
                  <a:srgbClr val="000000"/>
                </a:solidFill>
                <a:latin typeface="Noto Sans"/>
              </a:rPr>
              <a:t>Was </a:t>
            </a:r>
            <a:r>
              <a:rPr lang="en-US" sz="3190" b="1" strike="noStrike" spc="-1" dirty="0" err="1">
                <a:solidFill>
                  <a:srgbClr val="000000"/>
                </a:solidFill>
                <a:latin typeface="Noto Sans"/>
              </a:rPr>
              <a:t>kann</a:t>
            </a:r>
            <a:r>
              <a:rPr lang="en-US" sz="3190" b="1" strike="noStrike" spc="-1" dirty="0">
                <a:solidFill>
                  <a:srgbClr val="000000"/>
                </a:solidFill>
                <a:latin typeface="Noto Sans"/>
              </a:rPr>
              <a:t> </a:t>
            </a:r>
            <a:r>
              <a:rPr lang="en-US" sz="3190" b="1" strike="noStrike" spc="-1" dirty="0" err="1">
                <a:solidFill>
                  <a:srgbClr val="000000"/>
                </a:solidFill>
                <a:latin typeface="Noto Sans"/>
              </a:rPr>
              <a:t>Ihr</a:t>
            </a:r>
            <a:r>
              <a:rPr lang="en-US" sz="3190" b="1" strike="noStrike" spc="-1" dirty="0">
                <a:solidFill>
                  <a:srgbClr val="000000"/>
                </a:solidFill>
                <a:latin typeface="Noto Sans"/>
              </a:rPr>
              <a:t> PC?</a:t>
            </a:r>
            <a:endParaRPr lang="en-US" sz="3190" b="0" strike="noStrike" spc="-1" dirty="0">
              <a:solidFill>
                <a:srgbClr val="000000"/>
              </a:solidFill>
              <a:latin typeface="Arial"/>
            </a:endParaRPr>
          </a:p>
        </p:txBody>
      </p:sp>
      <p:sp>
        <p:nvSpPr>
          <p:cNvPr id="234" name="Textfeld 233"/>
          <p:cNvSpPr txBox="1"/>
          <p:nvPr/>
        </p:nvSpPr>
        <p:spPr>
          <a:xfrm>
            <a:off x="762120" y="1318320"/>
            <a:ext cx="10668240" cy="228600"/>
          </a:xfrm>
          <a:prstGeom prst="rect">
            <a:avLst/>
          </a:prstGeom>
          <a:noFill/>
          <a:ln w="0">
            <a:noFill/>
          </a:ln>
        </p:spPr>
        <p:txBody>
          <a:bodyPr lIns="0" tIns="0" rIns="0" bIns="0" anchor="t">
            <a:noAutofit/>
          </a:bodyPr>
          <a:lstStyle/>
          <a:p>
            <a:r>
              <a:rPr lang="en-US" sz="1130" b="1" strike="noStrike" spc="-1" dirty="0">
                <a:solidFill>
                  <a:srgbClr val="004899"/>
                </a:solidFill>
                <a:latin typeface="Noto Sans"/>
              </a:rPr>
              <a:t>ÜBUNG · CODIERUNG</a:t>
            </a:r>
            <a:endParaRPr lang="en-US" sz="1130" b="0" strike="noStrike" spc="-1" dirty="0">
              <a:solidFill>
                <a:srgbClr val="000000"/>
              </a:solidFill>
              <a:latin typeface="Arial"/>
            </a:endParaRPr>
          </a:p>
        </p:txBody>
      </p:sp>
      <p:sp>
        <p:nvSpPr>
          <p:cNvPr id="235" name="Textfeld 234"/>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236" name="Textfeld 235"/>
          <p:cNvSpPr txBox="1"/>
          <p:nvPr/>
        </p:nvSpPr>
        <p:spPr>
          <a:xfrm>
            <a:off x="11521440" y="6477120"/>
            <a:ext cx="320040" cy="190440"/>
          </a:xfrm>
          <a:prstGeom prst="rect">
            <a:avLst/>
          </a:prstGeom>
          <a:noFill/>
          <a:ln w="0">
            <a:noFill/>
          </a:ln>
        </p:spPr>
        <p:txBody>
          <a:bodyPr lIns="0" tIns="0" rIns="0" bIns="0" anchor="t">
            <a:noAutofit/>
          </a:bodyPr>
          <a:lstStyle/>
          <a:p>
            <a:pPr algn="ctr"/>
            <a:r>
              <a:rPr lang="en-US" sz="939" b="0" strike="noStrike" spc="-1">
                <a:solidFill>
                  <a:srgbClr val="000000"/>
                </a:solidFill>
                <a:latin typeface="Noto Sans"/>
              </a:rPr>
              <a:t>12</a:t>
            </a:r>
            <a:endParaRPr lang="en-US" sz="939" b="0" strike="noStrike" spc="-1">
              <a:solidFill>
                <a:srgbClr val="000000"/>
              </a:solidFill>
              <a:latin typeface="Arial"/>
            </a:endParaRPr>
          </a:p>
        </p:txBody>
      </p:sp>
      <p:sp>
        <p:nvSpPr>
          <p:cNvPr id="3" name="Textfeld 2">
            <a:extLst>
              <a:ext uri="{FF2B5EF4-FFF2-40B4-BE49-F238E27FC236}">
                <a16:creationId xmlns:a16="http://schemas.microsoft.com/office/drawing/2014/main" id="{F2B1432E-8C8C-A8E1-EC68-D2F1308D05F0}"/>
              </a:ext>
            </a:extLst>
          </p:cNvPr>
          <p:cNvSpPr txBox="1"/>
          <p:nvPr/>
        </p:nvSpPr>
        <p:spPr>
          <a:xfrm>
            <a:off x="10024208" y="-37506"/>
            <a:ext cx="1817272" cy="954107"/>
          </a:xfrm>
          <a:prstGeom prst="rect">
            <a:avLst/>
          </a:prstGeom>
          <a:noFill/>
        </p:spPr>
        <p:txBody>
          <a:bodyPr wrap="square">
            <a:spAutoFit/>
          </a:bodyPr>
          <a:lstStyle/>
          <a:p>
            <a:pPr marL="473075" lvl="1" indent="0">
              <a:buNone/>
            </a:pPr>
            <a:endParaRPr lang="de-DE" sz="2000" dirty="0"/>
          </a:p>
          <a:p>
            <a:pPr lvl="0">
              <a:buFont typeface="Wingdings" pitchFamily="2" charset="2"/>
              <a:buChar char="6"/>
            </a:pPr>
            <a:r>
              <a:rPr lang="de-DE" sz="3600" dirty="0">
                <a:solidFill>
                  <a:schemeClr val="accent1"/>
                </a:solidFill>
                <a:sym typeface="Wingdings" pitchFamily="2" charset="2"/>
              </a:rPr>
              <a:t> </a:t>
            </a:r>
            <a:r>
              <a:rPr lang="de-DE" sz="3200" dirty="0">
                <a:solidFill>
                  <a:schemeClr val="accent1"/>
                </a:solidFill>
                <a:sym typeface="Wingdings" pitchFamily="2" charset="2"/>
              </a:rPr>
              <a:t>5 min</a:t>
            </a:r>
            <a:endParaRPr lang="de-DE" sz="3200" dirty="0">
              <a:solidFill>
                <a:schemeClr val="accent1"/>
              </a:solidFill>
            </a:endParaRPr>
          </a:p>
        </p:txBody>
      </p:sp>
      <p:sp>
        <p:nvSpPr>
          <p:cNvPr id="4" name="Textfeld 3">
            <a:extLst>
              <a:ext uri="{FF2B5EF4-FFF2-40B4-BE49-F238E27FC236}">
                <a16:creationId xmlns:a16="http://schemas.microsoft.com/office/drawing/2014/main" id="{EBB1501E-BE00-5229-6174-10D9CE8EA68E}"/>
              </a:ext>
            </a:extLst>
          </p:cNvPr>
          <p:cNvSpPr txBox="1"/>
          <p:nvPr/>
        </p:nvSpPr>
        <p:spPr>
          <a:xfrm>
            <a:off x="762120" y="2037877"/>
            <a:ext cx="10885929" cy="1569660"/>
          </a:xfrm>
          <a:prstGeom prst="rect">
            <a:avLst/>
          </a:prstGeom>
          <a:noFill/>
        </p:spPr>
        <p:txBody>
          <a:bodyPr wrap="square" rtlCol="0">
            <a:spAutoFit/>
          </a:bodyPr>
          <a:lstStyle/>
          <a:p>
            <a:pPr algn="l">
              <a:buFont typeface="+mj-lt"/>
              <a:buAutoNum type="arabicPeriod"/>
            </a:pPr>
            <a:r>
              <a:rPr lang="de-DE" sz="2400" b="0" i="0" dirty="0">
                <a:solidFill>
                  <a:srgbClr val="3D4144"/>
                </a:solidFill>
                <a:effectLst/>
                <a:latin typeface="-apple-system"/>
              </a:rPr>
              <a:t> Rufen Sie den Taskmanager mittels </a:t>
            </a:r>
            <a:r>
              <a:rPr lang="de-DE" sz="2400" b="0" i="0" dirty="0" err="1">
                <a:solidFill>
                  <a:srgbClr val="3D4144"/>
                </a:solidFill>
                <a:effectLst/>
                <a:latin typeface="-apple-system"/>
              </a:rPr>
              <a:t>shortcut</a:t>
            </a:r>
            <a:r>
              <a:rPr lang="de-DE" sz="2400" b="0" i="0" dirty="0">
                <a:solidFill>
                  <a:srgbClr val="3D4144"/>
                </a:solidFill>
                <a:effectLst/>
                <a:latin typeface="-apple-system"/>
              </a:rPr>
              <a:t> (STR + ALT + ENTF) auf</a:t>
            </a:r>
          </a:p>
          <a:p>
            <a:pPr algn="l">
              <a:buFont typeface="+mj-lt"/>
              <a:buAutoNum type="arabicPeriod"/>
            </a:pPr>
            <a:r>
              <a:rPr lang="de-DE" sz="2400" b="0" i="0" dirty="0">
                <a:solidFill>
                  <a:srgbClr val="3D4144"/>
                </a:solidFill>
                <a:effectLst/>
                <a:latin typeface="-apple-system"/>
              </a:rPr>
              <a:t> Welcher Prozess benutzt gerade am meisten Arbeitsspeicher?</a:t>
            </a:r>
          </a:p>
          <a:p>
            <a:pPr algn="l">
              <a:buFont typeface="+mj-lt"/>
              <a:buAutoNum type="arabicPeriod"/>
            </a:pPr>
            <a:r>
              <a:rPr lang="de-DE" sz="2400" b="0" i="0" dirty="0">
                <a:solidFill>
                  <a:srgbClr val="3D4144"/>
                </a:solidFill>
                <a:effectLst/>
                <a:latin typeface="-apple-system"/>
              </a:rPr>
              <a:t> Finden Sie unter "Leistung" heraus, wie viele Kerne Ihr PC hat und wie groß der Arbeitsspeicher ist</a:t>
            </a:r>
          </a:p>
        </p:txBody>
      </p:sp>
    </p:spTree>
    <p:extLst>
      <p:ext uri="{BB962C8B-B14F-4D97-AF65-F5344CB8AC3E}">
        <p14:creationId xmlns:p14="http://schemas.microsoft.com/office/powerpoint/2010/main" val="1864470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41B04965-35BD-09C1-C0D0-E59E606B45E9}"/>
              </a:ext>
            </a:extLst>
          </p:cNvPr>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Laufwerke</a:t>
            </a:r>
            <a:endParaRPr lang="en-US" sz="3190" b="0" strike="noStrike" spc="-1" dirty="0">
              <a:solidFill>
                <a:srgbClr val="000000"/>
              </a:solidFill>
              <a:latin typeface="Arial"/>
            </a:endParaRPr>
          </a:p>
        </p:txBody>
      </p:sp>
      <p:sp>
        <p:nvSpPr>
          <p:cNvPr id="5" name="Textfeld 4">
            <a:extLst>
              <a:ext uri="{FF2B5EF4-FFF2-40B4-BE49-F238E27FC236}">
                <a16:creationId xmlns:a16="http://schemas.microsoft.com/office/drawing/2014/main" id="{2EF89C34-A485-EBA1-CC70-98EA8D401A58}"/>
              </a:ext>
            </a:extLst>
          </p:cNvPr>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6" name="Textfeld 5">
            <a:extLst>
              <a:ext uri="{FF2B5EF4-FFF2-40B4-BE49-F238E27FC236}">
                <a16:creationId xmlns:a16="http://schemas.microsoft.com/office/drawing/2014/main" id="{A9DA268F-1A2F-C094-ECEA-BC24C19A2934}"/>
              </a:ext>
            </a:extLst>
          </p:cNvPr>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24</a:t>
            </a:fld>
            <a:endParaRPr lang="en-US" sz="939" b="0" strike="noStrike" spc="-1">
              <a:solidFill>
                <a:srgbClr val="000000"/>
              </a:solidFill>
              <a:latin typeface="Arial"/>
            </a:endParaRPr>
          </a:p>
        </p:txBody>
      </p:sp>
      <p:sp>
        <p:nvSpPr>
          <p:cNvPr id="904" name="Kicker"/>
          <p:cNvSpPr txBox="1"/>
          <p:nvPr/>
        </p:nvSpPr>
        <p:spPr>
          <a:xfrm>
            <a:off x="762120" y="1318320"/>
            <a:ext cx="10668240" cy="228600"/>
          </a:xfrm>
          <a:prstGeom prst="rect">
            <a:avLst/>
          </a:prstGeom>
          <a:noFill/>
        </p:spPr>
        <p:txBody>
          <a:bodyPr lIns="0" tIns="0" rIns="0" bIns="0" anchor="t">
            <a:noAutofit/>
          </a:bodyPr>
          <a:lstStyle/>
          <a:p>
            <a:r>
              <a:rPr lang="de-DE" sz="1130" b="1" dirty="0">
                <a:solidFill>
                  <a:srgbClr val="004899"/>
                </a:solidFill>
                <a:latin typeface="Noto Sans"/>
                <a:cs typeface="Noto Sans"/>
              </a:rPr>
              <a:t>UNIT 01 · LAUFWERKE</a:t>
            </a:r>
          </a:p>
        </p:txBody>
      </p:sp>
      <p:sp>
        <p:nvSpPr>
          <p:cNvPr id="907" name="Leitfrage"/>
          <p:cNvSpPr/>
          <p:nvPr/>
        </p:nvSpPr>
        <p:spPr>
          <a:xfrm>
            <a:off x="3881292" y="182176"/>
            <a:ext cx="8118450" cy="672791"/>
          </a:xfrm>
          <a:prstGeom prst="rect">
            <a:avLst/>
          </a:prstGeom>
          <a:solidFill>
            <a:srgbClr val="EAF5F7"/>
          </a:solidFill>
          <a:ln>
            <a:noFill/>
          </a:ln>
        </p:spPr>
        <p:txBody>
          <a:bodyPr lIns="190440" tIns="0" rIns="90000" bIns="0" anchor="ctr">
            <a:noAutofit/>
          </a:bodyPr>
          <a:lstStyle/>
          <a:p>
            <a:pPr marL="0" indent="0" algn="l">
              <a:buNone/>
            </a:pPr>
            <a:r>
              <a:rPr lang="de-DE" sz="2350" b="1" dirty="0">
                <a:solidFill>
                  <a:srgbClr val="004899"/>
                </a:solidFill>
                <a:latin typeface="Noto Sans"/>
                <a:cs typeface="Noto Sans"/>
              </a:rPr>
              <a:t>Wo werden Daten dauerhaft gespeichert?</a:t>
            </a:r>
          </a:p>
        </p:txBody>
      </p:sp>
      <p:sp>
        <p:nvSpPr>
          <p:cNvPr id="908" name="Intro"/>
          <p:cNvSpPr txBox="1"/>
          <p:nvPr/>
        </p:nvSpPr>
        <p:spPr>
          <a:xfrm>
            <a:off x="762120" y="1800000"/>
            <a:ext cx="10668240" cy="700000"/>
          </a:xfrm>
          <a:prstGeom prst="rect">
            <a:avLst/>
          </a:prstGeom>
          <a:noFill/>
        </p:spPr>
        <p:txBody>
          <a:bodyPr wrap="square" lIns="0" tIns="0" rIns="0" bIns="0" anchor="t">
            <a:noAutofit/>
          </a:bodyPr>
          <a:lstStyle/>
          <a:p>
            <a:pPr marL="0" indent="0" algn="l">
              <a:spcAft>
                <a:spcPts val="400"/>
              </a:spcAft>
              <a:buNone/>
            </a:pPr>
            <a:r>
              <a:rPr lang="de-DE" sz="1800" b="0" dirty="0">
                <a:solidFill>
                  <a:srgbClr val="000000"/>
                </a:solidFill>
                <a:latin typeface="Noto Sans"/>
                <a:cs typeface="Noto Sans"/>
              </a:rPr>
              <a:t>Ein Laufwerk ist ein Speicherort, den das Betriebssystem unter einer Kennung anzeigt.</a:t>
            </a:r>
          </a:p>
          <a:p>
            <a:pPr marL="0" indent="0" algn="l">
              <a:buNone/>
            </a:pPr>
            <a:r>
              <a:rPr lang="de-DE" sz="1400" b="0" dirty="0">
                <a:solidFill>
                  <a:srgbClr val="414141"/>
                </a:solidFill>
                <a:latin typeface="Noto Sans"/>
                <a:cs typeface="Noto Sans"/>
              </a:rPr>
              <a:t>Unter Windows ist das ein Buchstabe (C:, H: …), unter macOS und Linux ein Ordner im Verzeichnisbaum.</a:t>
            </a:r>
          </a:p>
        </p:txBody>
      </p:sp>
      <p:sp>
        <p:nvSpPr>
          <p:cNvPr id="909" name="Karte C:"/>
          <p:cNvSpPr/>
          <p:nvPr/>
        </p:nvSpPr>
        <p:spPr>
          <a:xfrm>
            <a:off x="822260" y="2850000"/>
            <a:ext cx="3376125" cy="2150000"/>
          </a:xfrm>
          <a:prstGeom prst="roundRect">
            <a:avLst>
              <a:gd name="adj" fmla="val 5976"/>
            </a:avLst>
          </a:prstGeom>
          <a:solidFill>
            <a:srgbClr val="FFFFFF"/>
          </a:solidFill>
          <a:ln w="19050">
            <a:solidFill>
              <a:srgbClr val="2F8A9A"/>
            </a:solidFill>
          </a:ln>
        </p:spPr>
        <p:txBody>
          <a:bodyPr lIns="0" tIns="0" rIns="0" bIns="0" anchor="ctr">
            <a:noAutofit/>
          </a:bodyPr>
          <a:lstStyle/>
          <a:p>
            <a:endParaRPr lang="de-DE"/>
          </a:p>
        </p:txBody>
      </p:sp>
      <p:sp>
        <p:nvSpPr>
          <p:cNvPr id="910" name="Kennung C:"/>
          <p:cNvSpPr txBox="1"/>
          <p:nvPr/>
        </p:nvSpPr>
        <p:spPr>
          <a:xfrm>
            <a:off x="1032260" y="3020000"/>
            <a:ext cx="1000000" cy="560000"/>
          </a:xfrm>
          <a:prstGeom prst="rect">
            <a:avLst/>
          </a:prstGeom>
          <a:noFill/>
        </p:spPr>
        <p:txBody>
          <a:bodyPr wrap="square" lIns="0" tIns="0" rIns="0" bIns="0" anchor="t">
            <a:noAutofit/>
          </a:bodyPr>
          <a:lstStyle/>
          <a:p>
            <a:pPr marL="0" indent="0" algn="l">
              <a:buNone/>
            </a:pPr>
            <a:r>
              <a:rPr lang="de-DE" sz="3200" b="1" dirty="0">
                <a:solidFill>
                  <a:srgbClr val="004899"/>
                </a:solidFill>
                <a:latin typeface="Noto Sans"/>
                <a:cs typeface="Noto Sans"/>
              </a:rPr>
              <a:t>C:</a:t>
            </a:r>
          </a:p>
        </p:txBody>
      </p:sp>
      <p:sp>
        <p:nvSpPr>
          <p:cNvPr id="911" name="Titel C:"/>
          <p:cNvSpPr txBox="1"/>
          <p:nvPr/>
        </p:nvSpPr>
        <p:spPr>
          <a:xfrm>
            <a:off x="1032260" y="3610000"/>
            <a:ext cx="2956125" cy="300000"/>
          </a:xfrm>
          <a:prstGeom prst="rect">
            <a:avLst/>
          </a:prstGeom>
          <a:noFill/>
        </p:spPr>
        <p:txBody>
          <a:bodyPr wrap="square" lIns="0" tIns="0" rIns="0" bIns="0" anchor="t">
            <a:noAutofit/>
          </a:bodyPr>
          <a:lstStyle/>
          <a:p>
            <a:pPr marL="0" indent="0" algn="l">
              <a:buNone/>
            </a:pPr>
            <a:r>
              <a:rPr lang="de-DE" sz="1400" b="1" dirty="0">
                <a:solidFill>
                  <a:srgbClr val="000000"/>
                </a:solidFill>
                <a:latin typeface="Noto Sans"/>
                <a:cs typeface="Noto Sans"/>
              </a:rPr>
              <a:t>Lokales Laufwerk</a:t>
            </a:r>
          </a:p>
        </p:txBody>
      </p:sp>
      <p:sp>
        <p:nvSpPr>
          <p:cNvPr id="912" name="Text C:"/>
          <p:cNvSpPr txBox="1"/>
          <p:nvPr/>
        </p:nvSpPr>
        <p:spPr>
          <a:xfrm>
            <a:off x="1032260" y="3970000"/>
            <a:ext cx="2956125" cy="900000"/>
          </a:xfrm>
          <a:prstGeom prst="rect">
            <a:avLst/>
          </a:prstGeom>
          <a:noFill/>
        </p:spPr>
        <p:txBody>
          <a:bodyPr wrap="square" lIns="0" tIns="0" rIns="0" bIns="0" anchor="t">
            <a:noAutofit/>
          </a:bodyPr>
          <a:lstStyle/>
          <a:p>
            <a:pPr marL="171450" indent="-171450" algn="l">
              <a:spcAft>
                <a:spcPts val="300"/>
              </a:spcAft>
              <a:buFont typeface="Arial"/>
              <a:buChar char="•"/>
            </a:pPr>
            <a:r>
              <a:rPr lang="de-DE" sz="1200" b="0" dirty="0">
                <a:solidFill>
                  <a:srgbClr val="414141"/>
                </a:solidFill>
                <a:latin typeface="Noto Sans"/>
                <a:cs typeface="Noto Sans"/>
              </a:rPr>
              <a:t>SSD oder HDD im eigenen Rechner</a:t>
            </a:r>
          </a:p>
          <a:p>
            <a:pPr marL="171450" indent="-171450" algn="l">
              <a:spcAft>
                <a:spcPts val="300"/>
              </a:spcAft>
              <a:buFont typeface="Arial"/>
              <a:buChar char="•"/>
            </a:pPr>
            <a:r>
              <a:rPr lang="de-DE" sz="1200" b="0" dirty="0">
                <a:solidFill>
                  <a:srgbClr val="414141"/>
                </a:solidFill>
                <a:latin typeface="Noto Sans"/>
                <a:cs typeface="Noto Sans"/>
              </a:rPr>
              <a:t>schnell, auch ohne Netz verfügbar</a:t>
            </a:r>
          </a:p>
          <a:p>
            <a:pPr marL="171450" indent="-171450" algn="l">
              <a:spcAft>
                <a:spcPts val="300"/>
              </a:spcAft>
              <a:buFont typeface="Arial"/>
              <a:buChar char="•"/>
            </a:pPr>
            <a:r>
              <a:rPr lang="de-DE" sz="1200" b="0" dirty="0">
                <a:solidFill>
                  <a:srgbClr val="414141"/>
                </a:solidFill>
                <a:latin typeface="Noto Sans"/>
                <a:cs typeface="Noto Sans"/>
              </a:rPr>
              <a:t>nur an diesem Gerät erreichbar</a:t>
            </a:r>
          </a:p>
        </p:txBody>
      </p:sp>
      <p:sp>
        <p:nvSpPr>
          <p:cNvPr id="913" name="Karte H:"/>
          <p:cNvSpPr/>
          <p:nvPr/>
        </p:nvSpPr>
        <p:spPr>
          <a:xfrm>
            <a:off x="4407888" y="2850000"/>
            <a:ext cx="3376125" cy="2150000"/>
          </a:xfrm>
          <a:prstGeom prst="roundRect">
            <a:avLst>
              <a:gd name="adj" fmla="val 5976"/>
            </a:avLst>
          </a:prstGeom>
          <a:solidFill>
            <a:srgbClr val="FFFFFF"/>
          </a:solidFill>
          <a:ln w="19050">
            <a:solidFill>
              <a:srgbClr val="2F8A9A"/>
            </a:solidFill>
          </a:ln>
        </p:spPr>
        <p:txBody>
          <a:bodyPr lIns="0" tIns="0" rIns="0" bIns="0" anchor="ctr">
            <a:noAutofit/>
          </a:bodyPr>
          <a:lstStyle/>
          <a:p>
            <a:endParaRPr lang="de-DE"/>
          </a:p>
        </p:txBody>
      </p:sp>
      <p:sp>
        <p:nvSpPr>
          <p:cNvPr id="914" name="Kennung H:"/>
          <p:cNvSpPr txBox="1"/>
          <p:nvPr/>
        </p:nvSpPr>
        <p:spPr>
          <a:xfrm>
            <a:off x="4617888" y="3020000"/>
            <a:ext cx="1000000" cy="560000"/>
          </a:xfrm>
          <a:prstGeom prst="rect">
            <a:avLst/>
          </a:prstGeom>
          <a:noFill/>
        </p:spPr>
        <p:txBody>
          <a:bodyPr wrap="square" lIns="0" tIns="0" rIns="0" bIns="0" anchor="t">
            <a:noAutofit/>
          </a:bodyPr>
          <a:lstStyle/>
          <a:p>
            <a:pPr marL="0" indent="0" algn="l">
              <a:buNone/>
            </a:pPr>
            <a:r>
              <a:rPr lang="de-DE" sz="3200" b="1" dirty="0">
                <a:solidFill>
                  <a:srgbClr val="004899"/>
                </a:solidFill>
                <a:latin typeface="Noto Sans"/>
                <a:cs typeface="Noto Sans"/>
              </a:rPr>
              <a:t>H:</a:t>
            </a:r>
          </a:p>
        </p:txBody>
      </p:sp>
      <p:sp>
        <p:nvSpPr>
          <p:cNvPr id="915" name="Titel H:"/>
          <p:cNvSpPr txBox="1"/>
          <p:nvPr/>
        </p:nvSpPr>
        <p:spPr>
          <a:xfrm>
            <a:off x="4617888" y="3610000"/>
            <a:ext cx="2956125" cy="300000"/>
          </a:xfrm>
          <a:prstGeom prst="rect">
            <a:avLst/>
          </a:prstGeom>
          <a:noFill/>
        </p:spPr>
        <p:txBody>
          <a:bodyPr wrap="square" lIns="0" tIns="0" rIns="0" bIns="0" anchor="t">
            <a:noAutofit/>
          </a:bodyPr>
          <a:lstStyle/>
          <a:p>
            <a:pPr marL="0" indent="0" algn="l">
              <a:buNone/>
            </a:pPr>
            <a:r>
              <a:rPr lang="de-DE" sz="1400" b="1" dirty="0">
                <a:solidFill>
                  <a:srgbClr val="000000"/>
                </a:solidFill>
                <a:latin typeface="Noto Sans"/>
                <a:cs typeface="Noto Sans"/>
              </a:rPr>
              <a:t>Netzlaufwerk</a:t>
            </a:r>
          </a:p>
        </p:txBody>
      </p:sp>
      <p:sp>
        <p:nvSpPr>
          <p:cNvPr id="916" name="Text H:"/>
          <p:cNvSpPr txBox="1"/>
          <p:nvPr/>
        </p:nvSpPr>
        <p:spPr>
          <a:xfrm>
            <a:off x="4617888" y="3970000"/>
            <a:ext cx="2956125" cy="900000"/>
          </a:xfrm>
          <a:prstGeom prst="rect">
            <a:avLst/>
          </a:prstGeom>
          <a:noFill/>
        </p:spPr>
        <p:txBody>
          <a:bodyPr wrap="square" lIns="0" tIns="0" rIns="0" bIns="0" anchor="t">
            <a:noAutofit/>
          </a:bodyPr>
          <a:lstStyle/>
          <a:p>
            <a:pPr marL="171450" indent="-171450" algn="l">
              <a:spcAft>
                <a:spcPts val="300"/>
              </a:spcAft>
              <a:buFont typeface="Arial"/>
              <a:buChar char="•"/>
            </a:pPr>
            <a:r>
              <a:rPr lang="de-DE" sz="1200" b="0" dirty="0">
                <a:solidFill>
                  <a:srgbClr val="414141"/>
                </a:solidFill>
                <a:latin typeface="Noto Sans"/>
                <a:cs typeface="Noto Sans"/>
              </a:rPr>
              <a:t>Speicherplatz auf einem Uni-Server</a:t>
            </a:r>
          </a:p>
          <a:p>
            <a:pPr marL="171450" indent="-171450" algn="l">
              <a:spcAft>
                <a:spcPts val="300"/>
              </a:spcAft>
              <a:buFont typeface="Arial"/>
              <a:buChar char="•"/>
            </a:pPr>
            <a:r>
              <a:rPr lang="de-DE" sz="1200" b="0" dirty="0">
                <a:solidFill>
                  <a:srgbClr val="414141"/>
                </a:solidFill>
                <a:latin typeface="Noto Sans"/>
                <a:cs typeface="Noto Sans"/>
              </a:rPr>
              <a:t>über das Netzwerk eingebunden</a:t>
            </a:r>
          </a:p>
          <a:p>
            <a:pPr marL="171450" indent="-171450" algn="l">
              <a:spcAft>
                <a:spcPts val="300"/>
              </a:spcAft>
              <a:buFont typeface="Arial"/>
              <a:buChar char="•"/>
            </a:pPr>
            <a:r>
              <a:rPr lang="de-DE" sz="1200" b="0" dirty="0">
                <a:solidFill>
                  <a:srgbClr val="414141"/>
                </a:solidFill>
                <a:latin typeface="Noto Sans"/>
                <a:cs typeface="Noto Sans"/>
              </a:rPr>
              <a:t>von jedem Uni-PC aus erreichbar</a:t>
            </a:r>
          </a:p>
        </p:txBody>
      </p:sp>
      <p:sp>
        <p:nvSpPr>
          <p:cNvPr id="917" name="Karte E:"/>
          <p:cNvSpPr/>
          <p:nvPr/>
        </p:nvSpPr>
        <p:spPr>
          <a:xfrm>
            <a:off x="7996789" y="2850000"/>
            <a:ext cx="3376125" cy="2150000"/>
          </a:xfrm>
          <a:prstGeom prst="roundRect">
            <a:avLst>
              <a:gd name="adj" fmla="val 5976"/>
            </a:avLst>
          </a:prstGeom>
          <a:solidFill>
            <a:srgbClr val="FFFFFF"/>
          </a:solidFill>
          <a:ln w="19050">
            <a:solidFill>
              <a:srgbClr val="2F8A9A"/>
            </a:solidFill>
          </a:ln>
        </p:spPr>
        <p:txBody>
          <a:bodyPr lIns="0" tIns="0" rIns="0" bIns="0" anchor="ctr">
            <a:noAutofit/>
          </a:bodyPr>
          <a:lstStyle/>
          <a:p>
            <a:endParaRPr lang="de-DE"/>
          </a:p>
        </p:txBody>
      </p:sp>
      <p:sp>
        <p:nvSpPr>
          <p:cNvPr id="918" name="Kennung E:"/>
          <p:cNvSpPr txBox="1"/>
          <p:nvPr/>
        </p:nvSpPr>
        <p:spPr>
          <a:xfrm>
            <a:off x="8206789" y="3020000"/>
            <a:ext cx="1000000" cy="560000"/>
          </a:xfrm>
          <a:prstGeom prst="rect">
            <a:avLst/>
          </a:prstGeom>
          <a:noFill/>
        </p:spPr>
        <p:txBody>
          <a:bodyPr wrap="square" lIns="0" tIns="0" rIns="0" bIns="0" anchor="t">
            <a:noAutofit/>
          </a:bodyPr>
          <a:lstStyle/>
          <a:p>
            <a:pPr marL="0" indent="0" algn="l">
              <a:buNone/>
            </a:pPr>
            <a:r>
              <a:rPr lang="de-DE" sz="3200" b="1" dirty="0">
                <a:solidFill>
                  <a:srgbClr val="004899"/>
                </a:solidFill>
                <a:latin typeface="Noto Sans"/>
                <a:cs typeface="Noto Sans"/>
              </a:rPr>
              <a:t>E:</a:t>
            </a:r>
          </a:p>
        </p:txBody>
      </p:sp>
      <p:sp>
        <p:nvSpPr>
          <p:cNvPr id="919" name="Titel E:"/>
          <p:cNvSpPr txBox="1"/>
          <p:nvPr/>
        </p:nvSpPr>
        <p:spPr>
          <a:xfrm>
            <a:off x="8206789" y="3610000"/>
            <a:ext cx="2956125" cy="300000"/>
          </a:xfrm>
          <a:prstGeom prst="rect">
            <a:avLst/>
          </a:prstGeom>
          <a:noFill/>
        </p:spPr>
        <p:txBody>
          <a:bodyPr wrap="square" lIns="0" tIns="0" rIns="0" bIns="0" anchor="t">
            <a:noAutofit/>
          </a:bodyPr>
          <a:lstStyle/>
          <a:p>
            <a:pPr marL="0" indent="0" algn="l">
              <a:buNone/>
            </a:pPr>
            <a:r>
              <a:rPr lang="de-DE" sz="1400" b="1" dirty="0">
                <a:solidFill>
                  <a:srgbClr val="000000"/>
                </a:solidFill>
                <a:latin typeface="Noto Sans"/>
                <a:cs typeface="Noto Sans"/>
              </a:rPr>
              <a:t>Wechseldatenträger</a:t>
            </a:r>
          </a:p>
        </p:txBody>
      </p:sp>
      <p:sp>
        <p:nvSpPr>
          <p:cNvPr id="920" name="Text E:"/>
          <p:cNvSpPr txBox="1"/>
          <p:nvPr/>
        </p:nvSpPr>
        <p:spPr>
          <a:xfrm>
            <a:off x="8206789" y="3970000"/>
            <a:ext cx="2956125" cy="900000"/>
          </a:xfrm>
          <a:prstGeom prst="rect">
            <a:avLst/>
          </a:prstGeom>
          <a:noFill/>
        </p:spPr>
        <p:txBody>
          <a:bodyPr wrap="square" lIns="0" tIns="0" rIns="0" bIns="0" anchor="t">
            <a:noAutofit/>
          </a:bodyPr>
          <a:lstStyle/>
          <a:p>
            <a:pPr marL="171450" indent="-171450" algn="l">
              <a:spcAft>
                <a:spcPts val="300"/>
              </a:spcAft>
              <a:buFont typeface="Arial"/>
              <a:buChar char="•"/>
            </a:pPr>
            <a:r>
              <a:rPr lang="de-DE" sz="1200" b="0" dirty="0">
                <a:solidFill>
                  <a:srgbClr val="414141"/>
                </a:solidFill>
                <a:latin typeface="Noto Sans"/>
                <a:cs typeface="Noto Sans"/>
              </a:rPr>
              <a:t>USB-Stick, externe Festplatte</a:t>
            </a:r>
          </a:p>
          <a:p>
            <a:pPr marL="171450" indent="-171450" algn="l">
              <a:spcAft>
                <a:spcPts val="300"/>
              </a:spcAft>
              <a:buFont typeface="Arial"/>
              <a:buChar char="•"/>
            </a:pPr>
            <a:r>
              <a:rPr lang="de-DE" sz="1200" b="0" dirty="0">
                <a:solidFill>
                  <a:srgbClr val="414141"/>
                </a:solidFill>
                <a:latin typeface="Noto Sans"/>
                <a:cs typeface="Noto Sans"/>
              </a:rPr>
              <a:t>mobil, leicht weiterzugeben</a:t>
            </a:r>
          </a:p>
          <a:p>
            <a:pPr marL="171450" indent="-171450" algn="l">
              <a:spcAft>
                <a:spcPts val="300"/>
              </a:spcAft>
              <a:buFont typeface="Arial"/>
              <a:buChar char="•"/>
            </a:pPr>
            <a:r>
              <a:rPr lang="de-DE" sz="1200" b="0" dirty="0">
                <a:solidFill>
                  <a:srgbClr val="414141"/>
                </a:solidFill>
                <a:latin typeface="Noto Sans"/>
                <a:cs typeface="Noto Sans"/>
              </a:rPr>
              <a:t>geht leicht verloren</a:t>
            </a:r>
          </a:p>
        </p:txBody>
      </p:sp>
      <p:sp>
        <p:nvSpPr>
          <p:cNvPr id="921" name="Hinweis"/>
          <p:cNvSpPr txBox="1"/>
          <p:nvPr/>
        </p:nvSpPr>
        <p:spPr>
          <a:xfrm>
            <a:off x="819085" y="5300000"/>
            <a:ext cx="10500000" cy="450000"/>
          </a:xfrm>
          <a:prstGeom prst="rect">
            <a:avLst/>
          </a:prstGeom>
          <a:noFill/>
        </p:spPr>
        <p:txBody>
          <a:bodyPr wrap="square" lIns="0" tIns="0" rIns="0" bIns="0" anchor="t">
            <a:noAutofit/>
          </a:bodyPr>
          <a:lstStyle/>
          <a:p>
            <a:pPr marL="0" indent="0" algn="l">
              <a:buNone/>
            </a:pPr>
            <a:r>
              <a:rPr lang="de-DE" sz="1200" b="0" dirty="0">
                <a:solidFill>
                  <a:srgbClr val="414141"/>
                </a:solidFill>
                <a:latin typeface="Noto Sans"/>
                <a:cs typeface="Noto Sans"/>
              </a:rPr>
              <a:t>Auf jedem Laufwerk liegt ein Dateisystem (z. B. NTFS, APFS, ext4), das Ordner und Dateien organisiert.</a:t>
            </a:r>
          </a:p>
        </p:txBody>
      </p:sp>
    </p:spTree>
    <p:extLst>
      <p:ext uri="{BB962C8B-B14F-4D97-AF65-F5344CB8AC3E}">
        <p14:creationId xmlns:p14="http://schemas.microsoft.com/office/powerpoint/2010/main" val="1792604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41B04965-35BD-09C1-C0D0-E59E606B45E9}"/>
              </a:ext>
            </a:extLst>
          </p:cNvPr>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Pfade</a:t>
            </a:r>
            <a:endParaRPr lang="en-US" sz="3190" b="0" strike="noStrike" spc="-1" dirty="0">
              <a:solidFill>
                <a:srgbClr val="000000"/>
              </a:solidFill>
              <a:latin typeface="Arial"/>
            </a:endParaRPr>
          </a:p>
        </p:txBody>
      </p:sp>
      <p:sp>
        <p:nvSpPr>
          <p:cNvPr id="5" name="Textfeld 4">
            <a:extLst>
              <a:ext uri="{FF2B5EF4-FFF2-40B4-BE49-F238E27FC236}">
                <a16:creationId xmlns:a16="http://schemas.microsoft.com/office/drawing/2014/main" id="{2EF89C34-A485-EBA1-CC70-98EA8D401A58}"/>
              </a:ext>
            </a:extLst>
          </p:cNvPr>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6" name="Textfeld 5">
            <a:extLst>
              <a:ext uri="{FF2B5EF4-FFF2-40B4-BE49-F238E27FC236}">
                <a16:creationId xmlns:a16="http://schemas.microsoft.com/office/drawing/2014/main" id="{A9DA268F-1A2F-C094-ECEA-BC24C19A2934}"/>
              </a:ext>
            </a:extLst>
          </p:cNvPr>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25</a:t>
            </a:fld>
            <a:endParaRPr lang="en-US" sz="939" b="0" strike="noStrike" spc="-1">
              <a:solidFill>
                <a:srgbClr val="000000"/>
              </a:solidFill>
              <a:latin typeface="Arial"/>
            </a:endParaRPr>
          </a:p>
        </p:txBody>
      </p:sp>
      <p:sp>
        <p:nvSpPr>
          <p:cNvPr id="905" name="Kicker"/>
          <p:cNvSpPr txBox="1"/>
          <p:nvPr/>
        </p:nvSpPr>
        <p:spPr>
          <a:xfrm>
            <a:off x="762120" y="1318320"/>
            <a:ext cx="10668240" cy="228600"/>
          </a:xfrm>
          <a:prstGeom prst="rect">
            <a:avLst/>
          </a:prstGeom>
          <a:noFill/>
        </p:spPr>
        <p:txBody>
          <a:bodyPr lIns="0" tIns="0" rIns="0" bIns="0" anchor="t">
            <a:noAutofit/>
          </a:bodyPr>
          <a:lstStyle/>
          <a:p>
            <a:r>
              <a:rPr lang="de-DE" sz="1130" b="1" dirty="0">
                <a:solidFill>
                  <a:srgbClr val="004899"/>
                </a:solidFill>
                <a:latin typeface="Noto Sans"/>
                <a:cs typeface="Noto Sans"/>
              </a:rPr>
              <a:t>UNIT 01 · LAUFWERKE</a:t>
            </a:r>
          </a:p>
        </p:txBody>
      </p:sp>
      <p:sp>
        <p:nvSpPr>
          <p:cNvPr id="922" name="Leitfrage"/>
          <p:cNvSpPr/>
          <p:nvPr/>
        </p:nvSpPr>
        <p:spPr>
          <a:xfrm>
            <a:off x="3881292" y="182176"/>
            <a:ext cx="8118450" cy="672791"/>
          </a:xfrm>
          <a:prstGeom prst="rect">
            <a:avLst/>
          </a:prstGeom>
          <a:solidFill>
            <a:srgbClr val="EAF5F7"/>
          </a:solidFill>
          <a:ln>
            <a:noFill/>
          </a:ln>
        </p:spPr>
        <p:txBody>
          <a:bodyPr lIns="190440" tIns="0" rIns="90000" bIns="0" anchor="ctr">
            <a:noAutofit/>
          </a:bodyPr>
          <a:lstStyle/>
          <a:p>
            <a:pPr marL="0" indent="0" algn="l">
              <a:buNone/>
            </a:pPr>
            <a:r>
              <a:rPr lang="de-DE" sz="2350" b="1" dirty="0">
                <a:solidFill>
                  <a:srgbClr val="004899"/>
                </a:solidFill>
                <a:latin typeface="Noto Sans"/>
                <a:cs typeface="Noto Sans"/>
              </a:rPr>
              <a:t>Wie findet der Computer eine Datei wieder?</a:t>
            </a:r>
          </a:p>
        </p:txBody>
      </p:sp>
      <p:sp>
        <p:nvSpPr>
          <p:cNvPr id="923" name="Intro"/>
          <p:cNvSpPr txBox="1"/>
          <p:nvPr/>
        </p:nvSpPr>
        <p:spPr>
          <a:xfrm>
            <a:off x="762120" y="1800000"/>
            <a:ext cx="10668240" cy="400000"/>
          </a:xfrm>
          <a:prstGeom prst="rect">
            <a:avLst/>
          </a:prstGeom>
          <a:noFill/>
        </p:spPr>
        <p:txBody>
          <a:bodyPr wrap="square" lIns="0" tIns="0" rIns="0" bIns="0" anchor="t">
            <a:noAutofit/>
          </a:bodyPr>
          <a:lstStyle/>
          <a:p>
            <a:pPr marL="0" indent="0" algn="l">
              <a:buNone/>
            </a:pPr>
            <a:r>
              <a:rPr lang="de-DE" sz="1800" b="0" dirty="0">
                <a:solidFill>
                  <a:srgbClr val="000000"/>
                </a:solidFill>
                <a:latin typeface="Noto Sans"/>
                <a:cs typeface="Noto Sans"/>
              </a:rPr>
              <a:t>Ein Pfad ist die Adresse einer Datei: Laufwerk → Ordner → Dateiname.</a:t>
            </a:r>
          </a:p>
        </p:txBody>
      </p:sp>
      <p:sp>
        <p:nvSpPr>
          <p:cNvPr id="924" name="Karte Absoluter Pfad"/>
          <p:cNvSpPr/>
          <p:nvPr/>
        </p:nvSpPr>
        <p:spPr>
          <a:xfrm>
            <a:off x="822260" y="2400000"/>
            <a:ext cx="5150000" cy="1950000"/>
          </a:xfrm>
          <a:prstGeom prst="roundRect">
            <a:avLst>
              <a:gd name="adj" fmla="val 5976"/>
            </a:avLst>
          </a:prstGeom>
          <a:solidFill>
            <a:srgbClr val="FFFFFF"/>
          </a:solidFill>
          <a:ln w="19050">
            <a:solidFill>
              <a:srgbClr val="2F8A9A"/>
            </a:solidFill>
          </a:ln>
        </p:spPr>
        <p:txBody>
          <a:bodyPr lIns="0" tIns="0" rIns="0" bIns="0" anchor="ctr">
            <a:noAutofit/>
          </a:bodyPr>
          <a:lstStyle/>
          <a:p>
            <a:endParaRPr lang="de-DE"/>
          </a:p>
        </p:txBody>
      </p:sp>
      <p:sp>
        <p:nvSpPr>
          <p:cNvPr id="925" name="Titel Absoluter Pfad"/>
          <p:cNvSpPr txBox="1"/>
          <p:nvPr/>
        </p:nvSpPr>
        <p:spPr>
          <a:xfrm>
            <a:off x="1032260" y="2580000"/>
            <a:ext cx="4730000" cy="300000"/>
          </a:xfrm>
          <a:prstGeom prst="rect">
            <a:avLst/>
          </a:prstGeom>
          <a:noFill/>
        </p:spPr>
        <p:txBody>
          <a:bodyPr wrap="square" lIns="0" tIns="0" rIns="0" bIns="0" anchor="t">
            <a:noAutofit/>
          </a:bodyPr>
          <a:lstStyle/>
          <a:p>
            <a:pPr marL="0" indent="0" algn="l">
              <a:buNone/>
            </a:pPr>
            <a:r>
              <a:rPr lang="de-DE" sz="1400" b="1" dirty="0">
                <a:solidFill>
                  <a:srgbClr val="000000"/>
                </a:solidFill>
                <a:latin typeface="Noto Sans"/>
                <a:cs typeface="Noto Sans"/>
              </a:rPr>
              <a:t>Absoluter Pfad</a:t>
            </a:r>
          </a:p>
        </p:txBody>
      </p:sp>
      <p:sp>
        <p:nvSpPr>
          <p:cNvPr id="926" name="Code Absoluter Pfad"/>
          <p:cNvSpPr/>
          <p:nvPr/>
        </p:nvSpPr>
        <p:spPr>
          <a:xfrm>
            <a:off x="1032260" y="2960000"/>
            <a:ext cx="4730000" cy="420000"/>
          </a:xfrm>
          <a:prstGeom prst="rect">
            <a:avLst/>
          </a:prstGeom>
          <a:solidFill>
            <a:srgbClr val="EAF5F7"/>
          </a:solidFill>
          <a:ln>
            <a:noFill/>
          </a:ln>
        </p:spPr>
        <p:txBody>
          <a:bodyPr lIns="108000" tIns="0" rIns="0" bIns="0" anchor="ctr">
            <a:noAutofit/>
          </a:bodyPr>
          <a:lstStyle/>
          <a:p>
            <a:pPr marL="0" indent="0" algn="l">
              <a:buNone/>
            </a:pPr>
            <a:r>
              <a:rPr lang="de-DE" sz="1400" b="1" dirty="0">
                <a:solidFill>
                  <a:srgbClr val="004899"/>
                </a:solidFill>
                <a:latin typeface="Courier New"/>
                <a:cs typeface="Courier New"/>
              </a:rPr>
              <a:t>H:\Dokumente\Uni\Hausarbeit.docx</a:t>
            </a:r>
          </a:p>
        </p:txBody>
      </p:sp>
      <p:sp>
        <p:nvSpPr>
          <p:cNvPr id="927" name="Text Absoluter Pfad"/>
          <p:cNvSpPr txBox="1"/>
          <p:nvPr/>
        </p:nvSpPr>
        <p:spPr>
          <a:xfrm>
            <a:off x="1032260" y="3520000"/>
            <a:ext cx="4730000" cy="750000"/>
          </a:xfrm>
          <a:prstGeom prst="rect">
            <a:avLst/>
          </a:prstGeom>
          <a:noFill/>
        </p:spPr>
        <p:txBody>
          <a:bodyPr wrap="square" lIns="0" tIns="0" rIns="0" bIns="0" anchor="t">
            <a:noAutofit/>
          </a:bodyPr>
          <a:lstStyle/>
          <a:p>
            <a:pPr marL="171450" indent="-171450" algn="l">
              <a:spcAft>
                <a:spcPts val="300"/>
              </a:spcAft>
              <a:buFont typeface="Arial"/>
              <a:buChar char="•"/>
            </a:pPr>
            <a:r>
              <a:rPr lang="de-DE" sz="1200" b="0" dirty="0">
                <a:solidFill>
                  <a:srgbClr val="414141"/>
                </a:solidFill>
                <a:latin typeface="Noto Sans"/>
                <a:cs typeface="Noto Sans"/>
              </a:rPr>
              <a:t>vollständige Adresse ab dem Laufwerk</a:t>
            </a:r>
          </a:p>
          <a:p>
            <a:pPr marL="171450" indent="-171450" algn="l">
              <a:spcAft>
                <a:spcPts val="300"/>
              </a:spcAft>
              <a:buFont typeface="Arial"/>
              <a:buChar char="•"/>
            </a:pPr>
            <a:r>
              <a:rPr lang="de-DE" sz="1200" b="0" dirty="0">
                <a:solidFill>
                  <a:srgbClr val="414141"/>
                </a:solidFill>
                <a:latin typeface="Noto Sans"/>
                <a:cs typeface="Noto Sans"/>
              </a:rPr>
              <a:t>eindeutig – funktioniert nicht mehr, wenn das Laufwerk anders heißt</a:t>
            </a:r>
          </a:p>
        </p:txBody>
      </p:sp>
      <p:sp>
        <p:nvSpPr>
          <p:cNvPr id="928" name="Karte Relativer Pfad"/>
          <p:cNvSpPr/>
          <p:nvPr/>
        </p:nvSpPr>
        <p:spPr>
          <a:xfrm>
            <a:off x="6272260" y="2400000"/>
            <a:ext cx="5150000" cy="1950000"/>
          </a:xfrm>
          <a:prstGeom prst="roundRect">
            <a:avLst>
              <a:gd name="adj" fmla="val 5976"/>
            </a:avLst>
          </a:prstGeom>
          <a:solidFill>
            <a:srgbClr val="FFFFFF"/>
          </a:solidFill>
          <a:ln w="19050">
            <a:solidFill>
              <a:srgbClr val="2F8A9A"/>
            </a:solidFill>
          </a:ln>
        </p:spPr>
        <p:txBody>
          <a:bodyPr lIns="0" tIns="0" rIns="0" bIns="0" anchor="ctr">
            <a:noAutofit/>
          </a:bodyPr>
          <a:lstStyle/>
          <a:p>
            <a:endParaRPr lang="de-DE"/>
          </a:p>
        </p:txBody>
      </p:sp>
      <p:sp>
        <p:nvSpPr>
          <p:cNvPr id="929" name="Titel Relativer Pfad"/>
          <p:cNvSpPr txBox="1"/>
          <p:nvPr/>
        </p:nvSpPr>
        <p:spPr>
          <a:xfrm>
            <a:off x="6482260" y="2580000"/>
            <a:ext cx="4730000" cy="300000"/>
          </a:xfrm>
          <a:prstGeom prst="rect">
            <a:avLst/>
          </a:prstGeom>
          <a:noFill/>
        </p:spPr>
        <p:txBody>
          <a:bodyPr wrap="square" lIns="0" tIns="0" rIns="0" bIns="0" anchor="t">
            <a:noAutofit/>
          </a:bodyPr>
          <a:lstStyle/>
          <a:p>
            <a:pPr marL="0" indent="0" algn="l">
              <a:buNone/>
            </a:pPr>
            <a:r>
              <a:rPr lang="de-DE" sz="1400" b="1" dirty="0">
                <a:solidFill>
                  <a:srgbClr val="000000"/>
                </a:solidFill>
                <a:latin typeface="Noto Sans"/>
                <a:cs typeface="Noto Sans"/>
              </a:rPr>
              <a:t>Relativer Pfad</a:t>
            </a:r>
          </a:p>
        </p:txBody>
      </p:sp>
      <p:sp>
        <p:nvSpPr>
          <p:cNvPr id="930" name="Code Relativer Pfad"/>
          <p:cNvSpPr/>
          <p:nvPr/>
        </p:nvSpPr>
        <p:spPr>
          <a:xfrm>
            <a:off x="6482260" y="2960000"/>
            <a:ext cx="4730000" cy="420000"/>
          </a:xfrm>
          <a:prstGeom prst="rect">
            <a:avLst/>
          </a:prstGeom>
          <a:solidFill>
            <a:srgbClr val="EAF5F7"/>
          </a:solidFill>
          <a:ln>
            <a:noFill/>
          </a:ln>
        </p:spPr>
        <p:txBody>
          <a:bodyPr lIns="108000" tIns="0" rIns="0" bIns="0" anchor="ctr">
            <a:noAutofit/>
          </a:bodyPr>
          <a:lstStyle/>
          <a:p>
            <a:pPr marL="0" indent="0" algn="l">
              <a:buNone/>
            </a:pPr>
            <a:r>
              <a:rPr lang="de-DE" sz="1400" b="1" dirty="0">
                <a:solidFill>
                  <a:srgbClr val="004899"/>
                </a:solidFill>
                <a:latin typeface="Courier New"/>
                <a:cs typeface="Courier New"/>
              </a:rPr>
              <a:t>..\Hausarbeit.docx</a:t>
            </a:r>
          </a:p>
        </p:txBody>
      </p:sp>
      <p:sp>
        <p:nvSpPr>
          <p:cNvPr id="931" name="Text Relativer Pfad"/>
          <p:cNvSpPr txBox="1"/>
          <p:nvPr/>
        </p:nvSpPr>
        <p:spPr>
          <a:xfrm>
            <a:off x="6482260" y="3520000"/>
            <a:ext cx="4730000" cy="750000"/>
          </a:xfrm>
          <a:prstGeom prst="rect">
            <a:avLst/>
          </a:prstGeom>
          <a:noFill/>
        </p:spPr>
        <p:txBody>
          <a:bodyPr wrap="square" lIns="0" tIns="0" rIns="0" bIns="0" anchor="t">
            <a:noAutofit/>
          </a:bodyPr>
          <a:lstStyle/>
          <a:p>
            <a:pPr marL="171450" indent="-171450" algn="l">
              <a:spcAft>
                <a:spcPts val="300"/>
              </a:spcAft>
              <a:buFont typeface="Arial"/>
              <a:buChar char="•"/>
            </a:pPr>
            <a:r>
              <a:rPr lang="de-DE" sz="1200" b="0" dirty="0">
                <a:solidFill>
                  <a:srgbClr val="414141"/>
                </a:solidFill>
                <a:latin typeface="Noto Sans"/>
                <a:cs typeface="Noto Sans"/>
              </a:rPr>
              <a:t>ausgehend vom aktuellen Ordner; „..“ = eine Ebene höher</a:t>
            </a:r>
          </a:p>
          <a:p>
            <a:pPr marL="171450" indent="-171450" algn="l">
              <a:spcAft>
                <a:spcPts val="300"/>
              </a:spcAft>
              <a:buFont typeface="Arial"/>
              <a:buChar char="•"/>
            </a:pPr>
            <a:r>
              <a:rPr lang="de-DE" sz="1200" b="0" dirty="0">
                <a:solidFill>
                  <a:srgbClr val="414141"/>
                </a:solidFill>
                <a:latin typeface="Noto Sans"/>
                <a:cs typeface="Noto Sans"/>
              </a:rPr>
              <a:t>bleibt gültig, wenn der ganze Projektordner umzieht</a:t>
            </a:r>
          </a:p>
        </p:txBody>
      </p:sp>
      <p:sp>
        <p:nvSpPr>
          <p:cNvPr id="933" name="Hinweis"/>
          <p:cNvSpPr txBox="1"/>
          <p:nvPr/>
        </p:nvSpPr>
        <p:spPr>
          <a:xfrm>
            <a:off x="819085" y="5450000"/>
            <a:ext cx="10500000" cy="450000"/>
          </a:xfrm>
          <a:prstGeom prst="rect">
            <a:avLst/>
          </a:prstGeom>
          <a:noFill/>
        </p:spPr>
        <p:txBody>
          <a:bodyPr wrap="square" lIns="0" tIns="0" rIns="0" bIns="0" anchor="t">
            <a:noAutofit/>
          </a:bodyPr>
          <a:lstStyle/>
          <a:p>
            <a:pPr marL="0" indent="0" algn="l">
              <a:buNone/>
            </a:pPr>
            <a:r>
              <a:rPr lang="de-DE" sz="1200" b="0" dirty="0">
                <a:solidFill>
                  <a:srgbClr val="414141"/>
                </a:solidFill>
                <a:latin typeface="Noto Sans"/>
                <a:cs typeface="Noto Sans"/>
              </a:rPr>
              <a:t>Pfade begegnen Ihnen im ganzen Kurs: Excel-Verknüpfungen und QGIS-Projekte speichern, wo ihre Daten liegen.</a:t>
            </a:r>
          </a:p>
        </p:txBody>
      </p:sp>
    </p:spTree>
    <p:extLst>
      <p:ext uri="{BB962C8B-B14F-4D97-AF65-F5344CB8AC3E}">
        <p14:creationId xmlns:p14="http://schemas.microsoft.com/office/powerpoint/2010/main" val="1792604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41B04965-35BD-09C1-C0D0-E59E606B45E9}"/>
              </a:ext>
            </a:extLst>
          </p:cNvPr>
          <p:cNvSpPr txBox="1"/>
          <p:nvPr/>
        </p:nvSpPr>
        <p:spPr>
          <a:xfrm>
            <a:off x="762120" y="365760"/>
            <a:ext cx="10668240" cy="868680"/>
          </a:xfrm>
          <a:prstGeom prst="rect">
            <a:avLst/>
          </a:prstGeom>
          <a:noFill/>
          <a:ln w="0">
            <a:noFill/>
          </a:ln>
        </p:spPr>
        <p:txBody>
          <a:bodyPr lIns="0" tIns="0" rIns="0" bIns="0" anchor="t">
            <a:noAutofit/>
          </a:bodyPr>
          <a:lstStyle/>
          <a:p>
            <a:r>
              <a:rPr lang="en-US" sz="3190" b="1" strike="noStrike" spc="-1" dirty="0" err="1">
                <a:solidFill>
                  <a:srgbClr val="000000"/>
                </a:solidFill>
                <a:latin typeface="Noto Sans"/>
              </a:rPr>
              <a:t>Wo liegt Ihre Datei?</a:t>
            </a:r>
            <a:endParaRPr lang="en-US" sz="3190" b="0" strike="noStrike" spc="-1" dirty="0">
              <a:solidFill>
                <a:srgbClr val="000000"/>
              </a:solidFill>
              <a:latin typeface="Arial"/>
            </a:endParaRPr>
          </a:p>
        </p:txBody>
      </p:sp>
      <p:sp>
        <p:nvSpPr>
          <p:cNvPr id="5" name="Textfeld 4">
            <a:extLst>
              <a:ext uri="{FF2B5EF4-FFF2-40B4-BE49-F238E27FC236}">
                <a16:creationId xmlns:a16="http://schemas.microsoft.com/office/drawing/2014/main" id="{2EF89C34-A485-EBA1-CC70-98EA8D401A58}"/>
              </a:ext>
            </a:extLst>
          </p:cNvPr>
          <p:cNvSpPr txBox="1"/>
          <p:nvPr/>
        </p:nvSpPr>
        <p:spPr>
          <a:xfrm>
            <a:off x="762120" y="6492240"/>
            <a:ext cx="8382240" cy="228600"/>
          </a:xfrm>
          <a:prstGeom prst="rect">
            <a:avLst/>
          </a:prstGeom>
          <a:noFill/>
          <a:ln w="0">
            <a:noFill/>
          </a:ln>
        </p:spPr>
        <p:txBody>
          <a:bodyPr lIns="0" tIns="0" rIns="0" bIns="0" anchor="t">
            <a:noAutofit/>
          </a:bodyPr>
          <a:lstStyle/>
          <a:p>
            <a:r>
              <a:rPr lang="en-US" sz="939" b="0" strike="noStrike" spc="-1" dirty="0">
                <a:solidFill>
                  <a:srgbClr val="414141"/>
                </a:solidFill>
                <a:latin typeface="Noto Sans"/>
              </a:rPr>
              <a:t>Universität Marburg | </a:t>
            </a:r>
            <a:r>
              <a:rPr lang="en-US" sz="939" b="0" strike="noStrike" spc="-1" dirty="0" err="1">
                <a:solidFill>
                  <a:srgbClr val="414141"/>
                </a:solidFill>
                <a:latin typeface="Noto Sans"/>
              </a:rPr>
              <a:t>Fachbereich</a:t>
            </a:r>
            <a:r>
              <a:rPr lang="en-US" sz="939" b="0" strike="noStrike" spc="-1" dirty="0">
                <a:solidFill>
                  <a:srgbClr val="414141"/>
                </a:solidFill>
                <a:latin typeface="Noto Sans"/>
              </a:rPr>
              <a:t> 19 · </a:t>
            </a:r>
            <a:r>
              <a:rPr lang="en-US" sz="939" b="0" strike="noStrike" spc="-1" dirty="0" err="1">
                <a:solidFill>
                  <a:srgbClr val="414141"/>
                </a:solidFill>
                <a:latin typeface="Noto Sans"/>
              </a:rPr>
              <a:t>Geographie</a:t>
            </a:r>
            <a:r>
              <a:rPr lang="en-US" sz="939" b="0" strike="noStrike" spc="-1" dirty="0">
                <a:solidFill>
                  <a:srgbClr val="414141"/>
                </a:solidFill>
                <a:latin typeface="Noto Sans"/>
              </a:rPr>
              <a:t> | </a:t>
            </a:r>
            <a:r>
              <a:rPr lang="en-US" sz="939" b="0" strike="noStrike" spc="-1" dirty="0" err="1">
                <a:solidFill>
                  <a:srgbClr val="414141"/>
                </a:solidFill>
                <a:latin typeface="Noto Sans"/>
              </a:rPr>
              <a:t>Geodaten</a:t>
            </a:r>
            <a:r>
              <a:rPr lang="en-US" sz="939" b="0" strike="noStrike" spc="-1" dirty="0">
                <a:solidFill>
                  <a:srgbClr val="414141"/>
                </a:solidFill>
                <a:latin typeface="Noto Sans"/>
              </a:rPr>
              <a:t> · Unit 01</a:t>
            </a:r>
            <a:endParaRPr lang="en-US" sz="939" b="0" strike="noStrike" spc="-1" dirty="0">
              <a:solidFill>
                <a:srgbClr val="000000"/>
              </a:solidFill>
              <a:latin typeface="Arial"/>
            </a:endParaRPr>
          </a:p>
        </p:txBody>
      </p:sp>
      <p:sp>
        <p:nvSpPr>
          <p:cNvPr id="6" name="Textfeld 5">
            <a:extLst>
              <a:ext uri="{FF2B5EF4-FFF2-40B4-BE49-F238E27FC236}">
                <a16:creationId xmlns:a16="http://schemas.microsoft.com/office/drawing/2014/main" id="{A9DA268F-1A2F-C094-ECEA-BC24C19A2934}"/>
              </a:ext>
            </a:extLst>
          </p:cNvPr>
          <p:cNvSpPr txBox="1"/>
          <p:nvPr/>
        </p:nvSpPr>
        <p:spPr>
          <a:xfrm>
            <a:off x="11521440" y="6477120"/>
            <a:ext cx="320040" cy="190440"/>
          </a:xfrm>
          <a:prstGeom prst="rect">
            <a:avLst/>
          </a:prstGeom>
          <a:noFill/>
          <a:ln w="0">
            <a:noFill/>
          </a:ln>
        </p:spPr>
        <p:txBody>
          <a:bodyPr lIns="0" tIns="0" rIns="0" bIns="0" anchor="t">
            <a:noAutofit/>
          </a:bodyPr>
          <a:lstStyle/>
          <a:p>
            <a:pPr algn="ctr"/>
            <a:fld id="{B6F15528-21DE-4FAA-801E-634DDDAF4B2B}" type="slidenum">
              <a:rPr lang="en-US" sz="939" b="0" strike="noStrike" spc="-1">
                <a:solidFill>
                  <a:srgbClr val="000000"/>
                </a:solidFill>
                <a:latin typeface="Noto Sans"/>
              </a:rPr>
              <a:t>26</a:t>
            </a:fld>
            <a:endParaRPr lang="en-US" sz="939" b="0" strike="noStrike" spc="-1">
              <a:solidFill>
                <a:srgbClr val="000000"/>
              </a:solidFill>
              <a:latin typeface="Arial"/>
            </a:endParaRPr>
          </a:p>
        </p:txBody>
      </p:sp>
      <p:sp>
        <p:nvSpPr>
          <p:cNvPr id="906" name="Kicker"/>
          <p:cNvSpPr txBox="1"/>
          <p:nvPr/>
        </p:nvSpPr>
        <p:spPr>
          <a:xfrm>
            <a:off x="762120" y="1318320"/>
            <a:ext cx="10668240" cy="228600"/>
          </a:xfrm>
          <a:prstGeom prst="rect">
            <a:avLst/>
          </a:prstGeom>
          <a:noFill/>
        </p:spPr>
        <p:txBody>
          <a:bodyPr lIns="0" tIns="0" rIns="0" bIns="0" anchor="t">
            <a:noAutofit/>
          </a:bodyPr>
          <a:lstStyle/>
          <a:p>
            <a:r>
              <a:rPr lang="de-DE" sz="1130" b="1" dirty="0">
                <a:solidFill>
                  <a:srgbClr val="004899"/>
                </a:solidFill>
                <a:latin typeface="Noto Sans"/>
                <a:cs typeface="Noto Sans"/>
              </a:rPr>
              <a:t>UNIT 01 · ÜBUNG</a:t>
            </a:r>
          </a:p>
        </p:txBody>
      </p:sp>
      <p:sp>
        <p:nvSpPr>
          <p:cNvPr id="934" name="Aufgaben"/>
          <p:cNvSpPr txBox="1"/>
          <p:nvPr/>
        </p:nvSpPr>
        <p:spPr>
          <a:xfrm>
            <a:off x="762120" y="2037877"/>
            <a:ext cx="10885929" cy="3600000"/>
          </a:xfrm>
          <a:prstGeom prst="rect">
            <a:avLst/>
          </a:prstGeom>
          <a:noFill/>
        </p:spPr>
        <p:txBody>
          <a:bodyPr wrap="square" lIns="0" tIns="0" rIns="0" bIns="0" anchor="t">
            <a:noAutofit/>
          </a:bodyPr>
          <a:lstStyle/>
          <a:p>
            <a:pPr marL="342900" indent="-342900" algn="l">
              <a:spcAft>
                <a:spcPts val="900"/>
              </a:spcAft>
              <a:buFont typeface="+mj-lt"/>
              <a:buAutoNum type="arabicPeriod"/>
            </a:pPr>
            <a:r>
              <a:rPr lang="de-DE" sz="2000" b="0" dirty="0">
                <a:solidFill>
                  <a:srgbClr val="000000"/>
                </a:solidFill>
                <a:latin typeface="Noto Sans"/>
                <a:cs typeface="Noto Sans"/>
              </a:rPr>
              <a:t>Öffnen Sie den Explorer (Windows-Taste + E) und klicken Sie auf „Dieser PC“. Welche Laufwerke sehen Sie?</a:t>
            </a:r>
          </a:p>
          <a:p>
            <a:pPr marL="342900" indent="-342900" algn="l">
              <a:spcAft>
                <a:spcPts val="900"/>
              </a:spcAft>
              <a:buFont typeface="+mj-lt"/>
              <a:buAutoNum type="arabicPeriod"/>
            </a:pPr>
            <a:r>
              <a:rPr lang="de-DE" sz="2000" b="0" dirty="0">
                <a:solidFill>
                  <a:srgbClr val="000000"/>
                </a:solidFill>
                <a:latin typeface="Noto Sans"/>
                <a:cs typeface="Noto Sans"/>
              </a:rPr>
              <a:t>Speichern Sie Ihre .txt-Datei aus der Codierungs-Übung auf dem Laufwerk H:.</a:t>
            </a:r>
          </a:p>
          <a:p>
            <a:pPr marL="342900" indent="-342900" algn="l">
              <a:spcAft>
                <a:spcPts val="900"/>
              </a:spcAft>
              <a:buFont typeface="+mj-lt"/>
              <a:buAutoNum type="arabicPeriod"/>
            </a:pPr>
            <a:r>
              <a:rPr lang="de-DE" sz="2000" b="0" dirty="0">
                <a:solidFill>
                  <a:srgbClr val="000000"/>
                </a:solidFill>
                <a:latin typeface="Noto Sans"/>
                <a:cs typeface="Noto Sans"/>
              </a:rPr>
              <a:t>Klicken Sie die Datei mit der rechten Maustaste an und wählen Sie „Als Pfad kopieren“ (unter Windows 10 dabei die Umschalttaste gedrückt halten).</a:t>
            </a:r>
          </a:p>
          <a:p>
            <a:pPr marL="342900" indent="-342900" algn="l">
              <a:spcAft>
                <a:spcPts val="900"/>
              </a:spcAft>
              <a:buFont typeface="+mj-lt"/>
              <a:buAutoNum type="arabicPeriod"/>
            </a:pPr>
            <a:r>
              <a:rPr lang="de-DE" sz="2000" b="0" dirty="0">
                <a:solidFill>
                  <a:srgbClr val="000000"/>
                </a:solidFill>
                <a:latin typeface="Noto Sans"/>
                <a:cs typeface="Noto Sans"/>
              </a:rPr>
              <a:t>Fügen Sie den Pfad in Notepad++ ein und markieren Sie Laufwerk, Ordner und Dateiname.</a:t>
            </a:r>
          </a:p>
          <a:p>
            <a:pPr marL="342900" indent="-342900" algn="l">
              <a:spcAft>
                <a:spcPts val="900"/>
              </a:spcAft>
              <a:buFont typeface="+mj-lt"/>
              <a:buAutoNum type="arabicPeriod"/>
            </a:pPr>
            <a:r>
              <a:rPr lang="de-DE" sz="2000" b="0" dirty="0">
                <a:solidFill>
                  <a:srgbClr val="000000"/>
                </a:solidFill>
                <a:latin typeface="Noto Sans"/>
                <a:cs typeface="Noto Sans"/>
              </a:rPr>
              <a:t>Zusatz: Wie lautet der relative Pfad zu Ihrer Datei, ausgehend vom Laufwerk H:?</a:t>
            </a:r>
          </a:p>
        </p:txBody>
      </p:sp>
      <p:sp>
        <p:nvSpPr>
          <p:cNvPr id="2" name="Textfeld 1">
            <a:extLst>
              <a:ext uri="{FF2B5EF4-FFF2-40B4-BE49-F238E27FC236}">
                <a16:creationId xmlns:a16="http://schemas.microsoft.com/office/drawing/2014/main" id="{C4EEB41F-855E-BA71-1CDC-14A6104D6DB7}"/>
              </a:ext>
            </a:extLst>
          </p:cNvPr>
          <p:cNvSpPr txBox="1"/>
          <p:nvPr/>
        </p:nvSpPr>
        <p:spPr>
          <a:xfrm>
            <a:off x="10024208" y="-37506"/>
            <a:ext cx="1817272" cy="954107"/>
          </a:xfrm>
          <a:prstGeom prst="rect">
            <a:avLst/>
          </a:prstGeom>
          <a:noFill/>
        </p:spPr>
        <p:txBody>
          <a:bodyPr wrap="square">
            <a:spAutoFit/>
          </a:bodyPr>
          <a:lstStyle/>
          <a:p>
            <a:pPr marL="473075" lvl="1" indent="0">
              <a:buNone/>
            </a:pPr>
            <a:endParaRPr lang="de-DE" sz="2000" dirty="0"/>
          </a:p>
          <a:p>
            <a:pPr lvl="0">
              <a:buFont typeface="Wingdings" pitchFamily="2" charset="2"/>
              <a:buChar char="6"/>
            </a:pPr>
            <a:r>
              <a:rPr lang="de-DE" sz="3600" dirty="0">
                <a:solidFill>
                  <a:schemeClr val="accent1"/>
                </a:solidFill>
                <a:sym typeface="Wingdings" pitchFamily="2" charset="2"/>
              </a:rPr>
              <a:t> </a:t>
            </a:r>
            <a:r>
              <a:rPr lang="de-DE" sz="3200" dirty="0">
                <a:solidFill>
                  <a:schemeClr val="accent1"/>
                </a:solidFill>
                <a:sym typeface="Wingdings" pitchFamily="2" charset="2"/>
              </a:rPr>
              <a:t>5 min</a:t>
            </a:r>
            <a:endParaRPr lang="de-DE" sz="3200" dirty="0">
              <a:solidFill>
                <a:schemeClr val="accent1"/>
              </a:solidFill>
            </a:endParaRPr>
          </a:p>
        </p:txBody>
      </p:sp>
    </p:spTree>
    <p:extLst>
      <p:ext uri="{BB962C8B-B14F-4D97-AF65-F5344CB8AC3E}">
        <p14:creationId xmlns:p14="http://schemas.microsoft.com/office/powerpoint/2010/main" val="1792604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Rechteck 579"/>
          <p:cNvSpPr/>
          <p:nvPr/>
        </p:nvSpPr>
        <p:spPr>
          <a:xfrm>
            <a:off x="335160" y="335160"/>
            <a:ext cx="6164640" cy="6149520"/>
          </a:xfrm>
          <a:prstGeom prst="rect">
            <a:avLst/>
          </a:prstGeom>
          <a:solidFill>
            <a:srgbClr val="F7DEED"/>
          </a:solidFill>
          <a:ln w="0">
            <a:noFill/>
          </a:ln>
        </p:spPr>
        <p:txBody>
          <a:bodyPr lIns="90000" tIns="45000" rIns="90000" bIns="45000" anchor="ctr" anchorCtr="1">
            <a:noAutofit/>
          </a:bodyPr>
          <a:lstStyle/>
          <a:p>
            <a:endParaRPr lang="en-US" sz="1800" b="0" strike="noStrike" spc="-1">
              <a:solidFill>
                <a:srgbClr val="000000"/>
              </a:solidFill>
              <a:latin typeface="Arial"/>
            </a:endParaRPr>
          </a:p>
        </p:txBody>
      </p:sp>
      <p:pic>
        <p:nvPicPr>
          <p:cNvPr id="581" name="Grafik 580"/>
          <p:cNvPicPr/>
          <p:nvPr/>
        </p:nvPicPr>
        <p:blipFill>
          <a:blip r:embed="rId3"/>
          <a:stretch/>
        </p:blipFill>
        <p:spPr>
          <a:xfrm>
            <a:off x="6972480" y="2666880"/>
            <a:ext cx="4876920" cy="1671120"/>
          </a:xfrm>
          <a:prstGeom prst="rect">
            <a:avLst/>
          </a:prstGeom>
          <a:ln w="0">
            <a:noFill/>
          </a:ln>
        </p:spPr>
      </p:pic>
      <p:sp>
        <p:nvSpPr>
          <p:cNvPr id="582" name="Textfeld 581"/>
          <p:cNvSpPr txBox="1"/>
          <p:nvPr/>
        </p:nvSpPr>
        <p:spPr>
          <a:xfrm>
            <a:off x="762120" y="2895480"/>
            <a:ext cx="5334120" cy="1905120"/>
          </a:xfrm>
          <a:prstGeom prst="rect">
            <a:avLst/>
          </a:prstGeom>
          <a:noFill/>
          <a:ln w="0">
            <a:noFill/>
          </a:ln>
        </p:spPr>
        <p:txBody>
          <a:bodyPr lIns="0" tIns="0" rIns="0" bIns="0" anchor="t">
            <a:noAutofit/>
          </a:bodyPr>
          <a:lstStyle/>
          <a:p>
            <a:r>
              <a:rPr lang="en-US" sz="3859" b="0" strike="noStrike" spc="-1">
                <a:solidFill>
                  <a:srgbClr val="000000"/>
                </a:solidFill>
                <a:latin typeface="Noto Sans"/>
              </a:rPr>
              <a:t>Vielen Dank für Ihre Aufmerksamkeit</a:t>
            </a:r>
            <a:endParaRPr lang="en-US" sz="3859" b="0" strike="noStrike" spc="-1">
              <a:solidFill>
                <a:srgbClr val="FFFFFF"/>
              </a:solidFill>
              <a:latin typeface="Arial"/>
            </a:endParaRPr>
          </a:p>
        </p:txBody>
      </p:sp>
      <p:sp>
        <p:nvSpPr>
          <p:cNvPr id="583" name="Textfeld 582"/>
          <p:cNvSpPr txBox="1"/>
          <p:nvPr/>
        </p:nvSpPr>
        <p:spPr>
          <a:xfrm>
            <a:off x="1257480" y="5410080"/>
            <a:ext cx="4724280" cy="838080"/>
          </a:xfrm>
          <a:prstGeom prst="rect">
            <a:avLst/>
          </a:prstGeom>
          <a:noFill/>
          <a:ln w="0">
            <a:noFill/>
          </a:ln>
        </p:spPr>
        <p:txBody>
          <a:bodyPr lIns="0" tIns="0" rIns="0" bIns="0" anchor="t">
            <a:noAutofit/>
          </a:bodyPr>
          <a:lstStyle/>
          <a:p>
            <a:r>
              <a:rPr lang="en-US" sz="1690" b="0" strike="noStrike" spc="-1">
                <a:solidFill>
                  <a:srgbClr val="000000"/>
                </a:solidFill>
                <a:latin typeface="Noto Sans"/>
              </a:rPr>
              <a:t>Geodaten · Unit 00 &amp; 01</a:t>
            </a:r>
            <a:endParaRPr lang="en-US" sz="1690" b="0" strike="noStrike" spc="-1">
              <a:solidFill>
                <a:srgbClr val="FFFFFF"/>
              </a:solidFill>
              <a:latin typeface="Arial"/>
            </a:endParaRPr>
          </a:p>
          <a:p>
            <a:r>
              <a:rPr lang="en-US" sz="1690" b="0" strike="noStrike" spc="-1">
                <a:solidFill>
                  <a:srgbClr val="000000"/>
                </a:solidFill>
                <a:latin typeface="Noto Sans"/>
              </a:rPr>
              <a:t>Fachbereich 19 · Geographie</a:t>
            </a:r>
            <a:endParaRPr lang="en-US" sz="169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5.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6.xml><?xml version="1.0" encoding="utf-8"?>
<a:theme xmlns:a="http://schemas.openxmlformats.org/drawingml/2006/main"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7.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3729</Words>
  <Application>Microsoft Office PowerPoint</Application>
  <PresentationFormat>Breitbild</PresentationFormat>
  <Paragraphs>663</Paragraphs>
  <Slides>27</Slides>
  <Notes>27</Notes>
  <HiddenSlides>0</HiddenSlides>
  <MMClips>1</MMClips>
  <ScaleCrop>false</ScaleCrop>
  <HeadingPairs>
    <vt:vector size="6" baseType="variant">
      <vt:variant>
        <vt:lpstr>Verwendete Schriftarten</vt:lpstr>
      </vt:variant>
      <vt:variant>
        <vt:i4>9</vt:i4>
      </vt:variant>
      <vt:variant>
        <vt:lpstr>Design</vt:lpstr>
      </vt:variant>
      <vt:variant>
        <vt:i4>16</vt:i4>
      </vt:variant>
      <vt:variant>
        <vt:lpstr>Folientitel</vt:lpstr>
      </vt:variant>
      <vt:variant>
        <vt:i4>27</vt:i4>
      </vt:variant>
    </vt:vector>
  </HeadingPairs>
  <TitlesOfParts>
    <vt:vector size="52" baseType="lpstr">
      <vt:lpstr>-apple-system</vt:lpstr>
      <vt:lpstr>Aptos</vt:lpstr>
      <vt:lpstr>Arial</vt:lpstr>
      <vt:lpstr>Courier New</vt:lpstr>
      <vt:lpstr>Noto Sans</vt:lpstr>
      <vt:lpstr>Open Sans</vt:lpstr>
      <vt:lpstr>Symbol</vt:lpstr>
      <vt:lpstr>Times New Roman</vt:lpstr>
      <vt:lpstr>Wingdings</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Universität Marburg</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Universität Marburg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09 – Geodaten, Koordinaten und Projektionen</dc:title>
  <dc:subject>Geodaten · Unit 09 · Präsenzlehre</dc:subject>
  <dc:creator>GeoMOER</dc:creator>
  <dc:description/>
  <cp:lastModifiedBy>heidrich_loc</cp:lastModifiedBy>
  <cp:revision>42</cp:revision>
  <dcterms:created xsi:type="dcterms:W3CDTF">2025-02-27T00:25:01Z</dcterms:created>
  <dcterms:modified xsi:type="dcterms:W3CDTF">2026-10-12T12:02:01Z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22</vt:i4>
  </property>
</Properties>
</file>