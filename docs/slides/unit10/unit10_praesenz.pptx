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17.xml" ContentType="application/vnd.openxmlformats-officedocument.presentationml.slideMaster+xml"/>
  <Override PartName="/ppt/slideMasters/slideMaster5.xml" ContentType="application/vnd.openxmlformats-officedocument.presentationml.slideMaster+xml"/>
  <Override PartName="/ppt/slideMasters/slideMaster16.xml" ContentType="application/vnd.openxmlformats-officedocument.presentationml.slideMaster+xml"/>
  <Override PartName="/ppt/slideMasters/slideMaster4.xml" ContentType="application/vnd.openxmlformats-officedocument.presentationml.slideMaster+xml"/>
  <Override PartName="/ppt/slideMasters/slideMaster15.xml" ContentType="application/vnd.openxmlformats-officedocument.presentationml.slideMaster+xml"/>
  <Override PartName="/ppt/slideMasters/slideMaster3.xml" ContentType="application/vnd.openxmlformats-officedocument.presentationml.slideMaster+xml"/>
  <Override PartName="/ppt/slideMasters/_rels/slideMaster6.xml.rels" ContentType="application/vnd.openxmlformats-package.relationships+xml"/>
  <Override PartName="/ppt/slideMasters/_rels/slideMaster17.xml.rels" ContentType="application/vnd.openxmlformats-package.relationships+xml"/>
  <Override PartName="/ppt/slideMasters/_rels/slideMaster5.xml.rels" ContentType="application/vnd.openxmlformats-package.relationships+xml"/>
  <Override PartName="/ppt/slideMasters/_rels/slideMaster16.xml.rels" ContentType="application/vnd.openxmlformats-package.relationships+xml"/>
  <Override PartName="/ppt/slideMasters/_rels/slideMaster11.xml.rels" ContentType="application/vnd.openxmlformats-package.relationships+xml"/>
  <Override PartName="/ppt/slideMasters/_rels/slideMaster10.xml.rels" ContentType="application/vnd.openxmlformats-package.relationships+xml"/>
  <Override PartName="/ppt/slideMasters/_rels/slideMaster9.xml.rels" ContentType="application/vnd.openxmlformats-package.relationships+xml"/>
  <Override PartName="/ppt/slideMasters/_rels/slideMaster4.xml.rels" ContentType="application/vnd.openxmlformats-package.relationships+xml"/>
  <Override PartName="/ppt/slideMasters/_rels/slideMaster15.xml.rels" ContentType="application/vnd.openxmlformats-package.relationships+xml"/>
  <Override PartName="/ppt/slideMasters/_rels/slideMaster8.xml.rels" ContentType="application/vnd.openxmlformats-package.relationships+xml"/>
  <Override PartName="/ppt/slideMasters/_rels/slideMaster12.xml.rels" ContentType="application/vnd.openxmlformats-package.relationships+xml"/>
  <Override PartName="/ppt/slideMasters/_rels/slideMaster1.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slideMaster14.xml" ContentType="application/vnd.openxmlformats-officedocument.presentationml.slideMaster+xml"/>
  <Override PartName="/ppt/slideMasters/slideMaster2.xml" ContentType="application/vnd.openxmlformats-officedocument.presentationml.slideMaster+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5.xml" ContentType="application/vnd.openxmlformats-officedocument.theme+xml"/>
  <Override PartName="/ppt/theme/theme14.xml" ContentType="application/vnd.openxmlformats-officedocument.theme+xml"/>
  <Override PartName="/ppt/theme/theme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10.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13.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5.xml.rels" ContentType="application/vnd.openxmlformats-package.relationships+xml"/>
  <Override PartName="/ppt/slideLayouts/_rels/slideLayout18.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2.svg" ContentType="image/svg"/>
  <Override PartName="/ppt/media/image8.svg" ContentType="image/svg"/>
  <Override PartName="/ppt/media/image1.png" ContentType="image/png"/>
  <Override PartName="/ppt/media/image2.jpeg" ContentType="image/jpeg"/>
  <Override PartName="/ppt/media/image3.png" ContentType="image/png"/>
  <Override PartName="/ppt/media/image4.svg" ContentType="image/svg"/>
  <Override PartName="/ppt/media/image7.png" ContentType="image/png"/>
  <Override PartName="/ppt/media/image11.png" ContentType="image/png"/>
  <Override PartName="/ppt/media/image14.png" ContentType="image/png"/>
  <Override PartName="/ppt/media/image5.png" ContentType="image/png"/>
  <Override PartName="/ppt/media/image15.svg" ContentType="image/svg"/>
  <Override PartName="/ppt/media/image6.svg" ContentType="image/svg"/>
  <Override PartName="/ppt/media/image9.png" ContentType="image/png"/>
  <Override PartName="/ppt/media/image10.svg" ContentType="image/svg"/>
  <Override PartName="/ppt/media/image13.png" ContentType="image/png"/>
  <Override PartName="/ppt/slides/_rels/slide14.xml.rels" ContentType="application/vnd.openxmlformats-package.relationships+xml"/>
  <Override PartName="/ppt/slides/_rels/slide6.xml.rels" ContentType="application/vnd.openxmlformats-package.relationships+xml"/>
  <Override PartName="/ppt/slides/_rels/slide23.xml.rels" ContentType="application/vnd.openxmlformats-package.relationships+xml"/>
  <Override PartName="/ppt/slides/_rels/slide15.xml.rels" ContentType="application/vnd.openxmlformats-package.relationships+xml"/>
  <Override PartName="/ppt/slides/_rels/slide19.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5.xml.rels" ContentType="application/vnd.openxmlformats-package.relationships+xml"/>
  <Override PartName="/ppt/slides/_rels/slide22.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27.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notesSlides/_rels/notesSlide24.xml.rels" ContentType="application/vnd.openxmlformats-package.relationships+xml"/>
  <Override PartName="/ppt/notesSlides/_rels/notesSlide2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33.xml.rels" ContentType="application/vnd.openxmlformats-package.relationships+xml"/>
  <Override PartName="/ppt/notesSlides/_rels/notesSlide2.xml.rels" ContentType="application/vnd.openxmlformats-package.relationships+xml"/>
  <Override PartName="/ppt/notesSlides/_rels/notesSlide11.xml.rels" ContentType="application/vnd.openxmlformats-package.relationships+xml"/>
  <Override PartName="/ppt/notesSlides/_rels/notesSlide32.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1.xml.rels" ContentType="application/vnd.openxmlformats-package.relationships+xml"/>
  <Override PartName="/ppt/notesSlides/_rels/notesSlide29.xml.rels" ContentType="application/vnd.openxmlformats-package.relationships+xml"/>
  <Override PartName="/ppt/notesSlides/_rels/notesSlide30.xml.rels" ContentType="application/vnd.openxmlformats-package.relationships+xml"/>
  <Override PartName="/ppt/notesSlides/_rels/notesSlide28.xml.rels" ContentType="application/vnd.openxmlformats-package.relationships+xml"/>
  <Override PartName="/ppt/notesSlides/_rels/notesSlide27.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12.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3.xml.rels" ContentType="application/vnd.openxmlformats-package.relationships+xml"/>
  <Override PartName="/ppt/notesSlides/_rels/notesSlide9.xml.rels" ContentType="application/vnd.openxmlformats-package.relationships+xml"/>
  <Override PartName="/ppt/notesSlides/_rels/notesSlide18.xml.rels" ContentType="application/vnd.openxmlformats-package.relationships+xml"/>
  <Override PartName="/ppt/notesSlides/_rels/notesSlide20.xml.rels" ContentType="application/vnd.openxmlformats-package.relationships+xml"/>
  <Override PartName="/ppt/notesSlides/_rels/notesSlide14.xml.rels" ContentType="application/vnd.openxmlformats-package.relationships+xml"/>
  <Override PartName="/ppt/notesSlides/_rels/notesSlide5.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22.xml.rels" ContentType="application/vnd.openxmlformats-package.relationships+xml"/>
  <Override PartName="/ppt/notesSlides/notesSlide26.xml" ContentType="application/vnd.openxmlformats-officedocument.presentationml.notesSlide+xml"/>
  <Override PartName="/ppt/notesSlides/notesSlide9.xml" ContentType="application/vnd.openxmlformats-officedocument.presentationml.notesSlide+xml"/>
  <Override PartName="/ppt/notesSlides/notesSlide25.xml" ContentType="application/vnd.openxmlformats-officedocument.presentationml.notesSlide+xml"/>
  <Override PartName="/ppt/notesSlides/notesSlide8.xml" ContentType="application/vnd.openxmlformats-officedocument.presentationml.notesSlide+xml"/>
  <Override PartName="/ppt/notesSlides/notesSlide27.xml" ContentType="application/vnd.openxmlformats-officedocument.presentationml.notesSlide+xml"/>
  <Override PartName="/ppt/notesSlides/notesSlide1.xml" ContentType="application/vnd.openxmlformats-officedocument.presentationml.notesSlide+xml"/>
  <Override PartName="/ppt/notesSlides/notesSlide28.xml" ContentType="application/vnd.openxmlformats-officedocument.presentationml.notesSlide+xml"/>
  <Override PartName="/ppt/notesSlides/notesSlide2.xml" ContentType="application/vnd.openxmlformats-officedocument.presentationml.notesSlide+xml"/>
  <Override PartName="/ppt/notesSlides/notesSlide30.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5.xml" ContentType="application/vnd.openxmlformats-officedocument.presentationml.notesSlide+xml"/>
  <Override PartName="/ppt/notesSlides/notesSlide22.xml" ContentType="application/vnd.openxmlformats-officedocument.presentationml.notesSlide+xml"/>
  <Override PartName="/ppt/notesSlides/notesSlide6.xml" ContentType="application/vnd.openxmlformats-officedocument.presentationml.notesSlide+xml"/>
  <Override PartName="/ppt/notesSlides/notesSlide23.xml" ContentType="application/vnd.openxmlformats-officedocument.presentationml.notesSlide+xml"/>
  <Override PartName="/ppt/notesSlides/notesSlide7.xml" ContentType="application/vnd.openxmlformats-officedocument.presentationml.notesSlide+xml"/>
  <Override PartName="/ppt/notesSlides/notesSlide2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9" r:id="rId17"/>
    <p:sldMasterId id="2147483681" r:id="rId18"/>
  </p:sldMasterIdLst>
  <p:notesMasterIdLst>
    <p:notesMasterId r:id="rId19"/>
  </p:notesMasterIdLst>
  <p:sldIdLst>
    <p:sldId id="256" r:id="rId20"/>
    <p:sldId id="257" r:id="rId21"/>
    <p:sldId id="258" r:id="rId22"/>
    <p:sldId id="259" r:id="rId23"/>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 id="283" r:id="rId47"/>
    <p:sldId id="284" r:id="rId48"/>
    <p:sldId id="285" r:id="rId49"/>
    <p:sldId id="286" r:id="rId50"/>
    <p:sldId id="287" r:id="rId51"/>
    <p:sldId id="288" r:id="rId52"/>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notesMaster" Target="notesMasters/notesMaster1.xml"/><Relationship Id="rId20" Type="http://schemas.openxmlformats.org/officeDocument/2006/relationships/slide" Target="slides/slide1.xml"/><Relationship Id="rId21" Type="http://schemas.openxmlformats.org/officeDocument/2006/relationships/slide" Target="slides/slide2.xml"/><Relationship Id="rId22" Type="http://schemas.openxmlformats.org/officeDocument/2006/relationships/slide" Target="slides/slide3.xml"/><Relationship Id="rId23" Type="http://schemas.openxmlformats.org/officeDocument/2006/relationships/slide" Target="slides/slide4.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 Id="rId49" Type="http://schemas.openxmlformats.org/officeDocument/2006/relationships/slide" Target="slides/slide30.xml"/><Relationship Id="rId50" Type="http://schemas.openxmlformats.org/officeDocument/2006/relationships/slide" Target="slides/slide31.xml"/><Relationship Id="rId51" Type="http://schemas.openxmlformats.org/officeDocument/2006/relationships/slide" Target="slides/slide32.xml"/><Relationship Id="rId52" Type="http://schemas.openxmlformats.org/officeDocument/2006/relationships/slide" Target="slides/slide33.xml"/><Relationship Id="rId5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8.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de-DE" sz="1800" spc="-1" strike="noStrike">
                <a:solidFill>
                  <a:schemeClr val="dk1"/>
                </a:solidFill>
                <a:latin typeface="Noto Sans"/>
              </a:rPr>
              <a:t>Click to move the slide</a:t>
            </a:r>
            <a:endParaRPr b="0" lang="de-DE" sz="1800" spc="-1" strike="noStrike">
              <a:solidFill>
                <a:schemeClr val="dk1"/>
              </a:solidFill>
              <a:latin typeface="Noto Sans"/>
            </a:endParaRPr>
          </a:p>
        </p:txBody>
      </p:sp>
      <p:sp>
        <p:nvSpPr>
          <p:cNvPr id="86"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87"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88" name="PlaceHolder 4"/>
          <p:cNvSpPr>
            <a:spLocks noGrp="1"/>
          </p:cNvSpPr>
          <p:nvPr>
            <p:ph type="dt" idx="25"/>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9" name="PlaceHolder 5"/>
          <p:cNvSpPr>
            <a:spLocks noGrp="1"/>
          </p:cNvSpPr>
          <p:nvPr>
            <p:ph type="ftr" idx="26"/>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90" name="PlaceHolder 6"/>
          <p:cNvSpPr>
            <a:spLocks noGrp="1"/>
          </p:cNvSpPr>
          <p:nvPr>
            <p:ph type="sldNum" idx="27"/>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097A7813-BC2A-44BE-8428-F46EFA09CE9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4" name="PlaceHolder 1"/>
          <p:cNvSpPr>
            <a:spLocks noGrp="1"/>
          </p:cNvSpPr>
          <p:nvPr>
            <p:ph type="sldImg"/>
          </p:nvPr>
        </p:nvSpPr>
        <p:spPr>
          <a:xfrm>
            <a:off x="216000" y="812520"/>
            <a:ext cx="7127280" cy="4008960"/>
          </a:xfrm>
          <a:prstGeom prst="rect">
            <a:avLst/>
          </a:prstGeom>
          <a:ln w="0">
            <a:noFill/>
          </a:ln>
        </p:spPr>
      </p:sp>
      <p:sp>
        <p:nvSpPr>
          <p:cNvPr id="65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Titelfolie vor dem Einstieg zeigen.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Titelfolie beim Ankommen zeigen. Die Sitzung ist für 90 Minuten mit 100–150 Bachelor- und Lehramtsstudierenden ausgelegt. Vorbereitendes Lesen wird nicht vorausgesetzt. QGIS und das vollständig entpackte Marburger Übungspaket müssen vor Sitzungsbeginn verfügbar sein. Keine Installation oder freie Datensuche während des verbindlichen Präsenzwegs einplanen.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/home/dirk/GeoMOER/moer-bsc-geodaten/docs/slides/Vorlagen/präs_ms02_powerpoint_de.pptx</a:t>
            </a:r>
            <a:endParaRPr b="0" lang="en-US" sz="2000" spc="-1" strike="noStrike">
              <a:solidFill>
                <a:srgbClr val="000000"/>
              </a:solidFill>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6" name="PlaceHolder 1"/>
          <p:cNvSpPr>
            <a:spLocks noGrp="1"/>
          </p:cNvSpPr>
          <p:nvPr>
            <p:ph type="sldImg"/>
          </p:nvPr>
        </p:nvSpPr>
        <p:spPr>
          <a:xfrm>
            <a:off x="216000" y="812520"/>
            <a:ext cx="7127280" cy="4008960"/>
          </a:xfrm>
          <a:prstGeom prst="rect">
            <a:avLst/>
          </a:prstGeom>
          <a:ln w="0">
            <a:noFill/>
          </a:ln>
        </p:spPr>
      </p:sp>
      <p:sp>
        <p:nvSpPr>
          <p:cNvPr id="65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0–10 (10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VOR DEM TERMIN: Den gesamten Platzhalter durch die aktuelle JiTT-Auswertung zu Unit 09 ersetzen. Bei Bedarf die Folie duplizieren. Nur tatsächliche, zusammengefasste und anonymisierte Rückmeldungen einsetzen. Die gesamte Phase dauert zehn Minuten. Verständnisfragen zu Koordinaten, CRS oder Projektionen klären; keinen neuen Test daraus machen.</a:t>
            </a:r>
            <a:endParaRPr b="0" lang="en-US" sz="2000" spc="-1" strike="noStrike">
              <a:solidFill>
                <a:srgbClr val="000000"/>
              </a:solidFill>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8" name="PlaceHolder 1"/>
          <p:cNvSpPr>
            <a:spLocks noGrp="1"/>
          </p:cNvSpPr>
          <p:nvPr>
            <p:ph type="sldImg"/>
          </p:nvPr>
        </p:nvSpPr>
        <p:spPr>
          <a:xfrm>
            <a:off x="216000" y="812520"/>
            <a:ext cx="7127280" cy="4008960"/>
          </a:xfrm>
          <a:prstGeom prst="rect">
            <a:avLst/>
          </a:prstGeom>
          <a:ln w="0">
            <a:noFill/>
          </a:ln>
        </p:spPr>
      </p:sp>
      <p:sp>
        <p:nvSpPr>
          <p:cNvPr id="65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10–11 (1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Den roten Faden ankündigen: ein Modell passend zur Frage wählen, lokale Daten in QGIS prüfen und das Projekt so sichern, dass es wieder geöffnet werden kann. Der WMS folgt erst nach dem abgeschlossenen lokalen Kernpfad. Alle Studierenden bearbeiten dieselben Aufgaben.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https://geomoer.github.io/moer-bsc-geodaten/unit10/unit10-00_overview.html</a:t>
            </a:r>
            <a:endParaRPr b="0" lang="en-US" sz="2000" spc="-1" strike="noStrike">
              <a:solidFill>
                <a:srgbClr val="000000"/>
              </a:solidFill>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0" name="PlaceHolder 1"/>
          <p:cNvSpPr>
            <a:spLocks noGrp="1"/>
          </p:cNvSpPr>
          <p:nvPr>
            <p:ph type="sldImg"/>
          </p:nvPr>
        </p:nvSpPr>
        <p:spPr>
          <a:xfrm>
            <a:off x="216000" y="812520"/>
            <a:ext cx="7127280" cy="4008960"/>
          </a:xfrm>
          <a:prstGeom prst="rect">
            <a:avLst/>
          </a:prstGeom>
          <a:ln w="0">
            <a:noFill/>
          </a:ln>
        </p:spPr>
      </p:sp>
      <p:sp>
        <p:nvSpPr>
          <p:cNvPr id="66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11–14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Abbildung aus der Kursseite gemeinsam lesen. Vektorfeatures modellieren einzelne Objekte mit Geometrien und Attributen. Raster teilen den Raum in Zellen mit Werten. Die Zuordnung ist keine starre Naturregel; Fragestellung, Maßstab und vorhandene Daten entscheiden.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https://geomoer.github.io/moer-bsc-geodaten/unit10/unit10-01_datenmodelle.html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assets/images/unit10/datenmodelle.svg</a:t>
            </a:r>
            <a:endParaRPr b="0" lang="en-US" sz="2000" spc="-1" strike="noStrike">
              <a:solidFill>
                <a:srgbClr val="000000"/>
              </a:solidFill>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2" name="PlaceHolder 1"/>
          <p:cNvSpPr>
            <a:spLocks noGrp="1"/>
          </p:cNvSpPr>
          <p:nvPr>
            <p:ph type="sldImg"/>
          </p:nvPr>
        </p:nvSpPr>
        <p:spPr>
          <a:xfrm>
            <a:off x="216000" y="812520"/>
            <a:ext cx="7127280" cy="4008960"/>
          </a:xfrm>
          <a:prstGeom prst="rect">
            <a:avLst/>
          </a:prstGeom>
          <a:ln w="0">
            <a:noFill/>
          </a:ln>
        </p:spPr>
      </p:sp>
      <p:sp>
        <p:nvSpPr>
          <p:cNvPr id="66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14–16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Punkt als Position, Linie als Verlauf und Polygon als Fläche erklären. Ein Punktsymbol besitzt auf dem Bildschirm eine sichtbare Größe; die Punktgeometrie selbst keine Fläche. Ein Fluss kann je nach Frage als Linie oder Polygon modelliert werden. Damit die Modellwahl an die benötigte Information binden.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https://geomoer.github.io/moer-bsc-geodaten/unit10/unit10-01_datenmodelle.html</a:t>
            </a:r>
            <a:endParaRPr b="0" lang="en-US" sz="2000" spc="-1" strike="noStrike">
              <a:solidFill>
                <a:srgbClr val="000000"/>
              </a:solidFill>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4" name="PlaceHolder 1"/>
          <p:cNvSpPr>
            <a:spLocks noGrp="1"/>
          </p:cNvSpPr>
          <p:nvPr>
            <p:ph type="sldImg"/>
          </p:nvPr>
        </p:nvSpPr>
        <p:spPr>
          <a:xfrm>
            <a:off x="216000" y="812520"/>
            <a:ext cx="7127280" cy="4008960"/>
          </a:xfrm>
          <a:prstGeom prst="rect">
            <a:avLst/>
          </a:prstGeom>
          <a:ln w="0">
            <a:noFill/>
          </a:ln>
        </p:spPr>
      </p:sp>
      <p:sp>
        <p:nvSpPr>
          <p:cNvPr id="66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16–18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Links ein kontinuierliches Höhenraster, rechts ein kategoriales Landbedeckungsraster. Raster bedeutet regelmäßige Zellanordnung, nicht automatisch kontinuierliche Werte. Zellgröße, Ausdehnung, Einheit und NoData gehören zur Interpretation. Die Vertiefung folgt in Unit 13.</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https://geomoer.github.io/moer-bsc-geodaten/unit10/unit10-01_datenmodelle.html</a:t>
            </a:r>
            <a:endParaRPr b="0" lang="en-US" sz="2000" spc="-1" strike="noStrike">
              <a:solidFill>
                <a:srgbClr val="000000"/>
              </a:solidFill>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6" name="PlaceHolder 1"/>
          <p:cNvSpPr>
            <a:spLocks noGrp="1"/>
          </p:cNvSpPr>
          <p:nvPr>
            <p:ph type="sldImg"/>
          </p:nvPr>
        </p:nvSpPr>
        <p:spPr>
          <a:xfrm>
            <a:off x="216000" y="812520"/>
            <a:ext cx="7127280" cy="4008960"/>
          </a:xfrm>
          <a:prstGeom prst="rect">
            <a:avLst/>
          </a:prstGeom>
          <a:ln w="0">
            <a:noFill/>
          </a:ln>
        </p:spPr>
      </p:sp>
      <p:sp>
        <p:nvSpPr>
          <p:cNvPr id="66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18–20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30 Sekunden allein entscheiden, eine Minute zu zweit begründen, anschließend drei kurze Antworten sammeln. Gefragt sind Datenmodell und gegebenenfalls Geometrietyp. Die Lösung folgt auf der nächsten Folie.</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https://geomoer.github.io/moer-bsc-geodaten/unit10/unit10-01_datenmodelle.html</a:t>
            </a:r>
            <a:endParaRPr b="0" lang="en-US" sz="2000" spc="-1" strike="noStrike">
              <a:solidFill>
                <a:srgbClr val="000000"/>
              </a:solidFill>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8" name="PlaceHolder 1"/>
          <p:cNvSpPr>
            <a:spLocks noGrp="1"/>
          </p:cNvSpPr>
          <p:nvPr>
            <p:ph type="sldImg"/>
          </p:nvPr>
        </p:nvSpPr>
        <p:spPr>
          <a:xfrm>
            <a:off x="216000" y="812520"/>
            <a:ext cx="7127280" cy="4008960"/>
          </a:xfrm>
          <a:prstGeom prst="rect">
            <a:avLst/>
          </a:prstGeom>
          <a:ln w="0">
            <a:noFill/>
          </a:ln>
        </p:spPr>
      </p:sp>
      <p:sp>
        <p:nvSpPr>
          <p:cNvPr id="66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20–22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A: Polygonvektor beschreibt Fläche und Grenze. B: kontinuierliches Raster beschreibt ein flächendeckendes Höhenfeld. C: Punktvektor beschreibt einzelne Fundorte. Andere Modellierungen sind möglich, wenn eine andere Frage oder Datengrundlage genannt wird.</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https://geomoer.github.io/moer-bsc-geodaten/unit10/unit10-01_datenmodelle.html</a:t>
            </a:r>
            <a:endParaRPr b="0" lang="en-US" sz="2000" spc="-1" strike="noStrike">
              <a:solidFill>
                <a:srgbClr val="000000"/>
              </a:solidFill>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0" name="PlaceHolder 1"/>
          <p:cNvSpPr>
            <a:spLocks noGrp="1"/>
          </p:cNvSpPr>
          <p:nvPr>
            <p:ph type="sldImg"/>
          </p:nvPr>
        </p:nvSpPr>
        <p:spPr>
          <a:xfrm>
            <a:off x="216000" y="812520"/>
            <a:ext cx="7127280" cy="4008960"/>
          </a:xfrm>
          <a:prstGeom prst="rect">
            <a:avLst/>
          </a:prstGeom>
          <a:ln w="0">
            <a:noFill/>
          </a:ln>
        </p:spPr>
      </p:sp>
      <p:sp>
        <p:nvSpPr>
          <p:cNvPr id="67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22–26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Abbildung aus der Kursseite erläutern. Das QGIS-Projekt speichert Arbeitsstand und Verweise. Layer sind die im Projekt verwendeten Informationsebenen. Die eigentlichen Daten kommen aus lokalen Dateien oder Webdiensten. Eine qgz-Datei enthält diese Daten normalerweise nicht vollständig.</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assets/images/unit10/projekt-layer-datei.svg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https://docs.qgis.org/3.40/en/docs/user_manual/introduction/project_files.html</a:t>
            </a:r>
            <a:endParaRPr b="0" lang="en-US" sz="2000" spc="-1" strike="noStrike">
              <a:solidFill>
                <a:srgbClr val="000000"/>
              </a:solidFill>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216000" y="812520"/>
            <a:ext cx="7127280" cy="4008960"/>
          </a:xfrm>
          <a:prstGeom prst="rect">
            <a:avLst/>
          </a:prstGeom>
          <a:ln w="0">
            <a:noFill/>
          </a:ln>
        </p:spPr>
      </p:sp>
      <p:sp>
        <p:nvSpPr>
          <p:cNvPr id="67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26–28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30 Sekunden allein entscheiden, dann A, B oder C per Handzeichen. Nur die Projektdatei wurde kopiert; auf dem ursprünglichen Rechner waren alle Layer sichtbar. Die Dateien wurden nicht durch QGIS gelöscht. Die Lösung folgt auf der nächsten Folie.</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4" name="PlaceHolder 1"/>
          <p:cNvSpPr>
            <a:spLocks noGrp="1"/>
          </p:cNvSpPr>
          <p:nvPr>
            <p:ph type="sldImg"/>
          </p:nvPr>
        </p:nvSpPr>
        <p:spPr>
          <a:xfrm>
            <a:off x="216000" y="812520"/>
            <a:ext cx="7127280" cy="4008960"/>
          </a:xfrm>
          <a:prstGeom prst="rect">
            <a:avLst/>
          </a:prstGeom>
          <a:ln w="0">
            <a:noFill/>
          </a:ln>
        </p:spPr>
      </p:sp>
      <p:sp>
        <p:nvSpPr>
          <p:cNvPr id="67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28–30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 ist richtig. Die Projektdatei verweist auf Datendateien. Deshalb den vollständig entpackten Arbeitsordner mit stabiler Struktur verwenden. Relative Pfade erleichtern eine Übertragung, ersetzen die Dateien aber nicht. Das erneute Öffnen ist die entscheidende Kontrolle.</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6" name="PlaceHolder 1"/>
          <p:cNvSpPr>
            <a:spLocks noGrp="1"/>
          </p:cNvSpPr>
          <p:nvPr>
            <p:ph type="sldImg"/>
          </p:nvPr>
        </p:nvSpPr>
        <p:spPr>
          <a:xfrm>
            <a:off x="216000" y="812520"/>
            <a:ext cx="7127280" cy="4008960"/>
          </a:xfrm>
          <a:prstGeom prst="rect">
            <a:avLst/>
          </a:prstGeom>
          <a:ln w="0">
            <a:noFill/>
          </a:ln>
        </p:spPr>
      </p:sp>
      <p:sp>
        <p:nvSpPr>
          <p:cNvPr id="67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30–33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schematische QGIS-3.40-Ansicht aus der Kursseite zeigen. Browser, Layer-Bereich, Kartenansicht und Statusleiste finden lassen. Die genaue Position von Symbolen kann je nach Betriebssystem und persönlicher Konfiguration abweichen. Nur die heute benötigten Bereiche erklären.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assets/images/unit10/qgis-oberflaeche.svg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https://docs.qgis.org/3.40/en/docs/user_manual/introduction/qgis_gui.html</a:t>
            </a:r>
            <a:endParaRPr b="0" lang="en-US" sz="2000" spc="-1" strike="noStrike">
              <a:solidFill>
                <a:srgbClr val="000000"/>
              </a:solidFill>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216000" y="812520"/>
            <a:ext cx="7127280" cy="4008960"/>
          </a:xfrm>
          <a:prstGeom prst="rect">
            <a:avLst/>
          </a:prstGeom>
          <a:ln w="0">
            <a:noFill/>
          </a:ln>
        </p:spPr>
      </p:sp>
      <p:sp>
        <p:nvSpPr>
          <p:cNvPr id="67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33–35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Vor Beginn den Endzustand und die Reihenfolge klären. Alle Pfade beziehen sich auf den vollständig entpackten Ordner marburg_geodaten. Die WMS-Einrichtung beginnt erst nach dem geprüften lokalen Projekt und ist auf dem eigenen Gerät freiwillig.</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0" name="PlaceHolder 1"/>
          <p:cNvSpPr>
            <a:spLocks noGrp="1"/>
          </p:cNvSpPr>
          <p:nvPr>
            <p:ph type="sldImg"/>
          </p:nvPr>
        </p:nvSpPr>
        <p:spPr>
          <a:xfrm>
            <a:off x="216000" y="812520"/>
            <a:ext cx="7127280" cy="4008960"/>
          </a:xfrm>
          <a:prstGeom prst="rect">
            <a:avLst/>
          </a:prstGeom>
          <a:ln w="0">
            <a:noFill/>
          </a:ln>
        </p:spPr>
      </p:sp>
      <p:sp>
        <p:nvSpPr>
          <p:cNvPr id="68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35–38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Den entpackten Paketordner öffnen. Kein zusätzlicher Unterordner unit10_qgis anlegen. Neues QGIS-Projekt erstellen, Projekt-CRS EPSG:25832 prüfen und sofort im Hauptordner speichern. Die gezeigte Struktur entspricht dem aktuellen Paket. Ausgangsdaten in data_raw nicht überschreiben.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2" name="PlaceHolder 1"/>
          <p:cNvSpPr>
            <a:spLocks noGrp="1"/>
          </p:cNvSpPr>
          <p:nvPr>
            <p:ph type="sldImg"/>
          </p:nvPr>
        </p:nvSpPr>
        <p:spPr>
          <a:xfrm>
            <a:off x="216000" y="812520"/>
            <a:ext cx="7127280" cy="4008960"/>
          </a:xfrm>
          <a:prstGeom prst="rect">
            <a:avLst/>
          </a:prstGeom>
          <a:ln w="0">
            <a:noFill/>
          </a:ln>
        </p:spPr>
      </p:sp>
      <p:sp>
        <p:nvSpPr>
          <p:cNvPr id="68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38–42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Im Browser den Hauptordner und data_raw öffnen. Im GeoPackage marburg_basis.gpkg den Layer gewaesser wählen. Nach dem Laden auf die Layerausdehnung zoomen. Erwartet sind 412 Multi-Linienfeatures in EPSG:25832; die Zahl dient als Kontrollwert, nicht als auswendig zu lernender Inhalt.</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216000" y="812520"/>
            <a:ext cx="7127280" cy="4008960"/>
          </a:xfrm>
          <a:prstGeom prst="rect">
            <a:avLst/>
          </a:prstGeom>
          <a:ln w="0">
            <a:noFill/>
          </a:ln>
        </p:spPr>
      </p:sp>
      <p:sp>
        <p:nvSpPr>
          <p:cNvPr id="68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42–46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Das GeoTIFF aus data_raw laden. Es besitzt 2000 × 2000 Zellen à 10 Meter und EPSG:25832. NoData ist −9999. Diese Werte dienen heute nur zur Identifikation und Kontrolle; die inhaltliche Rasteranalyse folgt in Unit 13. Wenn das Raster die Gewässer verdeckt, die Layerreihenfolge ändern.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6" name="PlaceHolder 1"/>
          <p:cNvSpPr>
            <a:spLocks noGrp="1"/>
          </p:cNvSpPr>
          <p:nvPr>
            <p:ph type="sldImg"/>
          </p:nvPr>
        </p:nvSpPr>
        <p:spPr>
          <a:xfrm>
            <a:off x="216000" y="812520"/>
            <a:ext cx="7127280" cy="4008960"/>
          </a:xfrm>
          <a:prstGeom prst="rect">
            <a:avLst/>
          </a:prstGeom>
          <a:ln w="0">
            <a:noFill/>
          </a:ln>
        </p:spPr>
      </p:sp>
      <p:sp>
        <p:nvSpPr>
          <p:cNvPr id="68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46–49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Abbildung der Kursseite erläutern. Oben stehende Layer werden zuletzt gezeichnet und können darunterliegende Inhalte verdecken. Sichtbarkeit und Reihenfolge verändern nur die Darstellung im Projekt, nicht die gespeicherten Features. Im eigenen Projekt Gewässer über dem DGM anzeigen.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assets/images/unit10/layerreihenfolge.svg</a:t>
            </a:r>
            <a:endParaRPr b="0" lang="en-US" sz="2000" spc="-1" strike="noStrike">
              <a:solidFill>
                <a:srgbClr val="000000"/>
              </a:solidFill>
              <a:latin typeface="Arial"/>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8" name="PlaceHolder 1"/>
          <p:cNvSpPr>
            <a:spLocks noGrp="1"/>
          </p:cNvSpPr>
          <p:nvPr>
            <p:ph type="sldImg"/>
          </p:nvPr>
        </p:nvSpPr>
        <p:spPr>
          <a:xfrm>
            <a:off x="216000" y="812520"/>
            <a:ext cx="7127280" cy="4008960"/>
          </a:xfrm>
          <a:prstGeom prst="rect">
            <a:avLst/>
          </a:prstGeom>
          <a:ln w="0">
            <a:noFill/>
          </a:ln>
        </p:spPr>
      </p:sp>
      <p:sp>
        <p:nvSpPr>
          <p:cNvPr id="68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49–55 (6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Zeit zum angeleiteten Mitmachen. Sichtbarkeit beider Layer einzeln schalten, auf den Gewässerlayer zoomen und den Kartenausschnitt verschieben. Dann im Layer-Bereich benennen: Welcher Layer ist Vektor, welcher Raster? Nicht weitere Daten oder alternative Ladewege ergänzen.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216000" y="812520"/>
            <a:ext cx="7127280" cy="4008960"/>
          </a:xfrm>
          <a:prstGeom prst="rect">
            <a:avLst/>
          </a:prstGeom>
          <a:ln w="0">
            <a:noFill/>
          </a:ln>
        </p:spPr>
      </p:sp>
      <p:sp>
        <p:nvSpPr>
          <p:cNvPr id="69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55–59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Attributtabelle des Layers gewaesser öffnen. Ein Feature in der Karte auswählen beziehungsweise abfragen und die zugehörige Tabellenzeile zeigen. Raster besitzt keine gewöhnliche Featuretabelle. Die konkrete Attributausprägung wird nicht vorgegeben; Studierende wählen ein sichtbares Gewässerfeature.</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2" name="PlaceHolder 1"/>
          <p:cNvSpPr>
            <a:spLocks noGrp="1"/>
          </p:cNvSpPr>
          <p:nvPr>
            <p:ph type="sldImg"/>
          </p:nvPr>
        </p:nvSpPr>
        <p:spPr>
          <a:xfrm>
            <a:off x="216000" y="812520"/>
            <a:ext cx="7127280" cy="4008960"/>
          </a:xfrm>
          <a:prstGeom prst="rect">
            <a:avLst/>
          </a:prstGeom>
          <a:ln w="0">
            <a:noFill/>
          </a:ln>
        </p:spPr>
      </p:sp>
      <p:sp>
        <p:nvSpPr>
          <p:cNvPr id="69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59–64 (5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Für beide Layer die Eigenschaften öffnen und Datenquelle, Datenmodell, CRS und Ausdehnung finden. Die Studierenden tragen die tatsächliche Ausdehnung selbst ein. Beide Layer nutzen EPSG:25832. Unterschiedliche bekannte Layer-CRS wären nicht automatisch ein Fehler; QGIS kann für die Anzeige dynamisch transformieren.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4" name="PlaceHolder 1"/>
          <p:cNvSpPr>
            <a:spLocks noGrp="1"/>
          </p:cNvSpPr>
          <p:nvPr>
            <p:ph type="sldImg"/>
          </p:nvPr>
        </p:nvSpPr>
        <p:spPr>
          <a:xfrm>
            <a:off x="216000" y="812520"/>
            <a:ext cx="7127280" cy="4008960"/>
          </a:xfrm>
          <a:prstGeom prst="rect">
            <a:avLst/>
          </a:prstGeom>
          <a:ln w="0">
            <a:noFill/>
          </a:ln>
        </p:spPr>
      </p:sp>
      <p:sp>
        <p:nvSpPr>
          <p:cNvPr id="69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64–68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vorbereitete Tabelle unter documentation/processing_notes.md verwenden. Keine neue Vorlage anlegen. Datenquelle, Modell, Layer-CRS und Ausdehnung beider Layer festhalten. Das Ergebnis des späteren Öffnungstests wird anschließend ergänzt.</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216000" y="812520"/>
            <a:ext cx="7127280" cy="4008960"/>
          </a:xfrm>
          <a:prstGeom prst="rect">
            <a:avLst/>
          </a:prstGeom>
          <a:ln w="0">
            <a:noFill/>
          </a:ln>
        </p:spPr>
      </p:sp>
      <p:sp>
        <p:nvSpPr>
          <p:cNvPr id="69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68–72 (4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Jetzt den verbindlichen Öffnungstest durchführen. Erst speichern, dann QGIS schließen. Die qgz-Datei aus dem Hauptordner erneut öffnen. Nicht über die Liste zuletzt geöffneter Projekte ausweichen, damit der Speicherort sichtbar bleibt.</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8" name="PlaceHolder 1"/>
          <p:cNvSpPr>
            <a:spLocks noGrp="1"/>
          </p:cNvSpPr>
          <p:nvPr>
            <p:ph type="sldImg"/>
          </p:nvPr>
        </p:nvSpPr>
        <p:spPr>
          <a:xfrm>
            <a:off x="216000" y="812520"/>
            <a:ext cx="7127280" cy="4008960"/>
          </a:xfrm>
          <a:prstGeom prst="rect">
            <a:avLst/>
          </a:prstGeom>
          <a:ln w="0">
            <a:noFill/>
          </a:ln>
        </p:spPr>
      </p:sp>
      <p:sp>
        <p:nvSpPr>
          <p:cNvPr id="69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72–75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Das Symbol steht hier für eine nicht erreichbare Datenquelle. 30 Sekunden zu zweit den ersten sinnvollen Prüfschritt formulieren lassen. Nicht verschiedene CRS ausprobieren: Ein nicht erreichbarer Dateipfad ist zunächst ein Ablageproblem.</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0" name="PlaceHolder 1"/>
          <p:cNvSpPr>
            <a:spLocks noGrp="1"/>
          </p:cNvSpPr>
          <p:nvPr>
            <p:ph type="sldImg"/>
          </p:nvPr>
        </p:nvSpPr>
        <p:spPr>
          <a:xfrm>
            <a:off x="216000" y="812520"/>
            <a:ext cx="7127280" cy="4008960"/>
          </a:xfrm>
          <a:prstGeom prst="rect">
            <a:avLst/>
          </a:prstGeom>
          <a:ln w="0">
            <a:noFill/>
          </a:ln>
        </p:spPr>
      </p:sp>
      <p:sp>
        <p:nvSpPr>
          <p:cNvPr id="70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75–78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A ist richtig. Prüfen, ob Projekt und vollständig entpackter Datenordner noch zusammenliegen und ob Dateien umbenannt oder verschoben wurden. Nach einer nötigen Pfadreparatur erneut speichern, schließen und öffnen. Im Protokoll vollständig ja oder nein eintragen und ein Problem knapp notieren.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216000" y="812520"/>
            <a:ext cx="7127280" cy="4008960"/>
          </a:xfrm>
          <a:prstGeom prst="rect">
            <a:avLst/>
          </a:prstGeom>
          <a:ln w="0">
            <a:noFill/>
          </a:ln>
        </p:spPr>
      </p:sp>
      <p:sp>
        <p:nvSpPr>
          <p:cNvPr id="70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78–79 (1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Abbildung kurz als Übergang lesen. Ein Download erzeugt eine lokale, dokumentierbare Kopie. Ein Webdienst antwortet bei jeder Anfrage über das Netz. In beiden Fällen Metadaten, Datenstand, Lizenz und Quelle dokumentieren.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https://geomoer.github.io/moer-bsc-geodaten/unit10/unit10-03_datenquellen.html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assets/images/unit10/download-webdienst.svg</a:t>
            </a:r>
            <a:endParaRPr b="0" lang="en-US" sz="2000" spc="-1" strike="noStrike">
              <a:solidFill>
                <a:srgbClr val="000000"/>
              </a:solidFill>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4" name="PlaceHolder 1"/>
          <p:cNvSpPr>
            <a:spLocks noGrp="1"/>
          </p:cNvSpPr>
          <p:nvPr>
            <p:ph type="sldImg"/>
          </p:nvPr>
        </p:nvSpPr>
        <p:spPr>
          <a:xfrm>
            <a:off x="216000" y="812520"/>
            <a:ext cx="7127280" cy="4008960"/>
          </a:xfrm>
          <a:prstGeom prst="rect">
            <a:avLst/>
          </a:prstGeom>
          <a:ln w="0">
            <a:noFill/>
          </a:ln>
        </p:spPr>
      </p:sp>
      <p:sp>
        <p:nvSpPr>
          <p:cNvPr id="70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79–81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WMS als Web Map Service auflösen. QGIS sendet Ausschnitt, Bildgröße und CRS; der Server liefert ein gerendertes Kartenbild. Ein WMS eignet sich für Orientierung und Hintergrund, aber normalerweise nicht für eine freie Vektoranalyse. Begrenzte Objektabfragen können möglich sein.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https://geomoer.github.io/moer-bsc-geodaten/unit10/unit10-03_datenquellen.html</a:t>
            </a:r>
            <a:endParaRPr b="0" lang="en-US" sz="2000" spc="-1" strike="noStrike">
              <a:solidFill>
                <a:srgbClr val="000000"/>
              </a:solidFill>
              <a:latin typeface="Arial"/>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6" name="PlaceHolder 1"/>
          <p:cNvSpPr>
            <a:spLocks noGrp="1"/>
          </p:cNvSpPr>
          <p:nvPr>
            <p:ph type="sldImg"/>
          </p:nvPr>
        </p:nvSpPr>
        <p:spPr>
          <a:xfrm>
            <a:off x="216000" y="812520"/>
            <a:ext cx="7127280" cy="4008960"/>
          </a:xfrm>
          <a:prstGeom prst="rect">
            <a:avLst/>
          </a:prstGeom>
          <a:ln w="0">
            <a:noFill/>
          </a:ln>
        </p:spPr>
      </p:sp>
      <p:sp>
        <p:nvSpPr>
          <p:cNvPr id="70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81–84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lokale Kernübung ist beendet. Die Lehrperson demonstriert die vorgegebene Verbindung. Studierende mit fertigem Projekt können optional mitmachen. Dienstadresse von der Kursseite kopieren, nicht aus einer Portalseiten-URL erraten. Bei der ersten Nichterreichbarkeit direkt zur nächsten Folie wechseln.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https://geomoer.github.io/moer-bsc-geodaten/unit10/unit10-03_datenquellen.html</a:t>
            </a:r>
            <a:endParaRPr b="0" lang="en-US" sz="2000" spc="-1" strike="noStrike">
              <a:solidFill>
                <a:srgbClr val="000000"/>
              </a:solidFill>
              <a:latin typeface="Arial"/>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216000" y="812520"/>
            <a:ext cx="7127280" cy="4008960"/>
          </a:xfrm>
          <a:prstGeom prst="rect">
            <a:avLst/>
          </a:prstGeom>
          <a:ln w="0">
            <a:noFill/>
          </a:ln>
        </p:spPr>
      </p:sp>
      <p:sp>
        <p:nvSpPr>
          <p:cNvPr id="709" name="PlaceHolder 2"/>
          <p:cNvSpPr>
            <a:spLocks noGrp="1"/>
          </p:cNvSpPr>
          <p:nvPr>
            <p:ph type="body"/>
          </p:nvPr>
        </p:nvSpPr>
        <p:spPr>
          <a:xfrm>
            <a:off x="756000" y="5078520"/>
            <a:ext cx="6047640" cy="481680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84–85 (1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Wenn der Dienst nicht unmittelbar reagiert, ohne weiteren Versuch diese vorbereiteten Paketdateien verwenden: wms_schutzgebiete.png, wms_capabilities.xml und documentation/quellen.md. Der Screenshot zeigt nur die gerenderte Schutzgebietsdarstellung. Capabilities und Quellenblatt liefern Dienst- und Metadaten. Der Ausfall ist kein studentischer Fehler.</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https://geomoer.github.io/moer-bsc-geodaten/unit10/unit10-03_datenquellen.html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Ersatzbild aus assets/data/marburg/marburg_geodaten.zip</a:t>
            </a:r>
            <a:endParaRPr b="0" lang="en-US" sz="2000" spc="-1" strike="noStrike">
              <a:solidFill>
                <a:srgbClr val="000000"/>
              </a:solidFill>
              <a:latin typeface="Arial"/>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0" name="PlaceHolder 1"/>
          <p:cNvSpPr>
            <a:spLocks noGrp="1"/>
          </p:cNvSpPr>
          <p:nvPr>
            <p:ph type="sldImg"/>
          </p:nvPr>
        </p:nvSpPr>
        <p:spPr>
          <a:xfrm>
            <a:off x="216000" y="812520"/>
            <a:ext cx="7127280" cy="4008960"/>
          </a:xfrm>
          <a:prstGeom prst="rect">
            <a:avLst/>
          </a:prstGeom>
          <a:ln w="0">
            <a:noFill/>
          </a:ln>
        </p:spPr>
      </p:sp>
      <p:sp>
        <p:nvSpPr>
          <p:cNvPr id="71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85–88 (3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Eine der drei Fragen passend zum Sitzungsverlauf auswählen. Eine Minute zu zweit formulieren lassen und anschließend eine gemeinsame Antwort sichern. Nicht alle drei Fragen als Pflichtaufgabe behandeln. Erwartet: 1. qgz speichert Arbeitsstand und Verweise, nicht normalerweise alle Daten. 2. Layerart über Symbol, Eigenschaften und Attributtabelle prüfen. 3. WMS liefert primär ein Kartenbild und keine frei analysierbaren Vektorfeatures.</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https://geomoer.github.io/moer-bsc-geodaten/unit10/unit10-00_overview.html</a:t>
            </a:r>
            <a:endParaRPr b="0" lang="en-US" sz="2000" spc="-1" strike="noStrike">
              <a:solidFill>
                <a:srgbClr val="000000"/>
              </a:solidFill>
              <a:latin typeface="Arial"/>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2" name="PlaceHolder 1"/>
          <p:cNvSpPr>
            <a:spLocks noGrp="1"/>
          </p:cNvSpPr>
          <p:nvPr>
            <p:ph type="sldImg"/>
          </p:nvPr>
        </p:nvSpPr>
        <p:spPr>
          <a:xfrm>
            <a:off x="216000" y="812520"/>
            <a:ext cx="7127280" cy="4008960"/>
          </a:xfrm>
          <a:prstGeom prst="rect">
            <a:avLst/>
          </a:prstGeom>
          <a:ln w="0">
            <a:noFill/>
          </a:ln>
        </p:spPr>
      </p:sp>
      <p:sp>
        <p:nvSpPr>
          <p:cNvPr id="71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Zeitfenster: Minute 88–90 (2 Minuten).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Als einzige Übungsaufgabe die JiTT-Fragen zu Unit 10 im ILIAS-Kurs nennen. Fragen und Frist stehen in ILIAS; der konkrete Link ist auf der Kursseite noch Platzhalter. Keine Fertigstellung der WMS-Einrichtung oder des Praxiswegs als Übungsaufgabe verlangen. Unit 11 beginnt nach der Winterpause mit dem kurzen QGIS-Wiedereinstieg und importiert Punktdaten.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https://geomoer.github.io/moer-bsc-geodaten/unit10/unit10-04_assignment.html</a:t>
            </a:r>
            <a:endParaRPr b="0" lang="en-US" sz="2000" spc="-1" strike="noStrike">
              <a:solidFill>
                <a:srgbClr val="000000"/>
              </a:solidFill>
              <a:latin typeface="Arial"/>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216000" y="812520"/>
            <a:ext cx="7127280" cy="4008960"/>
          </a:xfrm>
          <a:prstGeom prst="rect">
            <a:avLst/>
          </a:prstGeom>
          <a:ln w="0">
            <a:noFill/>
          </a:ln>
        </p:spPr>
      </p:sp>
      <p:sp>
        <p:nvSpPr>
          <p:cNvPr id="71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Reserve; nicht zusätzlich in die 90 Minuten einplanen.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Nur bei Bedarf zur begrifflichen Abgrenzung zeigen. Ein WMS liefert primär ein gerendertes Kartenbild. Ein WFS liefert Vektorfeatures mit Geometrien und Attributen. WFS wird in Unit 10 nicht praktisch eingerichtet. Die Abbildung ist schematisch und ersetzt keine Dienstprüfung.</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https://geomoer.github.io/moer-bsc-geodaten/unit10/unit10-03_datenquellen.html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Bild: assets/images/unit10/wms-wfs.svg</a:t>
            </a:r>
            <a:endParaRPr b="0" lang="en-US" sz="2000" spc="-1" strike="noStrike">
              <a:solidFill>
                <a:srgbClr val="000000"/>
              </a:solidFill>
              <a:latin typeface="Arial"/>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6" name="PlaceHolder 1"/>
          <p:cNvSpPr>
            <a:spLocks noGrp="1"/>
          </p:cNvSpPr>
          <p:nvPr>
            <p:ph type="sldImg"/>
          </p:nvPr>
        </p:nvSpPr>
        <p:spPr>
          <a:xfrm>
            <a:off x="216000" y="812520"/>
            <a:ext cx="7127280" cy="4008960"/>
          </a:xfrm>
          <a:prstGeom prst="rect">
            <a:avLst/>
          </a:prstGeom>
          <a:ln w="0">
            <a:noFill/>
          </a:ln>
        </p:spPr>
      </p:sp>
      <p:sp>
        <p:nvSpPr>
          <p:cNvPr id="717" name="PlaceHolder 2"/>
          <p:cNvSpPr>
            <a:spLocks noGrp="1"/>
          </p:cNvSpPr>
          <p:nvPr>
            <p:ph type="body"/>
          </p:nvPr>
        </p:nvSpPr>
        <p:spPr>
          <a:xfrm>
            <a:off x="756000" y="5078520"/>
            <a:ext cx="6047640" cy="906660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Reserve; nicht zusätzlich in die 90 Minuten einplanen.</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Fachliche Grundlage sind die aktuellen fünf Unit-10-Seiten, der QGIS-Kernpfad und das Marburger Übungspaket vom 08.09.2026. Die Folien verwenden die vorhandenen Unit-10-Abbildungen sowie den vorbereiteten WMS-Ersatz aus dem Paket. QGIS-Dokumentation passend zur Kursversion 3.40 verlinken. Der HLNUG-Dienst wird nach Angabe der Kursseite verwendet; seine Live-Erreichbarkeit ist nicht Voraussetzung der Sitzung.</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https://geomoer.github.io/moer-bsc-geodaten/unit10/unit10-00_overview.html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https://geomoer.github.io/moer-bsc-geodaten/unit10/unit10-01_datenmodelle.html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https://geomoer.github.io/moer-bsc-geodaten/unit10/unit10-02_qgigs.html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https://geomoer.github.io/moer-bsc-geodaten/unit10/unit10-03_datenquellen.html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https://geomoer.github.io/moer-bsc-geodaten/unit10/unit10-04_assignment.html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https://geomoer.github.io/moer-bsc-geodaten/material/qgis-kernpfade.html#unit10</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https://docs.qgis.org/3.40/en/docs/user_manual/</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https://www.hlnug.de/themen/geografische-informationssysteme/geodienste/naturschutz</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https://geodienste-umwelt.hessen.de/arcgis/services/inspire/schutzgebiete/MapServer/WmsServer</a:t>
            </a:r>
            <a:endParaRPr b="0" lang="en-US" sz="2000" spc="-1" strike="noStrike">
              <a:solidFill>
                <a:srgbClr val="000000"/>
              </a:solidFill>
              <a:latin typeface="Arial"/>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8" name="PlaceHolder 1"/>
          <p:cNvSpPr>
            <a:spLocks noGrp="1"/>
          </p:cNvSpPr>
          <p:nvPr>
            <p:ph type="sldImg"/>
          </p:nvPr>
        </p:nvSpPr>
        <p:spPr>
          <a:xfrm>
            <a:off x="216000" y="812520"/>
            <a:ext cx="7127280" cy="4008960"/>
          </a:xfrm>
          <a:prstGeom prst="rect">
            <a:avLst/>
          </a:prstGeom>
          <a:ln w="0">
            <a:noFill/>
          </a:ln>
        </p:spPr>
      </p:sp>
      <p:sp>
        <p:nvSpPr>
          <p:cNvPr id="71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Abschluss nach der Nachbereitung; kein zusätzlicher Zeitblock.</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Die Sitzung mit dieser Folie beenden. Die Abschlussgestaltung nutzt den Kontakt-Master der universitären Vorlage sowie das originale Foto-/Kartenmotiv aus der FB19-Titelseite.</a:t>
            </a:r>
            <a:endParaRPr b="0" lang="en-US" sz="2000" spc="-1" strike="noStrike">
              <a:solidFill>
                <a:srgbClr val="000000"/>
              </a:solidFill>
              <a:latin typeface="Arial"/>
            </a:endParaRPr>
          </a:p>
          <a:p>
            <a:pPr marL="216000" indent="-216000">
              <a:buNone/>
            </a:pP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Quellen / Anschluss an die HTML-Lernumgebung:</a:t>
            </a:r>
            <a:endParaRPr b="0" lang="en-US" sz="2000" spc="-1" strike="noStrike">
              <a:solidFill>
                <a:srgbClr val="000000"/>
              </a:solidFill>
              <a:latin typeface="Arial"/>
            </a:endParaRPr>
          </a:p>
          <a:p>
            <a:pPr marL="216000" indent="-216000">
              <a:buNone/>
            </a:pPr>
            <a:r>
              <a:rPr b="0" lang="en-US" sz="2000" spc="-1" strike="noStrike">
                <a:solidFill>
                  <a:srgbClr val="000000"/>
                </a:solidFill>
                <a:latin typeface="Arial"/>
              </a:rPr>
              <a:t>/home/dirk/GeoMOER/moer-bsc-geodaten/docs/slides/Vorlagen/präs_ms02_powerpoint_de.pptx</a:t>
            </a:r>
            <a:endParaRPr b="0" lang="en-US" sz="2000" spc="-1" strike="noStrike">
              <a:solidFill>
                <a:srgbClr val="000000"/>
              </a:solidFill>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7.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 und 2 Bilder">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9EAAED8E-10D0-496C-94E6-CC569776F40F}"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ei Titel und zwei Inhalte">
    <p:spTree>
      <p:nvGrpSpPr>
        <p:cNvPr id="1" name=""/>
        <p:cNvGrpSpPr/>
        <p:nvPr/>
      </p:nvGrpSpPr>
      <p:grpSpPr>
        <a:xfrm>
          <a:off x="0" y="0"/>
          <a:ext cx="0" cy="0"/>
          <a:chOff x="0" y="0"/>
          <a:chExt cx="0" cy="0"/>
        </a:xfrm>
      </p:grpSpPr>
      <p:sp>
        <p:nvSpPr>
          <p:cNvPr id="2" name="PlaceHolder 1"/>
          <p:cNvSpPr>
            <a:spLocks noGrp="1"/>
          </p:cNvSpPr>
          <p:nvPr>
            <p:ph type="ftr" idx="3"/>
          </p:nvPr>
        </p:nvSpPr>
        <p:spPr/>
        <p:txBody>
          <a:bodyPr/>
          <a:p>
            <a:r>
              <a:t>Footer</a:t>
            </a:r>
          </a:p>
        </p:txBody>
      </p:sp>
      <p:sp>
        <p:nvSpPr>
          <p:cNvPr id="3" name="PlaceHolder 2"/>
          <p:cNvSpPr>
            <a:spLocks noGrp="1"/>
          </p:cNvSpPr>
          <p:nvPr>
            <p:ph type="sldNum" idx="4"/>
          </p:nvPr>
        </p:nvSpPr>
        <p:spPr/>
        <p:txBody>
          <a:bodyPr/>
          <a:p>
            <a:fld id="{22A5335F-7AFC-47A1-AB4A-07078B2C9AD9}"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ditorial">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E42950FD-257C-4308-B224-E1C06788E25C}"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spTree>
      <p:nvGrpSpPr>
        <p:cNvPr id="1" name=""/>
        <p:cNvGrpSpPr/>
        <p:nvPr/>
      </p:nvGrpSpPr>
      <p:grpSpPr>
        <a:xfrm>
          <a:off x="0" y="0"/>
          <a:ext cx="0" cy="0"/>
          <a:chOff x="0" y="0"/>
          <a:chExt cx="0" cy="0"/>
        </a:xfrm>
      </p:grpSpPr>
      <p:sp>
        <p:nvSpPr>
          <p:cNvPr id="25"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94767163-9448-4BF0-95CF-1CB9439D2CED}"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ollbild">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
        <p:nvSpPr>
          <p:cNvPr id="3" name="PlaceHolder 2"/>
          <p:cNvSpPr>
            <a:spLocks noGrp="1"/>
          </p:cNvSpPr>
          <p:nvPr>
            <p:ph type="sldNum" idx="10"/>
          </p:nvPr>
        </p:nvSpPr>
        <p:spPr/>
        <p:txBody>
          <a:bodyPr/>
          <a:p>
            <a:fld id="{B80C2C9D-C3C1-4CDD-95F8-4FA0B5853629}"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p>
            <a:r>
              <a:t>Footer</a:t>
            </a:r>
          </a:p>
        </p:txBody>
      </p:sp>
      <p:sp>
        <p:nvSpPr>
          <p:cNvPr id="3" name="PlaceHolder 2"/>
          <p:cNvSpPr>
            <a:spLocks noGrp="1"/>
          </p:cNvSpPr>
          <p:nvPr>
            <p:ph type="sldNum" idx="12"/>
          </p:nvPr>
        </p:nvSpPr>
        <p:spPr/>
        <p:txBody>
          <a:bodyPr/>
          <a:p>
            <a:fld id="{229A1F5D-D29D-4564-8B1A-50FE576D4297}"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mit Bild">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mit Bild A">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mit Bild B">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Agenda">
    <p:spTree>
      <p:nvGrpSpPr>
        <p:cNvPr id="1" name=""/>
        <p:cNvGrpSpPr/>
        <p:nvPr/>
      </p:nvGrpSpPr>
      <p:grpSpPr>
        <a:xfrm>
          <a:off x="0" y="0"/>
          <a:ext cx="0" cy="0"/>
          <a:chOff x="0" y="0"/>
          <a:chExt cx="0" cy="0"/>
        </a:xfrm>
      </p:grpSpPr>
      <p:sp>
        <p:nvSpPr>
          <p:cNvPr id="54"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5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lnSpc>
                <a:spcPct val="120000"/>
              </a:lnSpc>
              <a:spcBef>
                <a:spcPts val="1417"/>
              </a:spcBef>
              <a:buNone/>
            </a:pPr>
            <a:endParaRPr b="0" lang="de-DE" sz="1400" spc="-1" strike="noStrike">
              <a:solidFill>
                <a:schemeClr val="dk1"/>
              </a:solidFill>
              <a:latin typeface="Noto Sans"/>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F0F5D913-B021-45E8-B441-20E319A881E9}" type="slidenum">
              <a:t>&lt;#&gt;</a:t>
            </a:fld>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Kapiteltrenner">
    <p:spTree>
      <p:nvGrpSpPr>
        <p:cNvPr id="1" name=""/>
        <p:cNvGrpSpPr/>
        <p:nvPr/>
      </p:nvGrpSpPr>
      <p:grpSpPr>
        <a:xfrm>
          <a:off x="0" y="0"/>
          <a:ext cx="0" cy="0"/>
          <a:chOff x="0" y="0"/>
          <a:chExt cx="0" cy="0"/>
        </a:xfrm>
      </p:grpSpPr>
      <p:sp>
        <p:nvSpPr>
          <p:cNvPr id="60"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3" name="PlaceHolder 2"/>
          <p:cNvSpPr>
            <a:spLocks noGrp="1"/>
          </p:cNvSpPr>
          <p:nvPr>
            <p:ph type="ftr" idx="15"/>
          </p:nvPr>
        </p:nvSpPr>
        <p:spPr/>
        <p:txBody>
          <a:bodyPr/>
          <a:p>
            <a:r>
              <a:t>Footer</a:t>
            </a:r>
          </a:p>
        </p:txBody>
      </p:sp>
      <p:sp>
        <p:nvSpPr>
          <p:cNvPr id="4" name="PlaceHolder 3"/>
          <p:cNvSpPr>
            <a:spLocks noGrp="1"/>
          </p:cNvSpPr>
          <p:nvPr>
            <p:ph type="sldNum" idx="16"/>
          </p:nvPr>
        </p:nvSpPr>
        <p:spPr/>
        <p:txBody>
          <a:bodyPr/>
          <a:p>
            <a:fld id="{BC898FDE-DA76-45B1-89D8-C7CFA4B52835}"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trenner mit Bild">
    <p:spTree>
      <p:nvGrpSpPr>
        <p:cNvPr id="1" name=""/>
        <p:cNvGrpSpPr/>
        <p:nvPr/>
      </p:nvGrpSpPr>
      <p:grpSpPr>
        <a:xfrm>
          <a:off x="0" y="0"/>
          <a:ext cx="0" cy="0"/>
          <a:chOff x="0" y="0"/>
          <a:chExt cx="0" cy="0"/>
        </a:xfrm>
      </p:grpSpPr>
      <p:sp>
        <p:nvSpPr>
          <p:cNvPr id="2" name="PlaceHolder 1"/>
          <p:cNvSpPr>
            <a:spLocks noGrp="1"/>
          </p:cNvSpPr>
          <p:nvPr>
            <p:ph type="ftr" idx="17"/>
          </p:nvPr>
        </p:nvSpPr>
        <p:spPr/>
        <p:txBody>
          <a:bodyPr/>
          <a:p>
            <a:r>
              <a:t>Footer</a:t>
            </a:r>
          </a:p>
        </p:txBody>
      </p:sp>
      <p:sp>
        <p:nvSpPr>
          <p:cNvPr id="3" name="PlaceHolder 2"/>
          <p:cNvSpPr>
            <a:spLocks noGrp="1"/>
          </p:cNvSpPr>
          <p:nvPr>
            <p:ph type="sldNum" idx="18"/>
          </p:nvPr>
        </p:nvSpPr>
        <p:spPr/>
        <p:txBody>
          <a:bodyPr/>
          <a:p>
            <a:fld id="{D3C03448-ADD2-412B-8872-25FBBD240333}"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el und Inhalt">
    <p:spTree>
      <p:nvGrpSpPr>
        <p:cNvPr id="1" name=""/>
        <p:cNvGrpSpPr/>
        <p:nvPr/>
      </p:nvGrpSpPr>
      <p:grpSpPr>
        <a:xfrm>
          <a:off x="0" y="0"/>
          <a:ext cx="0" cy="0"/>
          <a:chOff x="0" y="0"/>
          <a:chExt cx="0" cy="0"/>
        </a:xfrm>
      </p:grpSpPr>
      <p:sp>
        <p:nvSpPr>
          <p:cNvPr id="70"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71"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lnSpc>
                <a:spcPct val="120000"/>
              </a:lnSpc>
              <a:spcBef>
                <a:spcPts val="1417"/>
              </a:spcBef>
              <a:buNone/>
            </a:pPr>
            <a:endParaRPr b="0" lang="de-DE" sz="1400" spc="-1" strike="noStrike">
              <a:solidFill>
                <a:schemeClr val="dk1"/>
              </a:solidFill>
              <a:latin typeface="Noto Sans"/>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52A063CE-3F64-4065-B886-8AF2AA96C6F4}"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 und Inhalt">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11BD8429-7F9C-4A80-985B-F8C8C9191715}"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el und zwei Inhalte">
    <p:spTree>
      <p:nvGrpSpPr>
        <p:cNvPr id="1" name=""/>
        <p:cNvGrpSpPr/>
        <p:nvPr/>
      </p:nvGrpSpPr>
      <p:grpSpPr>
        <a:xfrm>
          <a:off x="0" y="0"/>
          <a:ext cx="0" cy="0"/>
          <a:chOff x="0" y="0"/>
          <a:chExt cx="0" cy="0"/>
        </a:xfrm>
      </p:grpSpPr>
      <p:sp>
        <p:nvSpPr>
          <p:cNvPr id="77" name="PlaceHolder 1"/>
          <p:cNvSpPr>
            <a:spLocks noGrp="1"/>
          </p:cNvSpPr>
          <p:nvPr>
            <p:ph type="title"/>
          </p:nvPr>
        </p:nvSpPr>
        <p:spPr>
          <a:xfrm>
            <a:off x="334800" y="339120"/>
            <a:ext cx="6164640" cy="6150240"/>
          </a:xfrm>
          <a:prstGeom prst="rect">
            <a:avLst/>
          </a:prstGeom>
          <a:noFill/>
          <a:ln w="0">
            <a:noFill/>
          </a:ln>
        </p:spPr>
        <p:txBody>
          <a:bodyPr lIns="0" rIns="0" tIns="0" bIns="0" anchor="ctr">
            <a:noAutofit/>
          </a:bodyPr>
          <a:p>
            <a:pPr indent="0">
              <a:buNone/>
            </a:pPr>
            <a:endParaRPr b="0" lang="de-DE" sz="1800" spc="-1" strike="noStrike">
              <a:solidFill>
                <a:schemeClr val="dk1"/>
              </a:solidFill>
              <a:latin typeface="Noto Sans"/>
            </a:endParaRPr>
          </a:p>
        </p:txBody>
      </p:sp>
      <p:sp>
        <p:nvSpPr>
          <p:cNvPr id="7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lnSpc>
                <a:spcPct val="120000"/>
              </a:lnSpc>
              <a:spcBef>
                <a:spcPts val="1417"/>
              </a:spcBef>
              <a:buNone/>
            </a:pPr>
            <a:endParaRPr b="0" lang="de-DE" sz="1400" spc="-1" strike="noStrike">
              <a:solidFill>
                <a:schemeClr val="dk1"/>
              </a:solidFill>
              <a:latin typeface="Noto Sans"/>
            </a:endParaRPr>
          </a:p>
        </p:txBody>
      </p:sp>
      <p:sp>
        <p:nvSpPr>
          <p:cNvPr id="4" name="PlaceHolder 3"/>
          <p:cNvSpPr>
            <a:spLocks noGrp="1"/>
          </p:cNvSpPr>
          <p:nvPr>
            <p:ph type="ftr" idx="21"/>
          </p:nvPr>
        </p:nvSpPr>
        <p:spPr/>
        <p:txBody>
          <a:bodyPr/>
          <a:p>
            <a:r>
              <a:t>Footer</a:t>
            </a:r>
          </a:p>
        </p:txBody>
      </p:sp>
      <p:sp>
        <p:nvSpPr>
          <p:cNvPr id="5" name="PlaceHolder 4"/>
          <p:cNvSpPr>
            <a:spLocks noGrp="1"/>
          </p:cNvSpPr>
          <p:nvPr>
            <p:ph type="sldNum" idx="22"/>
          </p:nvPr>
        </p:nvSpPr>
        <p:spPr/>
        <p:txBody>
          <a:bodyPr/>
          <a:p>
            <a:fld id="{7DA610C1-6D30-487C-BEB5-3E98D3430758}" type="slidenum">
              <a:t>&lt;#&gt;</a:t>
            </a:fld>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 Inhalt und Bild">
    <p:spTree>
      <p:nvGrpSpPr>
        <p:cNvPr id="1" name=""/>
        <p:cNvGrpSpPr/>
        <p:nvPr/>
      </p:nvGrpSpPr>
      <p:grpSpPr>
        <a:xfrm>
          <a:off x="0" y="0"/>
          <a:ext cx="0" cy="0"/>
          <a:chOff x="0" y="0"/>
          <a:chExt cx="0" cy="0"/>
        </a:xfrm>
      </p:grpSpPr>
      <p:sp>
        <p:nvSpPr>
          <p:cNvPr id="2" name="PlaceHolder 1"/>
          <p:cNvSpPr>
            <a:spLocks noGrp="1"/>
          </p:cNvSpPr>
          <p:nvPr>
            <p:ph type="ftr" idx="23"/>
          </p:nvPr>
        </p:nvSpPr>
        <p:spPr/>
        <p:txBody>
          <a:bodyPr/>
          <a:p>
            <a:r>
              <a:t>Footer</a:t>
            </a:r>
          </a:p>
        </p:txBody>
      </p:sp>
      <p:sp>
        <p:nvSpPr>
          <p:cNvPr id="3" name="PlaceHolder 2"/>
          <p:cNvSpPr>
            <a:spLocks noGrp="1"/>
          </p:cNvSpPr>
          <p:nvPr>
            <p:ph type="sldNum" idx="24"/>
          </p:nvPr>
        </p:nvSpPr>
        <p:spPr/>
        <p:txBody>
          <a:bodyPr/>
          <a:p>
            <a:fld id="{A3CA61AE-1C6B-4AE1-8D82-46F6A2E08F1F}"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Relationship Id="rId3" Type="http://schemas.openxmlformats.org/officeDocument/2006/relationships/slideLayout" Target="../slideLayouts/slideLayout16.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7.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762440" y="2187000"/>
            <a:ext cx="6662520" cy="2003760"/>
          </a:xfrm>
          <a:prstGeom prst="rect">
            <a:avLst/>
          </a:prstGeom>
          <a:noFill/>
          <a:ln w="0">
            <a:noFill/>
          </a:ln>
        </p:spPr>
        <p:txBody>
          <a:bodyPr lIns="0" rIns="0" tIns="0" bIns="0" anchor="t">
            <a:noAutofit/>
          </a:bodyPr>
          <a:p>
            <a:pPr indent="0" defTabSz="914400">
              <a:lnSpc>
                <a:spcPct val="100000"/>
              </a:lnSpc>
              <a:buNone/>
            </a:pPr>
            <a:r>
              <a:rPr b="0" lang="de-DE" sz="4200" spc="-1" strike="noStrike">
                <a:solidFill>
                  <a:schemeClr val="lt1"/>
                </a:solidFill>
                <a:latin typeface="Noto Sans"/>
              </a:rPr>
              <a:t>Mastertitelformat bearbeiten</a:t>
            </a:r>
            <a:endParaRPr b="0" lang="de-DE" sz="4200" spc="-1" strike="noStrike">
              <a:solidFill>
                <a:schemeClr val="dk1"/>
              </a:solidFill>
              <a:latin typeface="Noto Sans"/>
            </a:endParaRPr>
          </a:p>
        </p:txBody>
      </p:sp>
      <p:sp>
        <p:nvSpPr>
          <p:cNvPr id="1" name="PlaceHolder 2"/>
          <p:cNvSpPr>
            <a:spLocks noGrp="1"/>
          </p:cNvSpPr>
          <p:nvPr>
            <p:ph type="body"/>
          </p:nvPr>
        </p:nvSpPr>
        <p:spPr>
          <a:xfrm>
            <a:off x="4762440" y="5524560"/>
            <a:ext cx="6662520" cy="815040"/>
          </a:xfrm>
          <a:prstGeom prst="rect">
            <a:avLst/>
          </a:prstGeom>
          <a:noFill/>
          <a:ln w="0">
            <a:noFill/>
          </a:ln>
        </p:spPr>
        <p:txBody>
          <a:bodyPr lIns="0" rIns="0" tIns="0" bIns="0" anchor="b">
            <a:noAutofit/>
          </a:bodyPr>
          <a:p>
            <a:pPr indent="0" defTabSz="914400">
              <a:lnSpc>
                <a:spcPct val="120000"/>
              </a:lnSpc>
              <a:spcBef>
                <a:spcPts val="400"/>
              </a:spcBef>
              <a:buNone/>
              <a:tabLst>
                <a:tab algn="l" pos="0"/>
              </a:tabLst>
            </a:pPr>
            <a:r>
              <a:rPr b="0" lang="de-DE" sz="1200" spc="-1" strike="noStrike">
                <a:solidFill>
                  <a:schemeClr val="lt1"/>
                </a:solidFill>
                <a:latin typeface="Noto Sans"/>
              </a:rPr>
              <a:t>Mastertextformat bearbeiten</a:t>
            </a:r>
            <a:endParaRPr b="0" lang="de-DE" sz="1200" spc="-1" strike="noStrike">
              <a:solidFill>
                <a:schemeClr val="dk1"/>
              </a:solidFill>
              <a:latin typeface="Noto Sans"/>
            </a:endParaRPr>
          </a:p>
        </p:txBody>
      </p:sp>
      <p:sp>
        <p:nvSpPr>
          <p:cNvPr id="2" name="Freihandform: Form 11"/>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fillRef idx="0"/>
          <a:effectRef idx="0"/>
          <a:fontRef idx="minor"/>
        </p:style>
        <p:txBody>
          <a:bodyPr lIns="90000" rIns="90000" tIns="45000" bIns="45000" anchor="ctr">
            <a:noAutofit/>
          </a:bodyPr>
          <a:p>
            <a:pPr defTabSz="914400">
              <a:lnSpc>
                <a:spcPct val="100000"/>
              </a:lnSpc>
            </a:pPr>
            <a:endParaRPr b="0" lang="de-DE" sz="1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766800" y="333360"/>
            <a:ext cx="511308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4" name="PlaceHolder 2"/>
          <p:cNvSpPr>
            <a:spLocks noGrp="1"/>
          </p:cNvSpPr>
          <p:nvPr>
            <p:ph type="body"/>
          </p:nvPr>
        </p:nvSpPr>
        <p:spPr>
          <a:xfrm>
            <a:off x="7551360" y="333360"/>
            <a:ext cx="4305240" cy="583200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5" name="PlaceHolder 3"/>
          <p:cNvSpPr>
            <a:spLocks noGrp="1"/>
          </p:cNvSpPr>
          <p:nvPr>
            <p:ph type="body"/>
          </p:nvPr>
        </p:nvSpPr>
        <p:spPr>
          <a:xfrm>
            <a:off x="766800" y="1665360"/>
            <a:ext cx="6228000" cy="450036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6" name="PlaceHolder 4"/>
          <p:cNvSpPr>
            <a:spLocks noGrp="1"/>
          </p:cNvSpPr>
          <p:nvPr>
            <p:ph type="ftr" idx="1"/>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7" name="PlaceHolder 5">
            <a:extLst>
              <a:ext uri="{C183D7F6-B498-43B3-948B-1728B52AA6E4}">
                <adec:decorative xmlns:adec="http://schemas.microsoft.com/office/drawing/2017/decorative" val="1"/>
              </a:ext>
            </a:extLst>
          </p:cNvPr>
          <p:cNvSpPr>
            <a:spLocks noGrp="1"/>
          </p:cNvSpPr>
          <p:nvPr>
            <p:ph type="sldNum" idx="2"/>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FBE5A7B1-4A0C-489C-BC07-28A863FB0D61}"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
        <p:nvSpPr>
          <p:cNvPr id="8" name="PlaceHolder 6"/>
          <p:cNvSpPr>
            <a:spLocks noGrp="1"/>
          </p:cNvSpPr>
          <p:nvPr>
            <p:ph type="body"/>
          </p:nvPr>
        </p:nvSpPr>
        <p:spPr>
          <a:xfrm rot="16200000">
            <a:off x="87746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9" name="PlaceHolder 7"/>
          <p:cNvSpPr>
            <a:spLocks noGrp="1"/>
          </p:cNvSpPr>
          <p:nvPr>
            <p:ph type="body"/>
          </p:nvPr>
        </p:nvSpPr>
        <p:spPr>
          <a:xfrm rot="16200000">
            <a:off x="4577400" y="3748320"/>
            <a:ext cx="450036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766800" y="333360"/>
            <a:ext cx="34617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11" name="PlaceHolder 2"/>
          <p:cNvSpPr>
            <a:spLocks noGrp="1"/>
          </p:cNvSpPr>
          <p:nvPr>
            <p:ph type="body"/>
          </p:nvPr>
        </p:nvSpPr>
        <p:spPr>
          <a:xfrm>
            <a:off x="766800" y="1665360"/>
            <a:ext cx="346176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12" name="PlaceHolder 3"/>
          <p:cNvSpPr>
            <a:spLocks noGrp="1"/>
          </p:cNvSpPr>
          <p:nvPr>
            <p:ph type="body"/>
          </p:nvPr>
        </p:nvSpPr>
        <p:spPr>
          <a:xfrm>
            <a:off x="4660560" y="333360"/>
            <a:ext cx="6764400" cy="899640"/>
          </a:xfrm>
          <a:prstGeom prst="rect">
            <a:avLst/>
          </a:prstGeom>
          <a:noFill/>
          <a:ln w="0">
            <a:noFill/>
          </a:ln>
        </p:spPr>
        <p:txBody>
          <a:bodyPr lIns="0" rIns="0" tIns="0" bIns="0" anchor="t">
            <a:noAutofit/>
          </a:bodyPr>
          <a:p>
            <a:pPr indent="0" defTabSz="914400">
              <a:lnSpc>
                <a:spcPct val="110000"/>
              </a:lnSpc>
              <a:buNone/>
              <a:tabLst>
                <a:tab algn="l" pos="0"/>
              </a:tabLst>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13" name="PlaceHolder 4"/>
          <p:cNvSpPr>
            <a:spLocks noGrp="1"/>
          </p:cNvSpPr>
          <p:nvPr>
            <p:ph type="body"/>
          </p:nvPr>
        </p:nvSpPr>
        <p:spPr>
          <a:xfrm>
            <a:off x="4660560" y="1665360"/>
            <a:ext cx="676440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14" name="PlaceHolder 5"/>
          <p:cNvSpPr>
            <a:spLocks noGrp="1"/>
          </p:cNvSpPr>
          <p:nvPr>
            <p:ph type="ftr" idx="3"/>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15" name="PlaceHolder 6">
            <a:extLst>
              <a:ext uri="{C183D7F6-B498-43B3-948B-1728B52AA6E4}">
                <adec:decorative xmlns:adec="http://schemas.microsoft.com/office/drawing/2017/decorative" val="1"/>
              </a:ext>
            </a:extLst>
          </p:cNvPr>
          <p:cNvSpPr>
            <a:spLocks noGrp="1"/>
          </p:cNvSpPr>
          <p:nvPr>
            <p:ph type="sldNum" idx="4"/>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E544D577-39D3-4401-B1FE-BC5B69A04633}"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766800" y="1665360"/>
            <a:ext cx="3461760" cy="123012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17" name="PlaceHolder 2"/>
          <p:cNvSpPr>
            <a:spLocks noGrp="1"/>
          </p:cNvSpPr>
          <p:nvPr>
            <p:ph type="body"/>
          </p:nvPr>
        </p:nvSpPr>
        <p:spPr>
          <a:xfrm>
            <a:off x="766800" y="2968560"/>
            <a:ext cx="3461760" cy="319680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100" spc="-1" strike="noStrike">
                <a:solidFill>
                  <a:schemeClr val="dk1"/>
                </a:solidFill>
                <a:latin typeface="Noto Sans"/>
              </a:rPr>
              <a:t>Mastertextformat bearbeiten</a:t>
            </a:r>
            <a:endParaRPr b="0" lang="de-DE" sz="11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100" spc="-1" strike="noStrike">
                <a:solidFill>
                  <a:schemeClr val="dk1"/>
                </a:solidFill>
                <a:latin typeface="Noto Sans"/>
              </a:rPr>
              <a:t>Zweite Ebene</a:t>
            </a:r>
            <a:endParaRPr b="0" lang="de-DE" sz="11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100" spc="-1" strike="noStrike">
                <a:solidFill>
                  <a:schemeClr val="dk1"/>
                </a:solidFill>
                <a:latin typeface="Noto Sans"/>
              </a:rPr>
              <a:t>Dritte Ebene</a:t>
            </a:r>
            <a:endParaRPr b="0" lang="de-DE" sz="11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100" spc="-1" strike="noStrike">
                <a:solidFill>
                  <a:schemeClr val="dk1"/>
                </a:solidFill>
                <a:latin typeface="Noto Sans"/>
              </a:rPr>
              <a:t>Vierte Ebene</a:t>
            </a:r>
            <a:endParaRPr b="0" lang="de-DE" sz="11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100" spc="-1" strike="noStrike">
                <a:solidFill>
                  <a:schemeClr val="dk1"/>
                </a:solidFill>
                <a:latin typeface="Noto Sans"/>
              </a:rPr>
              <a:t>Fünfte Ebene</a:t>
            </a:r>
            <a:endParaRPr b="0" lang="de-DE" sz="1100" spc="-1" strike="noStrike">
              <a:solidFill>
                <a:schemeClr val="dk1"/>
              </a:solidFill>
              <a:latin typeface="Noto Sans"/>
            </a:endParaRPr>
          </a:p>
        </p:txBody>
      </p:sp>
      <p:sp>
        <p:nvSpPr>
          <p:cNvPr id="18" name="PlaceHolder 3"/>
          <p:cNvSpPr>
            <a:spLocks noGrp="1"/>
          </p:cNvSpPr>
          <p:nvPr>
            <p:ph type="body"/>
          </p:nvPr>
        </p:nvSpPr>
        <p:spPr>
          <a:xfrm>
            <a:off x="4660560" y="1665360"/>
            <a:ext cx="676440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19" name="PlaceHolder 4"/>
          <p:cNvSpPr>
            <a:spLocks noGrp="1"/>
          </p:cNvSpPr>
          <p:nvPr>
            <p:ph type="ftr" idx="5"/>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20" name="PlaceHolder 5">
            <a:extLst>
              <a:ext uri="{C183D7F6-B498-43B3-948B-1728B52AA6E4}">
                <adec:decorative xmlns:adec="http://schemas.microsoft.com/office/drawing/2017/decorative" val="1"/>
              </a:ext>
            </a:extLst>
          </p:cNvPr>
          <p:cNvSpPr>
            <a:spLocks noGrp="1"/>
          </p:cNvSpPr>
          <p:nvPr>
            <p:ph type="sldNum" idx="6"/>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8FF93B5C-F072-4926-9BED-533E53FD7AA3}"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66800" y="333360"/>
            <a:ext cx="106581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22" name="PlaceHolder 2"/>
          <p:cNvSpPr>
            <a:spLocks noGrp="1"/>
          </p:cNvSpPr>
          <p:nvPr>
            <p:ph type="ftr" idx="7"/>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23" name="PlaceHolder 3">
            <a:extLst>
              <a:ext uri="{C183D7F6-B498-43B3-948B-1728B52AA6E4}">
                <adec:decorative xmlns:adec="http://schemas.microsoft.com/office/drawing/2017/decorative" val="1"/>
              </a:ext>
            </a:extLst>
          </p:cNvPr>
          <p:cNvSpPr>
            <a:spLocks noGrp="1"/>
          </p:cNvSpPr>
          <p:nvPr>
            <p:ph type="sldNum" idx="8"/>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DF8CC7A7-8F0E-43C0-B973-D8219A79DF02}"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
        <p:nvSpPr>
          <p:cNvPr id="24" name="PlaceHolder 4"/>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120000"/>
              </a:lnSpc>
              <a:spcBef>
                <a:spcPts val="1417"/>
              </a:spcBef>
              <a:buClr>
                <a:srgbClr val="000000"/>
              </a:buClr>
              <a:buSzPct val="45000"/>
              <a:buFont typeface="Wingdings" charset="2"/>
              <a:buChar char=""/>
            </a:pPr>
            <a:r>
              <a:rPr b="0" lang="de-DE" sz="1400" spc="-1" strike="noStrike">
                <a:solidFill>
                  <a:schemeClr val="dk1"/>
                </a:solidFill>
                <a:latin typeface="Noto Sans"/>
              </a:rPr>
              <a:t>Click to edit the outline text format</a:t>
            </a:r>
            <a:endParaRPr b="0" lang="de-DE" sz="14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400" spc="-1" strike="noStrike">
                <a:solidFill>
                  <a:schemeClr val="dk1"/>
                </a:solidFill>
                <a:latin typeface="Noto Sans"/>
              </a:rPr>
              <a:t>Second Outline Level</a:t>
            </a:r>
            <a:endParaRPr b="0" lang="de-DE" sz="14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400" spc="-1" strike="noStrike">
                <a:solidFill>
                  <a:schemeClr val="dk1"/>
                </a:solidFill>
                <a:latin typeface="Noto Sans"/>
              </a:rPr>
              <a:t>Third Outline Level</a:t>
            </a:r>
            <a:endParaRPr b="0" lang="de-DE" sz="14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400" spc="-1" strike="noStrike">
                <a:solidFill>
                  <a:schemeClr val="dk1"/>
                </a:solidFill>
                <a:latin typeface="Noto Sans"/>
              </a:rPr>
              <a:t>Fourth Outline Level</a:t>
            </a:r>
            <a:endParaRPr b="0" lang="de-DE" sz="14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2000" spc="-1" strike="noStrike">
                <a:solidFill>
                  <a:schemeClr val="dk1"/>
                </a:solidFill>
                <a:latin typeface="Noto Sans"/>
              </a:rPr>
              <a:t>Fifth Outline Level</a:t>
            </a:r>
            <a:endParaRPr b="0" lang="de-DE" sz="20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2000" spc="-1" strike="noStrike">
                <a:solidFill>
                  <a:schemeClr val="dk1"/>
                </a:solidFill>
                <a:latin typeface="Noto Sans"/>
              </a:rPr>
              <a:t>Sixth Outline Level</a:t>
            </a:r>
            <a:endParaRPr b="0" lang="de-DE" sz="20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2000" spc="-1" strike="noStrike">
                <a:solidFill>
                  <a:schemeClr val="dk1"/>
                </a:solidFill>
                <a:latin typeface="Noto Sans"/>
              </a:rPr>
              <a:t>Seventh Outline Level</a:t>
            </a:r>
            <a:endParaRPr b="0" lang="de-DE" sz="20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27" name="PlaceHolder 2"/>
          <p:cNvSpPr>
            <a:spLocks noGrp="1"/>
          </p:cNvSpPr>
          <p:nvPr>
            <p:ph type="ftr" idx="9"/>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28" name="PlaceHolder 3">
            <a:extLst>
              <a:ext uri="{C183D7F6-B498-43B3-948B-1728B52AA6E4}">
                <adec:decorative xmlns:adec="http://schemas.microsoft.com/office/drawing/2017/decorative" val="1"/>
              </a:ext>
            </a:extLst>
          </p:cNvPr>
          <p:cNvSpPr>
            <a:spLocks noGrp="1"/>
          </p:cNvSpPr>
          <p:nvPr>
            <p:ph type="sldNum" idx="10"/>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25B8355D-9108-4A74-AC8C-551AA758E4FC}"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
        <p:nvSpPr>
          <p:cNvPr id="29" name="PlaceHolder 4"/>
          <p:cNvSpPr>
            <a:spLocks noGrp="1"/>
          </p:cNvSpPr>
          <p:nvPr>
            <p:ph type="body"/>
          </p:nvPr>
        </p:nvSpPr>
        <p:spPr>
          <a:xfrm rot="16200000">
            <a:off x="91094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30" name="PlaceHolder 5"/>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de-DE" sz="1800" spc="-1" strike="noStrike">
                <a:solidFill>
                  <a:schemeClr val="dk1"/>
                </a:solidFill>
                <a:latin typeface="Noto Sans"/>
              </a:rPr>
              <a:t>Click to edit the title text format</a:t>
            </a:r>
            <a:endParaRPr b="0" lang="de-DE" sz="1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1"/>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32" name="PlaceHolder 2">
            <a:extLst>
              <a:ext uri="{C183D7F6-B498-43B3-948B-1728B52AA6E4}">
                <adec:decorative xmlns:adec="http://schemas.microsoft.com/office/drawing/2017/decorative" val="1"/>
              </a:ext>
            </a:extLst>
          </p:cNvPr>
          <p:cNvSpPr>
            <a:spLocks noGrp="1"/>
          </p:cNvSpPr>
          <p:nvPr>
            <p:ph type="sldNum" idx="12"/>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53B8DC48-62DD-4EDA-AF4D-33EE867BFDAF}"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334800" y="339120"/>
            <a:ext cx="6164640" cy="6150240"/>
          </a:xfrm>
          <a:prstGeom prst="rect">
            <a:avLst/>
          </a:prstGeom>
          <a:solidFill>
            <a:schemeClr val="accent4"/>
          </a:solidFill>
          <a:ln w="0">
            <a:noFill/>
          </a:ln>
        </p:spPr>
        <p:txBody>
          <a:bodyPr lIns="432000" rIns="432000" tIns="2772000" bIns="0" anchor="t">
            <a:noAutofit/>
          </a:bodyPr>
          <a:p>
            <a:pPr indent="0" defTabSz="914400">
              <a:lnSpc>
                <a:spcPct val="100000"/>
              </a:lnSpc>
              <a:buNone/>
            </a:pPr>
            <a:r>
              <a:rPr b="0" lang="de-DE" sz="3000" spc="-1" strike="noStrike">
                <a:solidFill>
                  <a:schemeClr val="dk1"/>
                </a:solidFill>
                <a:latin typeface="Noto Sans"/>
              </a:rPr>
              <a:t>Mastertitelformat bearbeiten</a:t>
            </a:r>
            <a:endParaRPr b="0" lang="de-DE" sz="3000" spc="-1" strike="noStrike">
              <a:solidFill>
                <a:schemeClr val="dk1"/>
              </a:solidFill>
              <a:latin typeface="Noto Sans"/>
            </a:endParaRPr>
          </a:p>
        </p:txBody>
      </p:sp>
      <p:sp>
        <p:nvSpPr>
          <p:cNvPr id="34" name="Freihandform: Form 3"/>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fillRef idx="0"/>
          <a:effectRef idx="0"/>
          <a:fontRef idx="minor"/>
        </p:style>
        <p:txBody>
          <a:bodyPr lIns="90000" rIns="90000" tIns="45000" bIns="45000" anchor="ctr">
            <a:noAutofit/>
          </a:bodyPr>
          <a:p>
            <a:pPr defTabSz="914400">
              <a:lnSpc>
                <a:spcPct val="100000"/>
              </a:lnSpc>
            </a:pPr>
            <a:endParaRPr b="0" lang="de-DE" sz="1800" spc="-1" strike="noStrike">
              <a:solidFill>
                <a:schemeClr val="dk1"/>
              </a:solidFill>
              <a:latin typeface="Noto Sans"/>
            </a:endParaRPr>
          </a:p>
        </p:txBody>
      </p:sp>
      <p:sp>
        <p:nvSpPr>
          <p:cNvPr id="3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120000"/>
              </a:lnSpc>
              <a:spcBef>
                <a:spcPts val="1417"/>
              </a:spcBef>
              <a:buClr>
                <a:srgbClr val="ffffff"/>
              </a:buClr>
              <a:buSzPct val="45000"/>
              <a:buFont typeface="Wingdings" charset="2"/>
              <a:buChar char=""/>
            </a:pPr>
            <a:r>
              <a:rPr b="0" lang="de-DE" sz="1400" spc="-1" strike="noStrike">
                <a:solidFill>
                  <a:schemeClr val="dk1"/>
                </a:solidFill>
                <a:latin typeface="Noto Sans"/>
              </a:rPr>
              <a:t>Click to edit the outline text format</a:t>
            </a:r>
            <a:endParaRPr b="0" lang="de-DE" sz="1400" spc="-1" strike="noStrike">
              <a:solidFill>
                <a:schemeClr val="dk1"/>
              </a:solidFill>
              <a:latin typeface="Noto Sans"/>
            </a:endParaRPr>
          </a:p>
          <a:p>
            <a:pPr lvl="1" marL="864000" indent="-324000">
              <a:lnSpc>
                <a:spcPct val="120000"/>
              </a:lnSpc>
              <a:spcBef>
                <a:spcPts val="1134"/>
              </a:spcBef>
              <a:buClr>
                <a:srgbClr val="ffffff"/>
              </a:buClr>
              <a:buSzPct val="75000"/>
              <a:buFont typeface="Symbol" charset="2"/>
              <a:buChar char=""/>
            </a:pPr>
            <a:r>
              <a:rPr b="0" lang="de-DE" sz="1400" spc="-1" strike="noStrike">
                <a:solidFill>
                  <a:schemeClr val="dk1"/>
                </a:solidFill>
                <a:latin typeface="Noto Sans"/>
              </a:rPr>
              <a:t>Second Outline Level</a:t>
            </a:r>
            <a:endParaRPr b="0" lang="de-DE" sz="1400" spc="-1" strike="noStrike">
              <a:solidFill>
                <a:schemeClr val="dk1"/>
              </a:solidFill>
              <a:latin typeface="Noto Sans"/>
            </a:endParaRPr>
          </a:p>
          <a:p>
            <a:pPr lvl="2" marL="1296000" indent="-288000">
              <a:lnSpc>
                <a:spcPct val="120000"/>
              </a:lnSpc>
              <a:spcBef>
                <a:spcPts val="850"/>
              </a:spcBef>
              <a:buClr>
                <a:srgbClr val="ffffff"/>
              </a:buClr>
              <a:buSzPct val="45000"/>
              <a:buFont typeface="Wingdings" charset="2"/>
              <a:buChar char=""/>
            </a:pPr>
            <a:r>
              <a:rPr b="0" lang="de-DE" sz="1400" spc="-1" strike="noStrike">
                <a:solidFill>
                  <a:schemeClr val="dk1"/>
                </a:solidFill>
                <a:latin typeface="Noto Sans"/>
              </a:rPr>
              <a:t>Third Outline Level</a:t>
            </a:r>
            <a:endParaRPr b="0" lang="de-DE" sz="1400" spc="-1" strike="noStrike">
              <a:solidFill>
                <a:schemeClr val="dk1"/>
              </a:solidFill>
              <a:latin typeface="Noto Sans"/>
            </a:endParaRPr>
          </a:p>
          <a:p>
            <a:pPr lvl="3" marL="1728000" indent="-216000">
              <a:lnSpc>
                <a:spcPct val="120000"/>
              </a:lnSpc>
              <a:spcBef>
                <a:spcPts val="567"/>
              </a:spcBef>
              <a:buClr>
                <a:srgbClr val="ffffff"/>
              </a:buClr>
              <a:buSzPct val="75000"/>
              <a:buFont typeface="Symbol" charset="2"/>
              <a:buChar char=""/>
            </a:pPr>
            <a:r>
              <a:rPr b="0" lang="de-DE" sz="1400" spc="-1" strike="noStrike">
                <a:solidFill>
                  <a:schemeClr val="dk1"/>
                </a:solidFill>
                <a:latin typeface="Noto Sans"/>
              </a:rPr>
              <a:t>Fourth Outline Level</a:t>
            </a:r>
            <a:endParaRPr b="0" lang="de-DE" sz="1400" spc="-1" strike="noStrike">
              <a:solidFill>
                <a:schemeClr val="dk1"/>
              </a:solidFill>
              <a:latin typeface="Noto Sans"/>
            </a:endParaRPr>
          </a:p>
          <a:p>
            <a:pPr lvl="4" marL="2160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Fifth Outline Level</a:t>
            </a:r>
            <a:endParaRPr b="0" lang="de-DE" sz="2000" spc="-1" strike="noStrike">
              <a:solidFill>
                <a:schemeClr val="dk1"/>
              </a:solidFill>
              <a:latin typeface="Noto Sans"/>
            </a:endParaRPr>
          </a:p>
          <a:p>
            <a:pPr lvl="5" marL="2592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Sixth Outline Level</a:t>
            </a:r>
            <a:endParaRPr b="0" lang="de-DE" sz="2000" spc="-1" strike="noStrike">
              <a:solidFill>
                <a:schemeClr val="dk1"/>
              </a:solidFill>
              <a:latin typeface="Noto Sans"/>
            </a:endParaRPr>
          </a:p>
          <a:p>
            <a:pPr lvl="6" marL="3024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Seventh Outline Level</a:t>
            </a:r>
            <a:endParaRPr b="0" lang="de-DE" sz="20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37" name="PlaceHolder 2"/>
          <p:cNvSpPr>
            <a:spLocks noGrp="1"/>
          </p:cNvSpPr>
          <p:nvPr>
            <p:ph type="title"/>
          </p:nvPr>
        </p:nvSpPr>
        <p:spPr>
          <a:xfrm>
            <a:off x="334800" y="339120"/>
            <a:ext cx="6164640" cy="6150240"/>
          </a:xfrm>
          <a:prstGeom prst="rect">
            <a:avLst/>
          </a:prstGeom>
          <a:solidFill>
            <a:schemeClr val="accent2"/>
          </a:solidFill>
          <a:ln w="0">
            <a:noFill/>
          </a:ln>
        </p:spPr>
        <p:txBody>
          <a:bodyPr lIns="432000" rIns="432000" tIns="2772000" bIns="0" anchor="t">
            <a:noAutofit/>
          </a:bodyPr>
          <a:p>
            <a:pPr indent="0" defTabSz="914400">
              <a:lnSpc>
                <a:spcPct val="100000"/>
              </a:lnSpc>
              <a:buNone/>
            </a:pPr>
            <a:r>
              <a:rPr b="0" lang="de-DE" sz="3000" spc="-1" strike="noStrike">
                <a:solidFill>
                  <a:schemeClr val="dk1"/>
                </a:solidFill>
                <a:latin typeface="Noto Sans"/>
              </a:rPr>
              <a:t>Mastertitelformat bearbeiten</a:t>
            </a:r>
            <a:endParaRPr b="0" lang="de-DE" sz="3000" spc="-1" strike="noStrike">
              <a:solidFill>
                <a:schemeClr val="dk1"/>
              </a:solidFill>
              <a:latin typeface="Noto Sans"/>
            </a:endParaRPr>
          </a:p>
        </p:txBody>
      </p:sp>
      <p:sp>
        <p:nvSpPr>
          <p:cNvPr id="38" name="PlaceHolder 3"/>
          <p:cNvSpPr>
            <a:spLocks noGrp="1"/>
          </p:cNvSpPr>
          <p:nvPr>
            <p:ph type="body"/>
          </p:nvPr>
        </p:nvSpPr>
        <p:spPr>
          <a:xfrm rot="16200000">
            <a:off x="91094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39" name="PlaceHolder 4"/>
          <p:cNvSpPr>
            <a:spLocks noGrp="1"/>
          </p:cNvSpPr>
          <p:nvPr>
            <p:ph type="body"/>
          </p:nvPr>
        </p:nvSpPr>
        <p:spPr>
          <a:xfrm>
            <a:off x="10878120" y="335880"/>
            <a:ext cx="982800" cy="1382040"/>
          </a:xfrm>
          <a:prstGeom prst="rect">
            <a:avLst/>
          </a:prstGeom>
          <a:solidFill>
            <a:schemeClr val="lt1"/>
          </a:solidFill>
          <a:ln w="0">
            <a:noFill/>
          </a:ln>
        </p:spPr>
        <p:txBody>
          <a:bodyPr lIns="0" rIns="0" tIns="0" bIns="0" anchor="t">
            <a:noAutofit/>
          </a:bodyPr>
          <a:p>
            <a:pPr indent="0" defTabSz="914400">
              <a:lnSpc>
                <a:spcPct val="120000"/>
              </a:lnSpc>
              <a:buNone/>
              <a:tabLst>
                <a:tab algn="l" pos="0"/>
              </a:tabLst>
            </a:pPr>
            <a:r>
              <a:rPr b="0" lang="de-DE" sz="600" spc="-1" strike="noStrike">
                <a:solidFill>
                  <a:schemeClr val="lt1"/>
                </a:solidFill>
                <a:latin typeface="Noto Sans"/>
              </a:rPr>
              <a:t> </a:t>
            </a:r>
            <a:endParaRPr b="0" lang="de-DE" sz="6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7056000" y="2187000"/>
            <a:ext cx="4368600" cy="2598120"/>
          </a:xfrm>
          <a:prstGeom prst="rect">
            <a:avLst/>
          </a:prstGeom>
          <a:noFill/>
          <a:ln w="0">
            <a:noFill/>
          </a:ln>
        </p:spPr>
        <p:txBody>
          <a:bodyPr lIns="0" rIns="0" tIns="0" bIns="0" anchor="t">
            <a:noAutofit/>
          </a:bodyPr>
          <a:p>
            <a:pPr indent="0" defTabSz="914400">
              <a:lnSpc>
                <a:spcPct val="100000"/>
              </a:lnSpc>
              <a:buNone/>
            </a:pPr>
            <a:r>
              <a:rPr b="0" lang="de-DE" sz="4200" spc="-1" strike="noStrike">
                <a:solidFill>
                  <a:schemeClr val="lt1"/>
                </a:solidFill>
                <a:latin typeface="Noto Sans"/>
              </a:rPr>
              <a:t>Mastertitelformat bearbeiten</a:t>
            </a:r>
            <a:endParaRPr b="0" lang="de-DE" sz="4200" spc="-1" strike="noStrike">
              <a:solidFill>
                <a:schemeClr val="dk1"/>
              </a:solidFill>
              <a:latin typeface="Noto Sans"/>
            </a:endParaRPr>
          </a:p>
        </p:txBody>
      </p:sp>
      <p:sp>
        <p:nvSpPr>
          <p:cNvPr id="41" name="PlaceHolder 2"/>
          <p:cNvSpPr>
            <a:spLocks noGrp="1"/>
          </p:cNvSpPr>
          <p:nvPr>
            <p:ph type="body"/>
          </p:nvPr>
        </p:nvSpPr>
        <p:spPr>
          <a:xfrm>
            <a:off x="7056000" y="5524560"/>
            <a:ext cx="4368600" cy="815040"/>
          </a:xfrm>
          <a:prstGeom prst="rect">
            <a:avLst/>
          </a:prstGeom>
          <a:noFill/>
          <a:ln w="0">
            <a:noFill/>
          </a:ln>
        </p:spPr>
        <p:txBody>
          <a:bodyPr lIns="0" rIns="0" tIns="0" bIns="0" anchor="b">
            <a:noAutofit/>
          </a:bodyPr>
          <a:p>
            <a:pPr indent="0" defTabSz="914400">
              <a:lnSpc>
                <a:spcPct val="120000"/>
              </a:lnSpc>
              <a:spcBef>
                <a:spcPts val="400"/>
              </a:spcBef>
              <a:buNone/>
              <a:tabLst>
                <a:tab algn="l" pos="0"/>
              </a:tabLst>
            </a:pPr>
            <a:r>
              <a:rPr b="0" lang="de-DE" sz="1200" spc="-1" strike="noStrike">
                <a:solidFill>
                  <a:schemeClr val="lt1"/>
                </a:solidFill>
                <a:latin typeface="Noto Sans"/>
              </a:rPr>
              <a:t>Mastertextformat bearbeiten</a:t>
            </a:r>
            <a:endParaRPr b="0" lang="de-DE" sz="1200" spc="-1" strike="noStrike">
              <a:solidFill>
                <a:schemeClr val="dk1"/>
              </a:solidFill>
              <a:latin typeface="Noto Sans"/>
            </a:endParaRPr>
          </a:p>
        </p:txBody>
      </p:sp>
      <p:sp>
        <p:nvSpPr>
          <p:cNvPr id="42" name="PlaceHolder 3"/>
          <p:cNvSpPr>
            <a:spLocks noGrp="1"/>
          </p:cNvSpPr>
          <p:nvPr>
            <p:ph type="body"/>
          </p:nvPr>
        </p:nvSpPr>
        <p:spPr>
          <a:xfrm>
            <a:off x="334800" y="339120"/>
            <a:ext cx="6164640" cy="61502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ffffff"/>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ffffff"/>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ffffff"/>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ffffff"/>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ffffff"/>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ffffff"/>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ffffff"/>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43" name="PlaceHolder 4"/>
          <p:cNvSpPr>
            <a:spLocks noGrp="1"/>
          </p:cNvSpPr>
          <p:nvPr>
            <p:ph type="body"/>
          </p:nvPr>
        </p:nvSpPr>
        <p:spPr>
          <a:xfrm>
            <a:off x="334800" y="6489720"/>
            <a:ext cx="11521800" cy="367920"/>
          </a:xfrm>
          <a:prstGeom prst="rect">
            <a:avLst/>
          </a:prstGeom>
          <a:noFill/>
          <a:ln w="0">
            <a:noFill/>
          </a:ln>
        </p:spPr>
        <p:txBody>
          <a:bodyPr lIns="0" rIns="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44" name="Freihandform: Form 5"/>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fillRef idx="0"/>
          <a:effectRef idx="0"/>
          <a:fontRef idx="minor"/>
        </p:style>
        <p:txBody>
          <a:bodyPr lIns="90000" rIns="90000" tIns="45000" bIns="45000" anchor="ctr">
            <a:noAutofit/>
          </a:bodyPr>
          <a:p>
            <a:pPr defTabSz="914400">
              <a:lnSpc>
                <a:spcPct val="100000"/>
              </a:lnSpc>
            </a:pPr>
            <a:endParaRPr b="0" lang="de-DE" sz="1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46" name="PlaceHolder 2"/>
          <p:cNvSpPr>
            <a:spLocks noGrp="1"/>
          </p:cNvSpPr>
          <p:nvPr>
            <p:ph type="title"/>
          </p:nvPr>
        </p:nvSpPr>
        <p:spPr>
          <a:xfrm>
            <a:off x="334800" y="339120"/>
            <a:ext cx="6164640" cy="6150240"/>
          </a:xfrm>
          <a:prstGeom prst="rect">
            <a:avLst/>
          </a:prstGeom>
          <a:solidFill>
            <a:schemeClr val="lt1"/>
          </a:solidFill>
          <a:ln w="0">
            <a:noFill/>
          </a:ln>
        </p:spPr>
        <p:txBody>
          <a:bodyPr lIns="288000" rIns="0" tIns="1944000" bIns="0" anchor="t">
            <a:noAutofit/>
          </a:bodyPr>
          <a:p>
            <a:pPr indent="0" defTabSz="914400">
              <a:lnSpc>
                <a:spcPct val="100000"/>
              </a:lnSpc>
              <a:buNone/>
            </a:pPr>
            <a:r>
              <a:rPr b="0" lang="de-DE" sz="3600" spc="-1" strike="noStrike">
                <a:solidFill>
                  <a:schemeClr val="dk1"/>
                </a:solidFill>
                <a:latin typeface="Noto Sans"/>
              </a:rPr>
              <a:t>Mastertitelformat bearbeiten</a:t>
            </a:r>
            <a:endParaRPr b="0" lang="de-DE" sz="3600" spc="-1" strike="noStrike">
              <a:solidFill>
                <a:schemeClr val="dk1"/>
              </a:solidFill>
              <a:latin typeface="Noto Sans"/>
            </a:endParaRPr>
          </a:p>
        </p:txBody>
      </p:sp>
      <p:sp>
        <p:nvSpPr>
          <p:cNvPr id="47" name="PlaceHolder 3"/>
          <p:cNvSpPr>
            <a:spLocks noGrp="1"/>
          </p:cNvSpPr>
          <p:nvPr>
            <p:ph type="body"/>
          </p:nvPr>
        </p:nvSpPr>
        <p:spPr>
          <a:xfrm>
            <a:off x="642600" y="5391000"/>
            <a:ext cx="5452920" cy="815040"/>
          </a:xfrm>
          <a:prstGeom prst="rect">
            <a:avLst/>
          </a:prstGeom>
          <a:noFill/>
          <a:ln w="0">
            <a:noFill/>
          </a:ln>
        </p:spPr>
        <p:txBody>
          <a:bodyPr lIns="0" rIns="0" tIns="0" bIns="0" anchor="b">
            <a:noAutofit/>
          </a:bodyPr>
          <a:p>
            <a:pPr indent="0" defTabSz="914400">
              <a:lnSpc>
                <a:spcPct val="120000"/>
              </a:lnSpc>
              <a:spcBef>
                <a:spcPts val="400"/>
              </a:spcBef>
              <a:buNone/>
              <a:tabLst>
                <a:tab algn="l" pos="0"/>
              </a:tabLst>
            </a:pPr>
            <a:r>
              <a:rPr b="0" lang="de-DE" sz="1200" spc="-1" strike="noStrike">
                <a:solidFill>
                  <a:schemeClr val="accent1"/>
                </a:solidFill>
                <a:latin typeface="Noto Sans"/>
              </a:rPr>
              <a:t>Mastertextformat bearbeiten</a:t>
            </a:r>
            <a:endParaRPr b="0" lang="de-DE" sz="1200" spc="-1" strike="noStrike">
              <a:solidFill>
                <a:schemeClr val="dk1"/>
              </a:solidFill>
              <a:latin typeface="Noto Sans"/>
            </a:endParaRPr>
          </a:p>
        </p:txBody>
      </p:sp>
      <p:sp>
        <p:nvSpPr>
          <p:cNvPr id="48" name="PlaceHolder 4"/>
          <p:cNvSpPr>
            <a:spLocks noGrp="1"/>
          </p:cNvSpPr>
          <p:nvPr>
            <p:ph type="body"/>
          </p:nvPr>
        </p:nvSpPr>
        <p:spPr>
          <a:xfrm rot="16200000">
            <a:off x="91094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
        <p:nvSpPr>
          <p:cNvPr id="49" name="PlaceHolder 5"/>
          <p:cNvSpPr>
            <a:spLocks noGrp="1"/>
          </p:cNvSpPr>
          <p:nvPr>
            <p:ph type="body"/>
          </p:nvPr>
        </p:nvSpPr>
        <p:spPr>
          <a:xfrm>
            <a:off x="10878120" y="335880"/>
            <a:ext cx="982800" cy="1382040"/>
          </a:xfrm>
          <a:prstGeom prst="rect">
            <a:avLst/>
          </a:prstGeom>
          <a:solidFill>
            <a:schemeClr val="lt1"/>
          </a:solidFill>
          <a:ln w="0">
            <a:noFill/>
          </a:ln>
        </p:spPr>
        <p:txBody>
          <a:bodyPr lIns="0" rIns="0" tIns="0" bIns="0" anchor="t">
            <a:noAutofit/>
          </a:bodyPr>
          <a:p>
            <a:pPr indent="0" defTabSz="914400">
              <a:lnSpc>
                <a:spcPct val="120000"/>
              </a:lnSpc>
              <a:buNone/>
              <a:tabLst>
                <a:tab algn="l" pos="0"/>
              </a:tabLst>
            </a:pPr>
            <a:r>
              <a:rPr b="0" lang="de-DE" sz="600" spc="-1" strike="noStrike">
                <a:solidFill>
                  <a:schemeClr val="lt1"/>
                </a:solidFill>
                <a:latin typeface="Noto Sans"/>
              </a:rPr>
              <a:t> </a:t>
            </a:r>
            <a:endParaRPr b="0" lang="de-DE" sz="6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766800" y="333360"/>
            <a:ext cx="106581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51" name="PlaceHolder 2"/>
          <p:cNvSpPr>
            <a:spLocks noGrp="1"/>
          </p:cNvSpPr>
          <p:nvPr>
            <p:ph type="body"/>
          </p:nvPr>
        </p:nvSpPr>
        <p:spPr>
          <a:xfrm>
            <a:off x="766800" y="1665360"/>
            <a:ext cx="10658160" cy="4500360"/>
          </a:xfrm>
          <a:prstGeom prst="rect">
            <a:avLst/>
          </a:prstGeom>
          <a:noFill/>
          <a:ln w="0">
            <a:noFill/>
          </a:ln>
        </p:spPr>
        <p:txBody>
          <a:bodyPr lIns="0" rIns="0" tIns="0" bIns="0" anchor="t">
            <a:noAutofit/>
          </a:bodyPr>
          <a:p>
            <a:pPr marL="358920" indent="-358920" defTabSz="914400">
              <a:lnSpc>
                <a:spcPct val="120000"/>
              </a:lnSpc>
              <a:buClr>
                <a:srgbClr val="000000"/>
              </a:buClr>
              <a:buFont typeface="Noto Sans"/>
              <a:buAutoNum type="arabicPeriod"/>
            </a:pPr>
            <a:r>
              <a:rPr b="0" lang="de-DE" sz="2000" spc="-1" strike="noStrike">
                <a:solidFill>
                  <a:schemeClr val="dk1"/>
                </a:solidFill>
                <a:latin typeface="Noto Sans"/>
              </a:rPr>
              <a:t>Mastertextformat bearbeiten</a:t>
            </a:r>
            <a:endParaRPr b="0" lang="de-DE" sz="2000" spc="-1" strike="noStrike">
              <a:solidFill>
                <a:schemeClr val="dk1"/>
              </a:solidFill>
              <a:latin typeface="Noto Sans"/>
            </a:endParaRPr>
          </a:p>
          <a:p>
            <a:pPr lvl="1" marL="541440" indent="-182520" defTabSz="914400">
              <a:lnSpc>
                <a:spcPct val="120000"/>
              </a:lnSpc>
              <a:buClr>
                <a:srgbClr val="000000"/>
              </a:buClr>
              <a:buFont typeface="Noto Sans"/>
              <a:buChar char="‒"/>
            </a:pPr>
            <a:r>
              <a:rPr b="0" lang="de-DE" sz="2000" spc="-1" strike="noStrike">
                <a:solidFill>
                  <a:schemeClr val="dk1"/>
                </a:solidFill>
                <a:latin typeface="Noto Sans"/>
              </a:rPr>
              <a:t>Zweite Ebene</a:t>
            </a:r>
            <a:endParaRPr b="0" lang="de-DE" sz="2000" spc="-1" strike="noStrike">
              <a:solidFill>
                <a:schemeClr val="dk1"/>
              </a:solidFill>
              <a:latin typeface="Noto Sans"/>
            </a:endParaRPr>
          </a:p>
          <a:p>
            <a:pPr lvl="2" marL="716040" indent="-174600" defTabSz="914400">
              <a:lnSpc>
                <a:spcPct val="120000"/>
              </a:lnSpc>
              <a:buClr>
                <a:srgbClr val="000000"/>
              </a:buClr>
              <a:buFont typeface="Noto Sans"/>
              <a:buChar char="‒"/>
            </a:pPr>
            <a:r>
              <a:rPr b="0" lang="de-DE" sz="2000" spc="-1" strike="noStrike">
                <a:solidFill>
                  <a:schemeClr val="dk1"/>
                </a:solidFill>
                <a:latin typeface="Noto Sans"/>
              </a:rPr>
              <a:t>Dritte Ebene</a:t>
            </a:r>
            <a:endParaRPr b="0" lang="de-DE" sz="2000" spc="-1" strike="noStrike">
              <a:solidFill>
                <a:schemeClr val="dk1"/>
              </a:solidFill>
              <a:latin typeface="Noto Sans"/>
            </a:endParaRPr>
          </a:p>
          <a:p>
            <a:pPr lvl="3" marL="898560" indent="-181080" defTabSz="914400">
              <a:lnSpc>
                <a:spcPct val="120000"/>
              </a:lnSpc>
              <a:buClr>
                <a:srgbClr val="000000"/>
              </a:buClr>
              <a:buFont typeface="Noto Sans"/>
              <a:buChar char="‒"/>
            </a:pPr>
            <a:r>
              <a:rPr b="0" lang="de-DE" sz="2000" spc="-1" strike="noStrike">
                <a:solidFill>
                  <a:schemeClr val="dk1"/>
                </a:solidFill>
                <a:latin typeface="Noto Sans"/>
              </a:rPr>
              <a:t>Vierte Ebene</a:t>
            </a:r>
            <a:endParaRPr b="0" lang="de-DE" sz="2000" spc="-1" strike="noStrike">
              <a:solidFill>
                <a:schemeClr val="dk1"/>
              </a:solidFill>
              <a:latin typeface="Noto Sans"/>
            </a:endParaRPr>
          </a:p>
          <a:p>
            <a:pPr lvl="4" marL="1074600" indent="-176040" defTabSz="914400">
              <a:lnSpc>
                <a:spcPct val="120000"/>
              </a:lnSpc>
              <a:buClr>
                <a:srgbClr val="000000"/>
              </a:buClr>
              <a:buFont typeface="Noto Sans"/>
              <a:buChar char="‒"/>
            </a:pPr>
            <a:r>
              <a:rPr b="0" lang="de-DE" sz="2000" spc="-1" strike="noStrike">
                <a:solidFill>
                  <a:schemeClr val="dk1"/>
                </a:solidFill>
                <a:latin typeface="Noto Sans"/>
              </a:rPr>
              <a:t>Fünfte Ebene</a:t>
            </a:r>
            <a:endParaRPr b="0" lang="de-DE" sz="2000" spc="-1" strike="noStrike">
              <a:solidFill>
                <a:schemeClr val="dk1"/>
              </a:solidFill>
              <a:latin typeface="Noto Sans"/>
            </a:endParaRPr>
          </a:p>
        </p:txBody>
      </p:sp>
      <p:sp>
        <p:nvSpPr>
          <p:cNvPr id="52" name="PlaceHolder 3"/>
          <p:cNvSpPr>
            <a:spLocks noGrp="1"/>
          </p:cNvSpPr>
          <p:nvPr>
            <p:ph type="ftr" idx="13"/>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53" name="PlaceHolder 4">
            <a:extLst>
              <a:ext uri="{C183D7F6-B498-43B3-948B-1728B52AA6E4}">
                <adec:decorative xmlns:adec="http://schemas.microsoft.com/office/drawing/2017/decorative" val="1"/>
              </a:ext>
            </a:extLst>
          </p:cNvPr>
          <p:cNvSpPr>
            <a:spLocks noGrp="1"/>
          </p:cNvSpPr>
          <p:nvPr>
            <p:ph type="sldNum" idx="14"/>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FF7BF716-5E29-4646-96E8-4D12BBC323B2}"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766800" y="798120"/>
            <a:ext cx="10658160" cy="2159640"/>
          </a:xfrm>
          <a:prstGeom prst="rect">
            <a:avLst/>
          </a:prstGeom>
          <a:noFill/>
          <a:ln w="0">
            <a:noFill/>
          </a:ln>
        </p:spPr>
        <p:txBody>
          <a:bodyPr lIns="0" rIns="0" tIns="0" bIns="0" anchor="t">
            <a:noAutofit/>
          </a:bodyPr>
          <a:p>
            <a:pPr indent="0" defTabSz="914400">
              <a:lnSpc>
                <a:spcPct val="105000"/>
              </a:lnSpc>
              <a:buNone/>
            </a:pPr>
            <a:r>
              <a:rPr b="0" lang="de-DE" sz="3600" spc="-1" strike="noStrike">
                <a:solidFill>
                  <a:schemeClr val="lt1"/>
                </a:solidFill>
                <a:latin typeface="Noto Sans"/>
              </a:rPr>
              <a:t>Mastertitelformat bearbeiten</a:t>
            </a:r>
            <a:endParaRPr b="0" lang="de-DE" sz="3600" spc="-1" strike="noStrike">
              <a:solidFill>
                <a:schemeClr val="dk1"/>
              </a:solidFill>
              <a:latin typeface="Noto Sans"/>
            </a:endParaRPr>
          </a:p>
        </p:txBody>
      </p:sp>
      <p:sp>
        <p:nvSpPr>
          <p:cNvPr id="57" name="PlaceHolder 2"/>
          <p:cNvSpPr>
            <a:spLocks noGrp="1"/>
          </p:cNvSpPr>
          <p:nvPr>
            <p:ph type="ftr" idx="15"/>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lt1"/>
                </a:solidFill>
                <a:latin typeface="Noto Sans"/>
              </a:defRPr>
            </a:lvl1pPr>
          </a:lstStyle>
          <a:p>
            <a:pPr indent="0" defTabSz="914400">
              <a:lnSpc>
                <a:spcPct val="100000"/>
              </a:lnSpc>
              <a:buNone/>
            </a:pPr>
            <a:r>
              <a:rPr b="0" lang="de-DE" sz="800" spc="-1" strike="noStrike">
                <a:solidFill>
                  <a:schemeClr val="lt1"/>
                </a:solidFill>
                <a:latin typeface="Noto Sans"/>
              </a:rPr>
              <a:t>&lt;footer&gt;</a:t>
            </a:r>
            <a:endParaRPr b="0" lang="en-US" sz="800" spc="-1" strike="noStrike">
              <a:solidFill>
                <a:srgbClr val="ffffff"/>
              </a:solidFill>
              <a:latin typeface="Times New Roman"/>
            </a:endParaRPr>
          </a:p>
        </p:txBody>
      </p:sp>
      <p:sp>
        <p:nvSpPr>
          <p:cNvPr id="58" name="PlaceHolder 3">
            <a:extLst>
              <a:ext uri="{C183D7F6-B498-43B3-948B-1728B52AA6E4}">
                <adec:decorative xmlns:adec="http://schemas.microsoft.com/office/drawing/2017/decorative" val="1"/>
              </a:ext>
            </a:extLst>
          </p:cNvPr>
          <p:cNvSpPr>
            <a:spLocks noGrp="1"/>
          </p:cNvSpPr>
          <p:nvPr>
            <p:ph type="sldNum" idx="16"/>
          </p:nvPr>
        </p:nvSpPr>
        <p:spPr>
          <a:xfrm>
            <a:off x="11522880" y="6489720"/>
            <a:ext cx="333720" cy="177480"/>
          </a:xfrm>
          <a:prstGeom prst="rect">
            <a:avLst/>
          </a:prstGeom>
          <a:noFill/>
          <a:ln w="6480">
            <a:solidFill>
              <a:schemeClr val="lt1"/>
            </a:solidFill>
            <a:round/>
          </a:ln>
        </p:spPr>
        <p:txBody>
          <a:bodyPr lIns="0" rIns="0" tIns="0" bIns="0" anchor="ctr">
            <a:noAutofit/>
          </a:bodyPr>
          <a:lstStyle>
            <a:lvl1pPr indent="0" algn="ctr" defTabSz="914400">
              <a:lnSpc>
                <a:spcPct val="100000"/>
              </a:lnSpc>
              <a:buNone/>
              <a:defRPr b="0" lang="de-DE" sz="800" spc="-1" strike="noStrike">
                <a:solidFill>
                  <a:schemeClr val="lt1"/>
                </a:solidFill>
                <a:latin typeface="Noto Sans"/>
              </a:defRPr>
            </a:lvl1pPr>
          </a:lstStyle>
          <a:p>
            <a:pPr indent="0" algn="ctr" defTabSz="914400">
              <a:lnSpc>
                <a:spcPct val="100000"/>
              </a:lnSpc>
              <a:buNone/>
            </a:pPr>
            <a:fld id="{9E04E788-9967-43CF-A8D0-ADB6E9C509D8}" type="slidenum">
              <a:rPr b="0" lang="de-DE" sz="800" spc="-1" strike="noStrike">
                <a:solidFill>
                  <a:schemeClr val="lt1"/>
                </a:solidFill>
                <a:latin typeface="Noto Sans"/>
              </a:rPr>
              <a:t>&lt;number&gt;</a:t>
            </a:fld>
            <a:endParaRPr b="0" lang="en-US" sz="800" spc="-1" strike="noStrike">
              <a:solidFill>
                <a:srgbClr val="ffffff"/>
              </a:solidFill>
              <a:latin typeface="Times New Roman"/>
            </a:endParaRPr>
          </a:p>
        </p:txBody>
      </p:sp>
      <p:sp>
        <p:nvSpPr>
          <p:cNvPr id="59" name="PlaceHolder 4"/>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120000"/>
              </a:lnSpc>
              <a:spcBef>
                <a:spcPts val="1417"/>
              </a:spcBef>
              <a:buClr>
                <a:srgbClr val="ffffff"/>
              </a:buClr>
              <a:buSzPct val="45000"/>
              <a:buFont typeface="Wingdings" charset="2"/>
              <a:buChar char=""/>
            </a:pPr>
            <a:r>
              <a:rPr b="0" lang="de-DE" sz="1400" spc="-1" strike="noStrike">
                <a:solidFill>
                  <a:schemeClr val="dk1"/>
                </a:solidFill>
                <a:latin typeface="Noto Sans"/>
              </a:rPr>
              <a:t>Click to edit the outline text format</a:t>
            </a:r>
            <a:endParaRPr b="0" lang="de-DE" sz="1400" spc="-1" strike="noStrike">
              <a:solidFill>
                <a:schemeClr val="dk1"/>
              </a:solidFill>
              <a:latin typeface="Noto Sans"/>
            </a:endParaRPr>
          </a:p>
          <a:p>
            <a:pPr lvl="1" marL="864000" indent="-324000">
              <a:lnSpc>
                <a:spcPct val="120000"/>
              </a:lnSpc>
              <a:spcBef>
                <a:spcPts val="1134"/>
              </a:spcBef>
              <a:buClr>
                <a:srgbClr val="ffffff"/>
              </a:buClr>
              <a:buSzPct val="75000"/>
              <a:buFont typeface="Symbol" charset="2"/>
              <a:buChar char=""/>
            </a:pPr>
            <a:r>
              <a:rPr b="0" lang="de-DE" sz="1400" spc="-1" strike="noStrike">
                <a:solidFill>
                  <a:schemeClr val="dk1"/>
                </a:solidFill>
                <a:latin typeface="Noto Sans"/>
              </a:rPr>
              <a:t>Second Outline Level</a:t>
            </a:r>
            <a:endParaRPr b="0" lang="de-DE" sz="1400" spc="-1" strike="noStrike">
              <a:solidFill>
                <a:schemeClr val="dk1"/>
              </a:solidFill>
              <a:latin typeface="Noto Sans"/>
            </a:endParaRPr>
          </a:p>
          <a:p>
            <a:pPr lvl="2" marL="1296000" indent="-288000">
              <a:lnSpc>
                <a:spcPct val="120000"/>
              </a:lnSpc>
              <a:spcBef>
                <a:spcPts val="850"/>
              </a:spcBef>
              <a:buClr>
                <a:srgbClr val="ffffff"/>
              </a:buClr>
              <a:buSzPct val="45000"/>
              <a:buFont typeface="Wingdings" charset="2"/>
              <a:buChar char=""/>
            </a:pPr>
            <a:r>
              <a:rPr b="0" lang="de-DE" sz="1400" spc="-1" strike="noStrike">
                <a:solidFill>
                  <a:schemeClr val="dk1"/>
                </a:solidFill>
                <a:latin typeface="Noto Sans"/>
              </a:rPr>
              <a:t>Third Outline Level</a:t>
            </a:r>
            <a:endParaRPr b="0" lang="de-DE" sz="1400" spc="-1" strike="noStrike">
              <a:solidFill>
                <a:schemeClr val="dk1"/>
              </a:solidFill>
              <a:latin typeface="Noto Sans"/>
            </a:endParaRPr>
          </a:p>
          <a:p>
            <a:pPr lvl="3" marL="1728000" indent="-216000">
              <a:lnSpc>
                <a:spcPct val="120000"/>
              </a:lnSpc>
              <a:spcBef>
                <a:spcPts val="567"/>
              </a:spcBef>
              <a:buClr>
                <a:srgbClr val="ffffff"/>
              </a:buClr>
              <a:buSzPct val="75000"/>
              <a:buFont typeface="Symbol" charset="2"/>
              <a:buChar char=""/>
            </a:pPr>
            <a:r>
              <a:rPr b="0" lang="de-DE" sz="1400" spc="-1" strike="noStrike">
                <a:solidFill>
                  <a:schemeClr val="dk1"/>
                </a:solidFill>
                <a:latin typeface="Noto Sans"/>
              </a:rPr>
              <a:t>Fourth Outline Level</a:t>
            </a:r>
            <a:endParaRPr b="0" lang="de-DE" sz="1400" spc="-1" strike="noStrike">
              <a:solidFill>
                <a:schemeClr val="dk1"/>
              </a:solidFill>
              <a:latin typeface="Noto Sans"/>
            </a:endParaRPr>
          </a:p>
          <a:p>
            <a:pPr lvl="4" marL="2160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Fifth Outline Level</a:t>
            </a:r>
            <a:endParaRPr b="0" lang="de-DE" sz="2000" spc="-1" strike="noStrike">
              <a:solidFill>
                <a:schemeClr val="dk1"/>
              </a:solidFill>
              <a:latin typeface="Noto Sans"/>
            </a:endParaRPr>
          </a:p>
          <a:p>
            <a:pPr lvl="5" marL="2592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Sixth Outline Level</a:t>
            </a:r>
            <a:endParaRPr b="0" lang="de-DE" sz="2000" spc="-1" strike="noStrike">
              <a:solidFill>
                <a:schemeClr val="dk1"/>
              </a:solidFill>
              <a:latin typeface="Noto Sans"/>
            </a:endParaRPr>
          </a:p>
          <a:p>
            <a:pPr lvl="6" marL="3024000" indent="-216000">
              <a:lnSpc>
                <a:spcPct val="120000"/>
              </a:lnSpc>
              <a:spcBef>
                <a:spcPts val="283"/>
              </a:spcBef>
              <a:buClr>
                <a:srgbClr val="ffffff"/>
              </a:buClr>
              <a:buSzPct val="45000"/>
              <a:buFont typeface="Wingdings" charset="2"/>
              <a:buChar char=""/>
            </a:pPr>
            <a:r>
              <a:rPr b="0" lang="de-DE" sz="2000" spc="-1" strike="noStrike">
                <a:solidFill>
                  <a:schemeClr val="dk1"/>
                </a:solidFill>
                <a:latin typeface="Noto Sans"/>
              </a:rPr>
              <a:t>Seventh Outline Level</a:t>
            </a:r>
            <a:endParaRPr b="0" lang="de-DE" sz="20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body"/>
          </p:nvPr>
        </p:nvSpPr>
        <p:spPr>
          <a:xfrm>
            <a:off x="5616000" y="0"/>
            <a:ext cx="6575760" cy="685764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62" name="PlaceHolder 2"/>
          <p:cNvSpPr>
            <a:spLocks noGrp="1"/>
          </p:cNvSpPr>
          <p:nvPr>
            <p:ph type="title"/>
          </p:nvPr>
        </p:nvSpPr>
        <p:spPr>
          <a:xfrm>
            <a:off x="766800" y="798120"/>
            <a:ext cx="4513680" cy="2159640"/>
          </a:xfrm>
          <a:prstGeom prst="rect">
            <a:avLst/>
          </a:prstGeom>
          <a:noFill/>
          <a:ln w="0">
            <a:noFill/>
          </a:ln>
        </p:spPr>
        <p:txBody>
          <a:bodyPr lIns="0" rIns="0" tIns="0" bIns="0" anchor="t">
            <a:noAutofit/>
          </a:bodyPr>
          <a:p>
            <a:pPr indent="0" defTabSz="914400">
              <a:lnSpc>
                <a:spcPct val="105000"/>
              </a:lnSpc>
              <a:buNone/>
            </a:pPr>
            <a:r>
              <a:rPr b="0" lang="de-DE" sz="3600" spc="-1" strike="noStrike">
                <a:solidFill>
                  <a:schemeClr val="dk1"/>
                </a:solidFill>
                <a:latin typeface="Noto Sans"/>
              </a:rPr>
              <a:t>Mastertitelformat bearbeiten</a:t>
            </a:r>
            <a:endParaRPr b="0" lang="de-DE" sz="3600" spc="-1" strike="noStrike">
              <a:solidFill>
                <a:schemeClr val="dk1"/>
              </a:solidFill>
              <a:latin typeface="Noto Sans"/>
            </a:endParaRPr>
          </a:p>
        </p:txBody>
      </p:sp>
      <p:sp>
        <p:nvSpPr>
          <p:cNvPr id="63" name="PlaceHolder 3"/>
          <p:cNvSpPr>
            <a:spLocks noGrp="1"/>
          </p:cNvSpPr>
          <p:nvPr>
            <p:ph type="ftr" idx="17"/>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64" name="PlaceHolder 4">
            <a:extLst>
              <a:ext uri="{C183D7F6-B498-43B3-948B-1728B52AA6E4}">
                <adec:decorative xmlns:adec="http://schemas.microsoft.com/office/drawing/2017/decorative" val="1"/>
              </a:ext>
            </a:extLst>
          </p:cNvPr>
          <p:cNvSpPr>
            <a:spLocks noGrp="1"/>
          </p:cNvSpPr>
          <p:nvPr>
            <p:ph type="sldNum" idx="18"/>
          </p:nvPr>
        </p:nvSpPr>
        <p:spPr>
          <a:xfrm>
            <a:off x="11522880" y="6489720"/>
            <a:ext cx="333720" cy="177480"/>
          </a:xfrm>
          <a:prstGeom prst="rect">
            <a:avLst/>
          </a:prstGeom>
          <a:noFill/>
          <a:ln w="6480">
            <a:solidFill>
              <a:schemeClr val="lt1"/>
            </a:solidFill>
            <a:round/>
          </a:ln>
        </p:spPr>
        <p:txBody>
          <a:bodyPr lIns="0" rIns="0" tIns="0" bIns="0" anchor="ctr">
            <a:noAutofit/>
          </a:bodyPr>
          <a:lstStyle>
            <a:lvl1pPr indent="0" algn="ctr" defTabSz="914400">
              <a:lnSpc>
                <a:spcPct val="100000"/>
              </a:lnSpc>
              <a:buNone/>
              <a:defRPr b="0" lang="de-DE" sz="800" spc="-1" strike="noStrike">
                <a:solidFill>
                  <a:schemeClr val="lt1"/>
                </a:solidFill>
                <a:latin typeface="Noto Sans"/>
              </a:defRPr>
            </a:lvl1pPr>
          </a:lstStyle>
          <a:p>
            <a:pPr indent="0" algn="ctr" defTabSz="914400">
              <a:lnSpc>
                <a:spcPct val="100000"/>
              </a:lnSpc>
              <a:buNone/>
            </a:pPr>
            <a:fld id="{20590580-2595-4539-8953-C778D33E430E}" type="slidenum">
              <a:rPr b="0" lang="de-DE" sz="800" spc="-1" strike="noStrike">
                <a:solidFill>
                  <a:schemeClr val="lt1"/>
                </a:solidFill>
                <a:latin typeface="Noto Sans"/>
              </a:rPr>
              <a:t>&lt;number&gt;</a:t>
            </a:fld>
            <a:endParaRPr b="0" lang="en-US" sz="800" spc="-1" strike="noStrike">
              <a:solidFill>
                <a:srgbClr val="000000"/>
              </a:solidFill>
              <a:latin typeface="Times New Roman"/>
            </a:endParaRPr>
          </a:p>
        </p:txBody>
      </p:sp>
      <p:sp>
        <p:nvSpPr>
          <p:cNvPr id="65" name="PlaceHolder 5"/>
          <p:cNvSpPr>
            <a:spLocks noGrp="1"/>
          </p:cNvSpPr>
          <p:nvPr>
            <p:ph type="body"/>
          </p:nvPr>
        </p:nvSpPr>
        <p:spPr>
          <a:xfrm rot="16200000">
            <a:off x="9109440" y="3083760"/>
            <a:ext cx="58294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766800" y="333360"/>
            <a:ext cx="106581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67" name="PlaceHolder 2"/>
          <p:cNvSpPr>
            <a:spLocks noGrp="1"/>
          </p:cNvSpPr>
          <p:nvPr>
            <p:ph type="body"/>
          </p:nvPr>
        </p:nvSpPr>
        <p:spPr>
          <a:xfrm>
            <a:off x="766800" y="1665360"/>
            <a:ext cx="1065816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68" name="PlaceHolder 3"/>
          <p:cNvSpPr>
            <a:spLocks noGrp="1"/>
          </p:cNvSpPr>
          <p:nvPr>
            <p:ph type="ftr" idx="19"/>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69" name="PlaceHolder 4">
            <a:extLst>
              <a:ext uri="{C183D7F6-B498-43B3-948B-1728B52AA6E4}">
                <adec:decorative xmlns:adec="http://schemas.microsoft.com/office/drawing/2017/decorative" val="1"/>
              </a:ext>
            </a:extLst>
          </p:cNvPr>
          <p:cNvSpPr>
            <a:spLocks noGrp="1"/>
          </p:cNvSpPr>
          <p:nvPr>
            <p:ph type="sldNum" idx="20"/>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3BB5A53D-D1D4-4419-8B01-8949B76515BC}"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7" r:id="rId2"/>
    <p:sldLayoutId id="2147483678" r:id="rId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766800" y="333360"/>
            <a:ext cx="1065816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73" name="PlaceHolder 2"/>
          <p:cNvSpPr>
            <a:spLocks noGrp="1"/>
          </p:cNvSpPr>
          <p:nvPr>
            <p:ph type="body"/>
          </p:nvPr>
        </p:nvSpPr>
        <p:spPr>
          <a:xfrm>
            <a:off x="766800" y="1665360"/>
            <a:ext cx="511308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74" name="PlaceHolder 3"/>
          <p:cNvSpPr>
            <a:spLocks noGrp="1"/>
          </p:cNvSpPr>
          <p:nvPr>
            <p:ph type="body"/>
          </p:nvPr>
        </p:nvSpPr>
        <p:spPr>
          <a:xfrm>
            <a:off x="6311880" y="1665360"/>
            <a:ext cx="511308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75" name="PlaceHolder 4"/>
          <p:cNvSpPr>
            <a:spLocks noGrp="1"/>
          </p:cNvSpPr>
          <p:nvPr>
            <p:ph type="ftr" idx="21"/>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76" name="PlaceHolder 5">
            <a:extLst>
              <a:ext uri="{C183D7F6-B498-43B3-948B-1728B52AA6E4}">
                <adec:decorative xmlns:adec="http://schemas.microsoft.com/office/drawing/2017/decorative" val="1"/>
              </a:ext>
            </a:extLst>
          </p:cNvPr>
          <p:cNvSpPr>
            <a:spLocks noGrp="1"/>
          </p:cNvSpPr>
          <p:nvPr>
            <p:ph type="sldNum" idx="22"/>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8C889E6E-DDA2-4A74-8460-0F40847EECE0}"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0"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766800" y="333360"/>
            <a:ext cx="5113080" cy="899640"/>
          </a:xfrm>
          <a:prstGeom prst="rect">
            <a:avLst/>
          </a:prstGeom>
          <a:noFill/>
          <a:ln w="0">
            <a:noFill/>
          </a:ln>
        </p:spPr>
        <p:txBody>
          <a:bodyPr lIns="0" rIns="0" tIns="0" bIns="0" anchor="t">
            <a:noAutofit/>
          </a:bodyPr>
          <a:p>
            <a:pPr indent="0" defTabSz="914400">
              <a:lnSpc>
                <a:spcPct val="110000"/>
              </a:lnSpc>
              <a:buNone/>
            </a:pPr>
            <a:r>
              <a:rPr b="1" lang="de-DE" sz="2200" spc="-1" strike="noStrike">
                <a:solidFill>
                  <a:schemeClr val="dk1"/>
                </a:solidFill>
                <a:latin typeface="Noto Sans"/>
              </a:rPr>
              <a:t>Mastertitelformat bearbeiten</a:t>
            </a:r>
            <a:endParaRPr b="0" lang="de-DE" sz="2200" spc="-1" strike="noStrike">
              <a:solidFill>
                <a:schemeClr val="dk1"/>
              </a:solidFill>
              <a:latin typeface="Noto Sans"/>
            </a:endParaRPr>
          </a:p>
        </p:txBody>
      </p:sp>
      <p:sp>
        <p:nvSpPr>
          <p:cNvPr id="80" name="PlaceHolder 2"/>
          <p:cNvSpPr>
            <a:spLocks noGrp="1"/>
          </p:cNvSpPr>
          <p:nvPr>
            <p:ph type="body"/>
          </p:nvPr>
        </p:nvSpPr>
        <p:spPr>
          <a:xfrm>
            <a:off x="766800" y="1665360"/>
            <a:ext cx="5113080" cy="4500360"/>
          </a:xfrm>
          <a:prstGeom prst="rect">
            <a:avLst/>
          </a:prstGeom>
          <a:noFill/>
          <a:ln w="0">
            <a:noFill/>
          </a:ln>
        </p:spPr>
        <p:txBody>
          <a:bodyPr lIns="0" rIns="0" tIns="0" bIns="0" anchor="t">
            <a:noAutofit/>
          </a:bodyPr>
          <a:p>
            <a:pPr marL="181080" indent="-181080" defTabSz="914400">
              <a:lnSpc>
                <a:spcPct val="120000"/>
              </a:lnSpc>
              <a:buClr>
                <a:srgbClr val="000000"/>
              </a:buClr>
              <a:buFont typeface="Noto Sans"/>
              <a:buChar char="‒"/>
            </a:pPr>
            <a:r>
              <a:rPr b="0" lang="de-DE" sz="1400" spc="-1" strike="noStrike">
                <a:solidFill>
                  <a:schemeClr val="dk1"/>
                </a:solidFill>
                <a:latin typeface="Noto Sans"/>
              </a:rPr>
              <a:t>Mastertextformat bearbeiten</a:t>
            </a:r>
            <a:endParaRPr b="0" lang="de-DE" sz="1400" spc="-1" strike="noStrike">
              <a:solidFill>
                <a:schemeClr val="dk1"/>
              </a:solidFill>
              <a:latin typeface="Noto Sans"/>
            </a:endParaRPr>
          </a:p>
          <a:p>
            <a:pPr lvl="1" marL="355680" indent="-174600" defTabSz="914400">
              <a:lnSpc>
                <a:spcPct val="120000"/>
              </a:lnSpc>
              <a:buClr>
                <a:srgbClr val="000000"/>
              </a:buClr>
              <a:buFont typeface="Noto Sans"/>
              <a:buChar char="‒"/>
            </a:pPr>
            <a:r>
              <a:rPr b="0" lang="de-DE" sz="1400" spc="-1" strike="noStrike">
                <a:solidFill>
                  <a:schemeClr val="dk1"/>
                </a:solidFill>
                <a:latin typeface="Noto Sans"/>
              </a:rPr>
              <a:t>Zweite Ebene</a:t>
            </a:r>
            <a:endParaRPr b="0" lang="de-DE" sz="1400" spc="-1" strike="noStrike">
              <a:solidFill>
                <a:schemeClr val="dk1"/>
              </a:solidFill>
              <a:latin typeface="Noto Sans"/>
            </a:endParaRPr>
          </a:p>
          <a:p>
            <a:pPr lvl="2" marL="538200" indent="-182520" defTabSz="914400">
              <a:lnSpc>
                <a:spcPct val="120000"/>
              </a:lnSpc>
              <a:buClr>
                <a:srgbClr val="000000"/>
              </a:buClr>
              <a:buFont typeface="Noto Sans"/>
              <a:buChar char="‒"/>
            </a:pPr>
            <a:r>
              <a:rPr b="0" lang="de-DE" sz="1400" spc="-1" strike="noStrike">
                <a:solidFill>
                  <a:schemeClr val="dk1"/>
                </a:solidFill>
                <a:latin typeface="Noto Sans"/>
              </a:rPr>
              <a:t>Dritte Ebene</a:t>
            </a:r>
            <a:endParaRPr b="0" lang="de-DE" sz="1400" spc="-1" strike="noStrike">
              <a:solidFill>
                <a:schemeClr val="dk1"/>
              </a:solidFill>
              <a:latin typeface="Noto Sans"/>
            </a:endParaRPr>
          </a:p>
          <a:p>
            <a:pPr lvl="3" marL="719280" indent="-181080" defTabSz="914400">
              <a:lnSpc>
                <a:spcPct val="120000"/>
              </a:lnSpc>
              <a:buClr>
                <a:srgbClr val="000000"/>
              </a:buClr>
              <a:buFont typeface="Noto Sans"/>
              <a:buChar char="‒"/>
            </a:pPr>
            <a:r>
              <a:rPr b="0" lang="de-DE" sz="1400" spc="-1" strike="noStrike">
                <a:solidFill>
                  <a:schemeClr val="dk1"/>
                </a:solidFill>
                <a:latin typeface="Noto Sans"/>
              </a:rPr>
              <a:t>Vierte Ebene</a:t>
            </a:r>
            <a:endParaRPr b="0" lang="de-DE" sz="1400" spc="-1" strike="noStrike">
              <a:solidFill>
                <a:schemeClr val="dk1"/>
              </a:solidFill>
              <a:latin typeface="Noto Sans"/>
            </a:endParaRPr>
          </a:p>
          <a:p>
            <a:pPr lvl="4" marL="893880" indent="-174600" defTabSz="914400">
              <a:lnSpc>
                <a:spcPct val="120000"/>
              </a:lnSpc>
              <a:buClr>
                <a:srgbClr val="000000"/>
              </a:buClr>
              <a:buFont typeface="Noto Sans"/>
              <a:buChar char="‒"/>
            </a:pPr>
            <a:r>
              <a:rPr b="0" lang="de-DE" sz="1400" spc="-1" strike="noStrike">
                <a:solidFill>
                  <a:schemeClr val="dk1"/>
                </a:solidFill>
                <a:latin typeface="Noto Sans"/>
              </a:rPr>
              <a:t>Fünfte Ebene</a:t>
            </a:r>
            <a:endParaRPr b="0" lang="de-DE" sz="1400" spc="-1" strike="noStrike">
              <a:solidFill>
                <a:schemeClr val="dk1"/>
              </a:solidFill>
              <a:latin typeface="Noto Sans"/>
            </a:endParaRPr>
          </a:p>
        </p:txBody>
      </p:sp>
      <p:sp>
        <p:nvSpPr>
          <p:cNvPr id="81" name="PlaceHolder 3"/>
          <p:cNvSpPr>
            <a:spLocks noGrp="1"/>
          </p:cNvSpPr>
          <p:nvPr>
            <p:ph type="body"/>
          </p:nvPr>
        </p:nvSpPr>
        <p:spPr>
          <a:xfrm>
            <a:off x="6537960" y="333360"/>
            <a:ext cx="5318640" cy="5297400"/>
          </a:xfrm>
          <a:prstGeom prst="rect">
            <a:avLst/>
          </a:prstGeom>
          <a:solidFill>
            <a:schemeClr val="lt1">
              <a:lumMod val="85000"/>
            </a:schemeClr>
          </a:solidFill>
          <a:ln w="0">
            <a:noFill/>
          </a:ln>
        </p:spPr>
        <p:txBody>
          <a:bodyPr lIns="90000" rIns="90000" tIns="45000" bIns="45000" anchor="ctr">
            <a:noAutofit/>
          </a:bodyPr>
          <a:p>
            <a:pPr marL="432000" indent="-324000">
              <a:lnSpc>
                <a:spcPct val="120000"/>
              </a:lnSpc>
              <a:spcBef>
                <a:spcPts val="1417"/>
              </a:spcBef>
              <a:buClr>
                <a:srgbClr val="000000"/>
              </a:buClr>
              <a:buSzPct val="45000"/>
              <a:buFont typeface="Wingdings" charset="2"/>
              <a:buChar char=""/>
            </a:pPr>
            <a:r>
              <a:rPr b="0" lang="de-DE" sz="1800" spc="-1" strike="noStrike">
                <a:solidFill>
                  <a:schemeClr val="dk1"/>
                </a:solidFill>
                <a:latin typeface="Noto Sans"/>
              </a:rPr>
              <a:t>Click to edit the outline text format</a:t>
            </a:r>
            <a:endParaRPr b="0" lang="de-DE" sz="1800" spc="-1" strike="noStrike">
              <a:solidFill>
                <a:schemeClr val="dk1"/>
              </a:solidFill>
              <a:latin typeface="Noto Sans"/>
            </a:endParaRPr>
          </a:p>
          <a:p>
            <a:pPr lvl="1" marL="864000" indent="-324000">
              <a:lnSpc>
                <a:spcPct val="120000"/>
              </a:lnSpc>
              <a:spcBef>
                <a:spcPts val="1134"/>
              </a:spcBef>
              <a:buClr>
                <a:srgbClr val="000000"/>
              </a:buClr>
              <a:buSzPct val="75000"/>
              <a:buFont typeface="Symbol" charset="2"/>
              <a:buChar char=""/>
            </a:pPr>
            <a:r>
              <a:rPr b="0" lang="de-DE" sz="1800" spc="-1" strike="noStrike">
                <a:solidFill>
                  <a:schemeClr val="dk1"/>
                </a:solidFill>
                <a:latin typeface="Noto Sans"/>
              </a:rPr>
              <a:t>Second Outline Level</a:t>
            </a:r>
            <a:endParaRPr b="0" lang="de-DE" sz="1800" spc="-1" strike="noStrike">
              <a:solidFill>
                <a:schemeClr val="dk1"/>
              </a:solidFill>
              <a:latin typeface="Noto Sans"/>
            </a:endParaRPr>
          </a:p>
          <a:p>
            <a:pPr lvl="2" marL="1296000" indent="-288000">
              <a:lnSpc>
                <a:spcPct val="120000"/>
              </a:lnSpc>
              <a:spcBef>
                <a:spcPts val="850"/>
              </a:spcBef>
              <a:buClr>
                <a:srgbClr val="000000"/>
              </a:buClr>
              <a:buSzPct val="45000"/>
              <a:buFont typeface="Wingdings" charset="2"/>
              <a:buChar char=""/>
            </a:pPr>
            <a:r>
              <a:rPr b="0" lang="de-DE" sz="1800" spc="-1" strike="noStrike">
                <a:solidFill>
                  <a:schemeClr val="dk1"/>
                </a:solidFill>
                <a:latin typeface="Noto Sans"/>
              </a:rPr>
              <a:t>Third Outline Level</a:t>
            </a:r>
            <a:endParaRPr b="0" lang="de-DE" sz="1800" spc="-1" strike="noStrike">
              <a:solidFill>
                <a:schemeClr val="dk1"/>
              </a:solidFill>
              <a:latin typeface="Noto Sans"/>
            </a:endParaRPr>
          </a:p>
          <a:p>
            <a:pPr lvl="3" marL="1728000" indent="-216000">
              <a:lnSpc>
                <a:spcPct val="120000"/>
              </a:lnSpc>
              <a:spcBef>
                <a:spcPts val="567"/>
              </a:spcBef>
              <a:buClr>
                <a:srgbClr val="000000"/>
              </a:buClr>
              <a:buSzPct val="75000"/>
              <a:buFont typeface="Symbol" charset="2"/>
              <a:buChar char=""/>
            </a:pPr>
            <a:r>
              <a:rPr b="0" lang="de-DE" sz="1800" spc="-1" strike="noStrike">
                <a:solidFill>
                  <a:schemeClr val="dk1"/>
                </a:solidFill>
                <a:latin typeface="Noto Sans"/>
              </a:rPr>
              <a:t>Fourth Outline Level</a:t>
            </a:r>
            <a:endParaRPr b="0" lang="de-DE" sz="1800" spc="-1" strike="noStrike">
              <a:solidFill>
                <a:schemeClr val="dk1"/>
              </a:solidFill>
              <a:latin typeface="Noto Sans"/>
            </a:endParaRPr>
          </a:p>
          <a:p>
            <a:pPr lvl="4" marL="2160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Fifth Outline Level</a:t>
            </a:r>
            <a:endParaRPr b="0" lang="de-DE" sz="1800" spc="-1" strike="noStrike">
              <a:solidFill>
                <a:schemeClr val="dk1"/>
              </a:solidFill>
              <a:latin typeface="Noto Sans"/>
            </a:endParaRPr>
          </a:p>
          <a:p>
            <a:pPr lvl="5" marL="2592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Sixth Outline Level</a:t>
            </a:r>
            <a:endParaRPr b="0" lang="de-DE" sz="1800" spc="-1" strike="noStrike">
              <a:solidFill>
                <a:schemeClr val="dk1"/>
              </a:solidFill>
              <a:latin typeface="Noto Sans"/>
            </a:endParaRPr>
          </a:p>
          <a:p>
            <a:pPr lvl="6" marL="3024000" indent="-216000">
              <a:lnSpc>
                <a:spcPct val="120000"/>
              </a:lnSpc>
              <a:spcBef>
                <a:spcPts val="283"/>
              </a:spcBef>
              <a:buClr>
                <a:srgbClr val="000000"/>
              </a:buClr>
              <a:buSzPct val="45000"/>
              <a:buFont typeface="Wingdings" charset="2"/>
              <a:buChar char=""/>
            </a:pPr>
            <a:r>
              <a:rPr b="0" lang="de-DE" sz="1800" spc="-1" strike="noStrike">
                <a:solidFill>
                  <a:schemeClr val="dk1"/>
                </a:solidFill>
                <a:latin typeface="Noto Sans"/>
              </a:rPr>
              <a:t>Seventh Outline Level</a:t>
            </a:r>
            <a:endParaRPr b="0" lang="de-DE" sz="1800" spc="-1" strike="noStrike">
              <a:solidFill>
                <a:schemeClr val="dk1"/>
              </a:solidFill>
              <a:latin typeface="Noto Sans"/>
            </a:endParaRPr>
          </a:p>
        </p:txBody>
      </p:sp>
      <p:sp>
        <p:nvSpPr>
          <p:cNvPr id="82" name="PlaceHolder 4"/>
          <p:cNvSpPr>
            <a:spLocks noGrp="1"/>
          </p:cNvSpPr>
          <p:nvPr>
            <p:ph type="ftr" idx="23"/>
          </p:nvPr>
        </p:nvSpPr>
        <p:spPr>
          <a:xfrm>
            <a:off x="766800" y="6489720"/>
            <a:ext cx="10658160" cy="177480"/>
          </a:xfrm>
          <a:prstGeom prst="rect">
            <a:avLst/>
          </a:prstGeom>
          <a:noFill/>
          <a:ln w="0">
            <a:noFill/>
          </a:ln>
        </p:spPr>
        <p:txBody>
          <a:bodyPr lIns="0" rIns="0" tIns="0" bIns="0" anchor="ctr">
            <a:noAutofit/>
          </a:bodyPr>
          <a:lstStyle>
            <a:lvl1pPr indent="0" defTabSz="914400">
              <a:lnSpc>
                <a:spcPct val="100000"/>
              </a:lnSpc>
              <a:buNone/>
              <a:defRPr b="0" lang="de-DE" sz="800" spc="-1" strike="noStrike">
                <a:solidFill>
                  <a:schemeClr val="dk1"/>
                </a:solidFill>
                <a:latin typeface="Noto Sans"/>
              </a:defRPr>
            </a:lvl1pPr>
          </a:lstStyle>
          <a:p>
            <a:pPr indent="0" defTabSz="914400">
              <a:lnSpc>
                <a:spcPct val="100000"/>
              </a:lnSpc>
              <a:buNone/>
            </a:pPr>
            <a:r>
              <a:rPr b="0" lang="de-DE" sz="800" spc="-1" strike="noStrike">
                <a:solidFill>
                  <a:schemeClr val="dk1"/>
                </a:solidFill>
                <a:latin typeface="Noto Sans"/>
              </a:rPr>
              <a:t>&lt;footer&gt;</a:t>
            </a:r>
            <a:endParaRPr b="0" lang="en-US" sz="800" spc="-1" strike="noStrike">
              <a:solidFill>
                <a:srgbClr val="000000"/>
              </a:solidFill>
              <a:latin typeface="Times New Roman"/>
            </a:endParaRPr>
          </a:p>
        </p:txBody>
      </p:sp>
      <p:sp>
        <p:nvSpPr>
          <p:cNvPr id="83" name="PlaceHolder 5">
            <a:extLst>
              <a:ext uri="{C183D7F6-B498-43B3-948B-1728B52AA6E4}">
                <adec:decorative xmlns:adec="http://schemas.microsoft.com/office/drawing/2017/decorative" val="1"/>
              </a:ext>
            </a:extLst>
          </p:cNvPr>
          <p:cNvSpPr>
            <a:spLocks noGrp="1"/>
          </p:cNvSpPr>
          <p:nvPr>
            <p:ph type="sldNum" idx="24"/>
          </p:nvPr>
        </p:nvSpPr>
        <p:spPr>
          <a:xfrm>
            <a:off x="11522880" y="6489720"/>
            <a:ext cx="333720" cy="177480"/>
          </a:xfrm>
          <a:prstGeom prst="rect">
            <a:avLst/>
          </a:prstGeom>
          <a:noFill/>
          <a:ln w="6480">
            <a:solidFill>
              <a:schemeClr val="accent1"/>
            </a:solidFill>
            <a:round/>
          </a:ln>
        </p:spPr>
        <p:txBody>
          <a:bodyPr lIns="0" rIns="0" tIns="0" bIns="0" anchor="ctr">
            <a:noAutofit/>
          </a:bodyPr>
          <a:lstStyle>
            <a:lvl1pPr indent="0" algn="ctr" defTabSz="914400">
              <a:lnSpc>
                <a:spcPct val="100000"/>
              </a:lnSpc>
              <a:buNone/>
              <a:defRPr b="0" lang="de-DE" sz="800" spc="-1" strike="noStrike">
                <a:solidFill>
                  <a:schemeClr val="dk1"/>
                </a:solidFill>
                <a:latin typeface="Noto Sans"/>
              </a:defRPr>
            </a:lvl1pPr>
          </a:lstStyle>
          <a:p>
            <a:pPr indent="0" algn="ctr" defTabSz="914400">
              <a:lnSpc>
                <a:spcPct val="100000"/>
              </a:lnSpc>
              <a:buNone/>
            </a:pPr>
            <a:fld id="{6C9EEAAF-2810-4566-94F8-ADD3C40A292A}" type="slidenum">
              <a:rPr b="0" lang="de-DE" sz="800" spc="-1" strike="noStrike">
                <a:solidFill>
                  <a:schemeClr val="dk1"/>
                </a:solidFill>
                <a:latin typeface="Noto Sans"/>
              </a:rPr>
              <a:t>&lt;number&gt;</a:t>
            </a:fld>
            <a:endParaRPr b="0" lang="en-US" sz="800" spc="-1" strike="noStrike">
              <a:solidFill>
                <a:srgbClr val="000000"/>
              </a:solidFill>
              <a:latin typeface="Times New Roman"/>
            </a:endParaRPr>
          </a:p>
        </p:txBody>
      </p:sp>
      <p:sp>
        <p:nvSpPr>
          <p:cNvPr id="84" name="PlaceHolder 6"/>
          <p:cNvSpPr>
            <a:spLocks noGrp="1"/>
          </p:cNvSpPr>
          <p:nvPr>
            <p:ph type="body"/>
          </p:nvPr>
        </p:nvSpPr>
        <p:spPr>
          <a:xfrm rot="16200000">
            <a:off x="9041760" y="2816280"/>
            <a:ext cx="5294880" cy="334440"/>
          </a:xfrm>
          <a:prstGeom prst="rect">
            <a:avLst/>
          </a:prstGeom>
          <a:noFill/>
          <a:ln w="0">
            <a:noFill/>
          </a:ln>
        </p:spPr>
        <p:txBody>
          <a:bodyPr lIns="108000" rIns="108000" tIns="36000" bIns="36000" anchor="ctr">
            <a:noAutofit/>
          </a:bodyPr>
          <a:p>
            <a:pPr indent="0" defTabSz="914400">
              <a:lnSpc>
                <a:spcPct val="100000"/>
              </a:lnSpc>
              <a:buNone/>
              <a:tabLst>
                <a:tab algn="l" pos="0"/>
              </a:tabLst>
            </a:pPr>
            <a:r>
              <a:rPr b="0" lang="de-DE" sz="800" spc="-1" strike="noStrike">
                <a:solidFill>
                  <a:schemeClr val="lt1"/>
                </a:solidFill>
                <a:latin typeface="Noto Sans"/>
              </a:rPr>
              <a:t>Bildnachweis</a:t>
            </a:r>
            <a:endParaRPr b="0" lang="de-DE" sz="800" spc="-1" strike="noStrike">
              <a:solidFill>
                <a:schemeClr val="dk1"/>
              </a:solidFill>
              <a:latin typeface="Noto Sans"/>
            </a:endParaRPr>
          </a:p>
        </p:txBody>
      </p:sp>
    </p:spTree>
  </p:cSld>
  <p:clrMap bg1="lt1" bg2="lt2" tx1="dk1" tx2="dk2" accent1="accent1" accent2="accent2" accent3="accent3" accent4="accent4" accent5="accent5" accent6="accent6" hlink="hlink" folHlink="folHlink"/>
  <p:sldLayoutIdLst>
    <p:sldLayoutId id="2147483682"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6.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slideLayout" Target="../slideLayouts/slideLayout16.xml"/><Relationship Id="rId4"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svg"/><Relationship Id="rId3" Type="http://schemas.openxmlformats.org/officeDocument/2006/relationships/slideLayout" Target="../slideLayouts/slideLayout16.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slideLayout" Target="../slideLayouts/slideLayout16.xml"/><Relationship Id="rId4"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svg"/><Relationship Id="rId3" Type="http://schemas.openxmlformats.org/officeDocument/2006/relationships/slideLayout" Target="../slideLayouts/slideLayout16.xml"/><Relationship Id="rId4"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6.xml"/><Relationship Id="rId4"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6.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hyperlink" Target="https://geomoer.github.io/moer-bsc-geodaten/unit10/unit10-04_assignment.html" TargetMode="External"/><Relationship Id="rId2" Type="http://schemas.openxmlformats.org/officeDocument/2006/relationships/slideLayout" Target="../slideLayouts/slideLayout16.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svg"/><Relationship Id="rId3" Type="http://schemas.openxmlformats.org/officeDocument/2006/relationships/slideLayout" Target="../slideLayouts/slideLayout16.xml"/><Relationship Id="rId4"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hyperlink" Target="https://geomoer.github.io/moer-bsc-geodaten/unit10/unit10-00_overview.html" TargetMode="External"/><Relationship Id="rId2" Type="http://schemas.openxmlformats.org/officeDocument/2006/relationships/hyperlink" Target="https://geomoer.github.io/moer-bsc-geodaten/material/qgis-kernpfade.html#unit10" TargetMode="External"/><Relationship Id="rId3" Type="http://schemas.openxmlformats.org/officeDocument/2006/relationships/hyperlink" Target="https://geomoer.github.io/moer-bsc-geodaten/unit10/unit10-02_qgigs.html" TargetMode="External"/><Relationship Id="rId4" Type="http://schemas.openxmlformats.org/officeDocument/2006/relationships/hyperlink" Target="https://geomoer.github.io/moer-bsc-geodaten/unit10/unit10-03_datenquellen.html" TargetMode="External"/><Relationship Id="rId5" Type="http://schemas.openxmlformats.org/officeDocument/2006/relationships/hyperlink" Target="https://docs.qgis.org/3.40/en/docs/user_manual/" TargetMode="External"/><Relationship Id="rId6" Type="http://schemas.openxmlformats.org/officeDocument/2006/relationships/hyperlink" Target="https://www.hlnug.de/themen/geografische-informationssysteme/geodienste/naturschutz" TargetMode="External"/><Relationship Id="rId7" Type="http://schemas.openxmlformats.org/officeDocument/2006/relationships/slideLayout" Target="../slideLayouts/slideLayout16.xml"/><Relationship Id="rId8"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8.xml"/><Relationship Id="rId3" Type="http://schemas.openxmlformats.org/officeDocument/2006/relationships/notesSlide" Target="../notesSlides/notesSlide3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1" name="" descr=""/>
          <p:cNvPicPr/>
          <p:nvPr/>
        </p:nvPicPr>
        <p:blipFill>
          <a:blip r:embed="rId1"/>
          <a:stretch/>
        </p:blipFill>
        <p:spPr>
          <a:xfrm>
            <a:off x="335160" y="2666880"/>
            <a:ext cx="4107240" cy="1407240"/>
          </a:xfrm>
          <a:prstGeom prst="rect">
            <a:avLst/>
          </a:prstGeom>
          <a:ln w="0">
            <a:noFill/>
          </a:ln>
        </p:spPr>
      </p:pic>
      <p:sp>
        <p:nvSpPr>
          <p:cNvPr id="92" name=""/>
          <p:cNvSpPr txBox="1"/>
          <p:nvPr/>
        </p:nvSpPr>
        <p:spPr>
          <a:xfrm>
            <a:off x="4762440" y="2171880"/>
            <a:ext cx="6477120" cy="2286000"/>
          </a:xfrm>
          <a:prstGeom prst="rect">
            <a:avLst/>
          </a:prstGeom>
          <a:noFill/>
          <a:ln w="0">
            <a:noFill/>
          </a:ln>
        </p:spPr>
        <p:txBody>
          <a:bodyPr lIns="0" rIns="0" tIns="0" bIns="0" anchor="t">
            <a:noAutofit/>
          </a:bodyPr>
          <a:p>
            <a:r>
              <a:rPr b="0" lang="en-US" sz="4140" spc="-1" strike="noStrike">
                <a:solidFill>
                  <a:srgbClr val="ffffff"/>
                </a:solidFill>
                <a:latin typeface="Noto Sans"/>
              </a:rPr>
              <a:t>Geodatenmodelle,</a:t>
            </a:r>
            <a:endParaRPr b="0" lang="en-US" sz="4140" spc="-1" strike="noStrike">
              <a:solidFill>
                <a:srgbClr val="ffffff"/>
              </a:solidFill>
              <a:latin typeface="Arial"/>
            </a:endParaRPr>
          </a:p>
          <a:p>
            <a:r>
              <a:rPr b="0" lang="en-US" sz="4140" spc="-1" strike="noStrike">
                <a:solidFill>
                  <a:srgbClr val="ffffff"/>
                </a:solidFill>
                <a:latin typeface="Noto Sans"/>
              </a:rPr>
              <a:t>QGIS und</a:t>
            </a:r>
            <a:endParaRPr b="0" lang="en-US" sz="4140" spc="-1" strike="noStrike">
              <a:solidFill>
                <a:srgbClr val="ffffff"/>
              </a:solidFill>
              <a:latin typeface="Arial"/>
            </a:endParaRPr>
          </a:p>
          <a:p>
            <a:r>
              <a:rPr b="0" lang="en-US" sz="4140" spc="-1" strike="noStrike">
                <a:solidFill>
                  <a:srgbClr val="ffffff"/>
                </a:solidFill>
                <a:latin typeface="Noto Sans"/>
              </a:rPr>
              <a:t>Datenquellen</a:t>
            </a:r>
            <a:endParaRPr b="0" lang="en-US" sz="4140" spc="-1" strike="noStrike">
              <a:solidFill>
                <a:srgbClr val="ffffff"/>
              </a:solidFill>
              <a:latin typeface="Arial"/>
            </a:endParaRPr>
          </a:p>
        </p:txBody>
      </p:sp>
      <p:sp>
        <p:nvSpPr>
          <p:cNvPr id="93" name=""/>
          <p:cNvSpPr txBox="1"/>
          <p:nvPr/>
        </p:nvSpPr>
        <p:spPr>
          <a:xfrm>
            <a:off x="4762440" y="4678560"/>
            <a:ext cx="6400800" cy="533520"/>
          </a:xfrm>
          <a:prstGeom prst="rect">
            <a:avLst/>
          </a:prstGeom>
          <a:noFill/>
          <a:ln w="0">
            <a:noFill/>
          </a:ln>
        </p:spPr>
        <p:txBody>
          <a:bodyPr lIns="0" rIns="0" tIns="0" bIns="0" anchor="t">
            <a:noAutofit/>
          </a:bodyPr>
          <a:p>
            <a:r>
              <a:rPr b="0" lang="en-US" sz="2630" spc="-1" strike="noStrike">
                <a:solidFill>
                  <a:srgbClr val="ffffff"/>
                </a:solidFill>
                <a:latin typeface="Noto Sans"/>
              </a:rPr>
              <a:t>Unit 10</a:t>
            </a:r>
            <a:endParaRPr b="0" lang="en-US" sz="2630" spc="-1" strike="noStrike">
              <a:solidFill>
                <a:srgbClr val="ffffff"/>
              </a:solidFill>
              <a:latin typeface="Arial"/>
            </a:endParaRPr>
          </a:p>
        </p:txBody>
      </p:sp>
      <p:sp>
        <p:nvSpPr>
          <p:cNvPr id="94" name=""/>
          <p:cNvSpPr txBox="1"/>
          <p:nvPr/>
        </p:nvSpPr>
        <p:spPr>
          <a:xfrm>
            <a:off x="4762440" y="5669280"/>
            <a:ext cx="6400800" cy="762120"/>
          </a:xfrm>
          <a:prstGeom prst="rect">
            <a:avLst/>
          </a:prstGeom>
          <a:noFill/>
          <a:ln w="0">
            <a:noFill/>
          </a:ln>
        </p:spPr>
        <p:txBody>
          <a:bodyPr lIns="0" rIns="0" tIns="0" bIns="0" anchor="t">
            <a:noAutofit/>
          </a:bodyPr>
          <a:p>
            <a:r>
              <a:rPr b="0" lang="en-US" sz="1790" spc="-1" strike="noStrike">
                <a:solidFill>
                  <a:srgbClr val="ffffff"/>
                </a:solidFill>
                <a:latin typeface="Noto Sans"/>
              </a:rPr>
              <a:t>Fachbereich 19 · Geographie</a:t>
            </a:r>
            <a:endParaRPr b="0" lang="en-US" sz="1790" spc="-1" strike="noStrike">
              <a:solidFill>
                <a:srgbClr val="ffffff"/>
              </a:solidFill>
              <a:latin typeface="Arial"/>
            </a:endParaRPr>
          </a:p>
          <a:p>
            <a:r>
              <a:rPr b="0" lang="en-US" sz="1790" spc="-1" strike="noStrike">
                <a:solidFill>
                  <a:srgbClr val="ffffff"/>
                </a:solidFill>
                <a:latin typeface="Noto Sans"/>
              </a:rPr>
              <a:t>Philipps-Universität Marburg</a:t>
            </a:r>
            <a:endParaRPr b="0" lang="en-US" sz="179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JiTT · Rückblick auf Unit 09</a:t>
            </a:r>
            <a:endParaRPr b="0" lang="en-US" sz="3190" spc="-1" strike="noStrike">
              <a:solidFill>
                <a:srgbClr val="000000"/>
              </a:solidFill>
              <a:latin typeface="Arial"/>
            </a:endParaRPr>
          </a:p>
        </p:txBody>
      </p:sp>
      <p:sp>
        <p:nvSpPr>
          <p:cNvPr id="96"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PLATZHALTER · VOLLSTÄNDIG AUSTAUSCHBAR</a:t>
            </a:r>
            <a:endParaRPr b="0" lang="en-US" sz="1130" spc="-1" strike="noStrike">
              <a:solidFill>
                <a:srgbClr val="000000"/>
              </a:solidFill>
              <a:latin typeface="Arial"/>
            </a:endParaRPr>
          </a:p>
        </p:txBody>
      </p:sp>
      <p:sp>
        <p:nvSpPr>
          <p:cNvPr id="97"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98"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a:t>
            </a:r>
            <a:endParaRPr b="0" lang="en-US" sz="939" spc="-1" strike="noStrike">
              <a:solidFill>
                <a:srgbClr val="000000"/>
              </a:solidFill>
              <a:latin typeface="Arial"/>
            </a:endParaRPr>
          </a:p>
        </p:txBody>
      </p:sp>
      <p:sp>
        <p:nvSpPr>
          <p:cNvPr id="99" name="JiTT – vollständigen Block ersetzen"/>
          <p:cNvSpPr/>
          <p:nvPr/>
        </p:nvSpPr>
        <p:spPr>
          <a:xfrm>
            <a:off x="762120" y="1806120"/>
            <a:ext cx="10668240" cy="415296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00" name=""/>
          <p:cNvSpPr txBox="1"/>
          <p:nvPr/>
        </p:nvSpPr>
        <p:spPr>
          <a:xfrm>
            <a:off x="1371600" y="3276720"/>
            <a:ext cx="9448920" cy="990720"/>
          </a:xfrm>
          <a:prstGeom prst="rect">
            <a:avLst/>
          </a:prstGeom>
          <a:noFill/>
          <a:ln w="0">
            <a:noFill/>
          </a:ln>
        </p:spPr>
        <p:txBody>
          <a:bodyPr lIns="0" rIns="0" tIns="0" bIns="0" anchor="t">
            <a:noAutofit/>
          </a:bodyPr>
          <a:p>
            <a:pPr algn="ctr"/>
            <a:r>
              <a:rPr b="0" lang="en-US" sz="3570" spc="-1" strike="noStrike">
                <a:solidFill>
                  <a:srgbClr val="004899"/>
                </a:solidFill>
                <a:latin typeface="Noto Sans"/>
              </a:rPr>
              <a:t>[Hier den vollständigen</a:t>
            </a:r>
            <a:endParaRPr b="0" lang="en-US" sz="3570" spc="-1" strike="noStrike">
              <a:solidFill>
                <a:srgbClr val="000000"/>
              </a:solidFill>
              <a:latin typeface="Arial"/>
            </a:endParaRPr>
          </a:p>
          <a:p>
            <a:pPr algn="ctr"/>
            <a:r>
              <a:rPr b="0" lang="en-US" sz="3570" spc="-1" strike="noStrike">
                <a:solidFill>
                  <a:srgbClr val="004899"/>
                </a:solidFill>
                <a:latin typeface="Noto Sans"/>
              </a:rPr>
              <a:t>JiTT-Block einfügen]</a:t>
            </a:r>
            <a:endParaRPr b="0" lang="en-US" sz="35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Von Datenmodellen zum ersten QGIS-Projekt</a:t>
            </a:r>
            <a:endParaRPr b="0" lang="en-US" sz="3190" spc="-1" strike="noStrike">
              <a:solidFill>
                <a:srgbClr val="000000"/>
              </a:solidFill>
              <a:latin typeface="Arial"/>
            </a:endParaRPr>
          </a:p>
        </p:txBody>
      </p:sp>
      <p:sp>
        <p:nvSpPr>
          <p:cNvPr id="102"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UNIT 10 · ORIENTIERUNG</a:t>
            </a:r>
            <a:endParaRPr b="0" lang="en-US" sz="1130" spc="-1" strike="noStrike">
              <a:solidFill>
                <a:srgbClr val="000000"/>
              </a:solidFill>
              <a:latin typeface="Arial"/>
            </a:endParaRPr>
          </a:p>
        </p:txBody>
      </p:sp>
      <p:sp>
        <p:nvSpPr>
          <p:cNvPr id="103"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104"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3</a:t>
            </a:r>
            <a:endParaRPr b="0" lang="en-US" sz="939" spc="-1" strike="noStrike">
              <a:solidFill>
                <a:srgbClr val="000000"/>
              </a:solidFill>
              <a:latin typeface="Arial"/>
            </a:endParaRPr>
          </a:p>
        </p:txBody>
      </p:sp>
      <p:pic>
        <p:nvPicPr>
          <p:cNvPr id="105" name="" descr=""/>
          <p:cNvPicPr/>
          <p:nvPr/>
        </p:nvPicPr>
        <p:blipFill>
          <a:blip r:embed="rId1"/>
          <a:stretch/>
        </p:blipFill>
        <p:spPr>
          <a:xfrm>
            <a:off x="647640" y="1714680"/>
            <a:ext cx="10896840" cy="1816200"/>
          </a:xfrm>
          <a:prstGeom prst="rect">
            <a:avLst/>
          </a:prstGeom>
          <a:ln w="0">
            <a:noFill/>
          </a:ln>
        </p:spPr>
      </p:pic>
      <p:sp>
        <p:nvSpPr>
          <p:cNvPr id="106" name=""/>
          <p:cNvSpPr/>
          <p:nvPr/>
        </p:nvSpPr>
        <p:spPr>
          <a:xfrm>
            <a:off x="647640" y="3772080"/>
            <a:ext cx="350532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07" name=""/>
          <p:cNvSpPr/>
          <p:nvPr/>
        </p:nvSpPr>
        <p:spPr>
          <a:xfrm>
            <a:off x="647640" y="3772080"/>
            <a:ext cx="53280" cy="15620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08" name=""/>
          <p:cNvSpPr txBox="1"/>
          <p:nvPr/>
        </p:nvSpPr>
        <p:spPr>
          <a:xfrm>
            <a:off x="853560" y="3954960"/>
            <a:ext cx="3093840" cy="647640"/>
          </a:xfrm>
          <a:prstGeom prst="rect">
            <a:avLst/>
          </a:prstGeom>
          <a:noFill/>
          <a:ln w="0">
            <a:noFill/>
          </a:ln>
        </p:spPr>
        <p:txBody>
          <a:bodyPr lIns="0" rIns="0" tIns="0" bIns="0" anchor="t">
            <a:noAutofit/>
          </a:bodyPr>
          <a:p>
            <a:r>
              <a:rPr b="1" lang="en-US" sz="2540" spc="-1" strike="noStrike">
                <a:solidFill>
                  <a:srgbClr val="004899"/>
                </a:solidFill>
                <a:latin typeface="Noto Sans"/>
              </a:rPr>
              <a:t>Modell wählen</a:t>
            </a:r>
            <a:endParaRPr b="0" lang="en-US" sz="2540" spc="-1" strike="noStrike">
              <a:solidFill>
                <a:srgbClr val="000000"/>
              </a:solidFill>
              <a:latin typeface="Arial"/>
            </a:endParaRPr>
          </a:p>
        </p:txBody>
      </p:sp>
      <p:sp>
        <p:nvSpPr>
          <p:cNvPr id="109" name=""/>
          <p:cNvSpPr txBox="1"/>
          <p:nvPr/>
        </p:nvSpPr>
        <p:spPr>
          <a:xfrm>
            <a:off x="853560" y="4533840"/>
            <a:ext cx="3093840" cy="663120"/>
          </a:xfrm>
          <a:prstGeom prst="rect">
            <a:avLst/>
          </a:prstGeom>
          <a:noFill/>
          <a:ln w="0">
            <a:noFill/>
          </a:ln>
        </p:spPr>
        <p:txBody>
          <a:bodyPr lIns="0" rIns="0" tIns="0" bIns="0" anchor="t">
            <a:noAutofit/>
          </a:bodyPr>
          <a:p>
            <a:r>
              <a:rPr b="0" lang="en-US" sz="2160" spc="-1" strike="noStrike">
                <a:solidFill>
                  <a:srgbClr val="000000"/>
                </a:solidFill>
                <a:latin typeface="Noto Sans"/>
              </a:rPr>
              <a:t>Vektor und Raster</a:t>
            </a:r>
            <a:endParaRPr b="0" lang="en-US" sz="2160" spc="-1" strike="noStrike">
              <a:solidFill>
                <a:srgbClr val="000000"/>
              </a:solidFill>
              <a:latin typeface="Arial"/>
            </a:endParaRPr>
          </a:p>
          <a:p>
            <a:r>
              <a:rPr b="0" lang="en-US" sz="2160" spc="-1" strike="noStrike">
                <a:solidFill>
                  <a:srgbClr val="000000"/>
                </a:solidFill>
                <a:latin typeface="Noto Sans"/>
              </a:rPr>
              <a:t>unterscheiden</a:t>
            </a:r>
            <a:endParaRPr b="0" lang="en-US" sz="2160" spc="-1" strike="noStrike">
              <a:solidFill>
                <a:srgbClr val="000000"/>
              </a:solidFill>
              <a:latin typeface="Arial"/>
            </a:endParaRPr>
          </a:p>
        </p:txBody>
      </p:sp>
      <p:sp>
        <p:nvSpPr>
          <p:cNvPr id="110" name=""/>
          <p:cNvSpPr/>
          <p:nvPr/>
        </p:nvSpPr>
        <p:spPr>
          <a:xfrm>
            <a:off x="4343400" y="3772080"/>
            <a:ext cx="350532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11" name=""/>
          <p:cNvSpPr/>
          <p:nvPr/>
        </p:nvSpPr>
        <p:spPr>
          <a:xfrm>
            <a:off x="4343400" y="3772080"/>
            <a:ext cx="53280" cy="15620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12" name=""/>
          <p:cNvSpPr txBox="1"/>
          <p:nvPr/>
        </p:nvSpPr>
        <p:spPr>
          <a:xfrm>
            <a:off x="4549320" y="3954960"/>
            <a:ext cx="3093840" cy="647640"/>
          </a:xfrm>
          <a:prstGeom prst="rect">
            <a:avLst/>
          </a:prstGeom>
          <a:noFill/>
          <a:ln w="0">
            <a:noFill/>
          </a:ln>
        </p:spPr>
        <p:txBody>
          <a:bodyPr lIns="0" rIns="0" tIns="0" bIns="0" anchor="t">
            <a:noAutofit/>
          </a:bodyPr>
          <a:p>
            <a:r>
              <a:rPr b="1" lang="en-US" sz="2540" spc="-1" strike="noStrike">
                <a:solidFill>
                  <a:srgbClr val="004899"/>
                </a:solidFill>
                <a:latin typeface="Noto Sans"/>
              </a:rPr>
              <a:t>Projekt aufbauen</a:t>
            </a:r>
            <a:endParaRPr b="0" lang="en-US" sz="2540" spc="-1" strike="noStrike">
              <a:solidFill>
                <a:srgbClr val="000000"/>
              </a:solidFill>
              <a:latin typeface="Arial"/>
            </a:endParaRPr>
          </a:p>
        </p:txBody>
      </p:sp>
      <p:sp>
        <p:nvSpPr>
          <p:cNvPr id="113" name=""/>
          <p:cNvSpPr txBox="1"/>
          <p:nvPr/>
        </p:nvSpPr>
        <p:spPr>
          <a:xfrm>
            <a:off x="4549320" y="4533840"/>
            <a:ext cx="3093840" cy="663120"/>
          </a:xfrm>
          <a:prstGeom prst="rect">
            <a:avLst/>
          </a:prstGeom>
          <a:noFill/>
          <a:ln w="0">
            <a:noFill/>
          </a:ln>
        </p:spPr>
        <p:txBody>
          <a:bodyPr lIns="0" rIns="0" tIns="0" bIns="0" anchor="t">
            <a:noAutofit/>
          </a:bodyPr>
          <a:p>
            <a:r>
              <a:rPr b="0" lang="en-US" sz="2160" spc="-1" strike="noStrike">
                <a:solidFill>
                  <a:srgbClr val="000000"/>
                </a:solidFill>
                <a:latin typeface="Noto Sans"/>
              </a:rPr>
              <a:t>Layer und Datenquellen</a:t>
            </a:r>
            <a:endParaRPr b="0" lang="en-US" sz="2160" spc="-1" strike="noStrike">
              <a:solidFill>
                <a:srgbClr val="000000"/>
              </a:solidFill>
              <a:latin typeface="Arial"/>
            </a:endParaRPr>
          </a:p>
          <a:p>
            <a:r>
              <a:rPr b="0" lang="en-US" sz="2160" spc="-1" strike="noStrike">
                <a:solidFill>
                  <a:srgbClr val="000000"/>
                </a:solidFill>
                <a:latin typeface="Noto Sans"/>
              </a:rPr>
              <a:t>prüfen</a:t>
            </a:r>
            <a:endParaRPr b="0" lang="en-US" sz="2160" spc="-1" strike="noStrike">
              <a:solidFill>
                <a:srgbClr val="000000"/>
              </a:solidFill>
              <a:latin typeface="Arial"/>
            </a:endParaRPr>
          </a:p>
        </p:txBody>
      </p:sp>
      <p:sp>
        <p:nvSpPr>
          <p:cNvPr id="114" name=""/>
          <p:cNvSpPr/>
          <p:nvPr/>
        </p:nvSpPr>
        <p:spPr>
          <a:xfrm>
            <a:off x="8039160" y="3772080"/>
            <a:ext cx="350532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15" name=""/>
          <p:cNvSpPr/>
          <p:nvPr/>
        </p:nvSpPr>
        <p:spPr>
          <a:xfrm>
            <a:off x="8039160" y="3772080"/>
            <a:ext cx="53280" cy="15620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16" name=""/>
          <p:cNvSpPr txBox="1"/>
          <p:nvPr/>
        </p:nvSpPr>
        <p:spPr>
          <a:xfrm>
            <a:off x="8245080" y="3954960"/>
            <a:ext cx="3093840" cy="647640"/>
          </a:xfrm>
          <a:prstGeom prst="rect">
            <a:avLst/>
          </a:prstGeom>
          <a:noFill/>
          <a:ln w="0">
            <a:noFill/>
          </a:ln>
        </p:spPr>
        <p:txBody>
          <a:bodyPr lIns="0" rIns="0" tIns="0" bIns="0" anchor="t">
            <a:noAutofit/>
          </a:bodyPr>
          <a:p>
            <a:r>
              <a:rPr b="1" lang="en-US" sz="2540" spc="-1" strike="noStrike">
                <a:solidFill>
                  <a:srgbClr val="004899"/>
                </a:solidFill>
                <a:latin typeface="Noto Sans"/>
              </a:rPr>
              <a:t>Ergebnis sichern</a:t>
            </a:r>
            <a:endParaRPr b="0" lang="en-US" sz="2540" spc="-1" strike="noStrike">
              <a:solidFill>
                <a:srgbClr val="000000"/>
              </a:solidFill>
              <a:latin typeface="Arial"/>
            </a:endParaRPr>
          </a:p>
        </p:txBody>
      </p:sp>
      <p:sp>
        <p:nvSpPr>
          <p:cNvPr id="117" name=""/>
          <p:cNvSpPr txBox="1"/>
          <p:nvPr/>
        </p:nvSpPr>
        <p:spPr>
          <a:xfrm>
            <a:off x="8245080" y="4533840"/>
            <a:ext cx="3093840" cy="663120"/>
          </a:xfrm>
          <a:prstGeom prst="rect">
            <a:avLst/>
          </a:prstGeom>
          <a:noFill/>
          <a:ln w="0">
            <a:noFill/>
          </a:ln>
        </p:spPr>
        <p:txBody>
          <a:bodyPr lIns="0" rIns="0" tIns="0" bIns="0" anchor="t">
            <a:noAutofit/>
          </a:bodyPr>
          <a:p>
            <a:r>
              <a:rPr b="0" lang="en-US" sz="2160" spc="-1" strike="noStrike">
                <a:solidFill>
                  <a:srgbClr val="000000"/>
                </a:solidFill>
                <a:latin typeface="Noto Sans"/>
              </a:rPr>
              <a:t>Speichern, schließen</a:t>
            </a:r>
            <a:endParaRPr b="0" lang="en-US" sz="2160" spc="-1" strike="noStrike">
              <a:solidFill>
                <a:srgbClr val="000000"/>
              </a:solidFill>
              <a:latin typeface="Arial"/>
            </a:endParaRPr>
          </a:p>
          <a:p>
            <a:r>
              <a:rPr b="0" lang="en-US" sz="2160" spc="-1" strike="noStrike">
                <a:solidFill>
                  <a:srgbClr val="000000"/>
                </a:solidFill>
                <a:latin typeface="Noto Sans"/>
              </a:rPr>
              <a:t>und erneut öffnen</a:t>
            </a:r>
            <a:endParaRPr b="0" lang="en-US" sz="2160" spc="-1" strike="noStrike">
              <a:solidFill>
                <a:srgbClr val="000000"/>
              </a:solidFill>
              <a:latin typeface="Arial"/>
            </a:endParaRPr>
          </a:p>
        </p:txBody>
      </p:sp>
      <p:sp>
        <p:nvSpPr>
          <p:cNvPr id="118"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19"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Verbindliches Ergebnis: unit10_einstieg.qgz öffnet beide lokalen Layer.</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Zwei Modelle räumlicher Wirklichkeit</a:t>
            </a:r>
            <a:endParaRPr b="0" lang="en-US" sz="3190" spc="-1" strike="noStrike">
              <a:solidFill>
                <a:srgbClr val="000000"/>
              </a:solidFill>
              <a:latin typeface="Arial"/>
            </a:endParaRPr>
          </a:p>
        </p:txBody>
      </p:sp>
      <p:sp>
        <p:nvSpPr>
          <p:cNvPr id="121"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DATENMODELLE · VERGLEICHEN</a:t>
            </a:r>
            <a:endParaRPr b="0" lang="en-US" sz="1130" spc="-1" strike="noStrike">
              <a:solidFill>
                <a:srgbClr val="000000"/>
              </a:solidFill>
              <a:latin typeface="Arial"/>
            </a:endParaRPr>
          </a:p>
        </p:txBody>
      </p:sp>
      <p:sp>
        <p:nvSpPr>
          <p:cNvPr id="122"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123"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4</a:t>
            </a:r>
            <a:endParaRPr b="0" lang="en-US" sz="939" spc="-1" strike="noStrike">
              <a:solidFill>
                <a:srgbClr val="000000"/>
              </a:solidFill>
              <a:latin typeface="Arial"/>
            </a:endParaRPr>
          </a:p>
        </p:txBody>
      </p:sp>
      <p:pic>
        <p:nvPicPr>
          <p:cNvPr id="124" name="" descr="Links modellieren Punkte, Linien und ein Polygon einzelne räumliche Objekte. Rechts bildet ein regelmäßiges Zellgitter ein flächenhaftes Phänomen ab."/>
          <p:cNvPicPr/>
          <p:nvPr/>
        </p:nvPicPr>
        <p:blipFill>
          <a:blip r:embed="rId1">
            <a:extLst>
              <a:ext uri="{96DAC541-7B7A-43D3-8B79-37D633B846F1}">
                <asvg:svgBlip xmlns:asvg="http://schemas.microsoft.com/office/drawing/2016/SVG/main" r:embed="rId2"/>
              </a:ext>
            </a:extLst>
          </a:blip>
          <a:stretch/>
        </p:blipFill>
        <p:spPr>
          <a:xfrm>
            <a:off x="1523880" y="1638360"/>
            <a:ext cx="9144000" cy="457200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Vektor: Punkt, Linie und Polygon</a:t>
            </a:r>
            <a:endParaRPr b="0" lang="en-US" sz="3190" spc="-1" strike="noStrike">
              <a:solidFill>
                <a:srgbClr val="000000"/>
              </a:solidFill>
              <a:latin typeface="Arial"/>
            </a:endParaRPr>
          </a:p>
        </p:txBody>
      </p:sp>
      <p:sp>
        <p:nvSpPr>
          <p:cNvPr id="126"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DATENMODELLE · GEOMETRIEN</a:t>
            </a:r>
            <a:endParaRPr b="0" lang="en-US" sz="1130" spc="-1" strike="noStrike">
              <a:solidFill>
                <a:srgbClr val="000000"/>
              </a:solidFill>
              <a:latin typeface="Arial"/>
            </a:endParaRPr>
          </a:p>
        </p:txBody>
      </p:sp>
      <p:sp>
        <p:nvSpPr>
          <p:cNvPr id="127"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128"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5</a:t>
            </a:r>
            <a:endParaRPr b="0" lang="en-US" sz="939" spc="-1" strike="noStrike">
              <a:solidFill>
                <a:srgbClr val="000000"/>
              </a:solidFill>
              <a:latin typeface="Arial"/>
            </a:endParaRPr>
          </a:p>
        </p:txBody>
      </p:sp>
      <p:sp>
        <p:nvSpPr>
          <p:cNvPr id="129" name=""/>
          <p:cNvSpPr txBox="1"/>
          <p:nvPr/>
        </p:nvSpPr>
        <p:spPr>
          <a:xfrm>
            <a:off x="647640" y="1737360"/>
            <a:ext cx="3505320" cy="419040"/>
          </a:xfrm>
          <a:prstGeom prst="rect">
            <a:avLst/>
          </a:prstGeom>
          <a:noFill/>
          <a:ln w="0">
            <a:noFill/>
          </a:ln>
        </p:spPr>
        <p:txBody>
          <a:bodyPr lIns="0" rIns="0" tIns="0" bIns="0" anchor="t">
            <a:noAutofit/>
          </a:bodyPr>
          <a:p>
            <a:r>
              <a:rPr b="1" lang="en-US" sz="2820" spc="-1" strike="noStrike">
                <a:solidFill>
                  <a:srgbClr val="004899"/>
                </a:solidFill>
                <a:latin typeface="Noto Sans"/>
              </a:rPr>
              <a:t>Punkt</a:t>
            </a:r>
            <a:endParaRPr b="0" lang="en-US" sz="2820" spc="-1" strike="noStrike">
              <a:solidFill>
                <a:srgbClr val="000000"/>
              </a:solidFill>
              <a:latin typeface="Arial"/>
            </a:endParaRPr>
          </a:p>
        </p:txBody>
      </p:sp>
      <p:sp>
        <p:nvSpPr>
          <p:cNvPr id="130" name=""/>
          <p:cNvSpPr/>
          <p:nvPr/>
        </p:nvSpPr>
        <p:spPr>
          <a:xfrm>
            <a:off x="647640" y="2324160"/>
            <a:ext cx="3505320" cy="213372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31" name=""/>
          <p:cNvSpPr/>
          <p:nvPr/>
        </p:nvSpPr>
        <p:spPr>
          <a:xfrm>
            <a:off x="1272600" y="2845440"/>
            <a:ext cx="152280" cy="152280"/>
          </a:xfrm>
          <a:prstGeom prst="ellipse">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32" name=""/>
          <p:cNvSpPr/>
          <p:nvPr/>
        </p:nvSpPr>
        <p:spPr>
          <a:xfrm>
            <a:off x="2219040" y="3037320"/>
            <a:ext cx="152280" cy="152280"/>
          </a:xfrm>
          <a:prstGeom prst="ellipse">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33" name=""/>
          <p:cNvSpPr/>
          <p:nvPr/>
        </p:nvSpPr>
        <p:spPr>
          <a:xfrm>
            <a:off x="3095280" y="3826800"/>
            <a:ext cx="152280" cy="152280"/>
          </a:xfrm>
          <a:prstGeom prst="ellipse">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134" name=""/>
          <p:cNvSpPr txBox="1"/>
          <p:nvPr/>
        </p:nvSpPr>
        <p:spPr>
          <a:xfrm>
            <a:off x="647640" y="4724280"/>
            <a:ext cx="3505320" cy="419040"/>
          </a:xfrm>
          <a:prstGeom prst="rect">
            <a:avLst/>
          </a:prstGeom>
          <a:noFill/>
          <a:ln w="0">
            <a:noFill/>
          </a:ln>
        </p:spPr>
        <p:txBody>
          <a:bodyPr lIns="0" rIns="0" tIns="0" bIns="0" anchor="t">
            <a:noAutofit/>
          </a:bodyPr>
          <a:p>
            <a:r>
              <a:rPr b="0" lang="en-US" sz="2350" spc="-1" strike="noStrike">
                <a:solidFill>
                  <a:srgbClr val="000000"/>
                </a:solidFill>
                <a:latin typeface="Noto Sans"/>
              </a:rPr>
              <a:t>Position · Beobachtung</a:t>
            </a:r>
            <a:endParaRPr b="0" lang="en-US" sz="2350" spc="-1" strike="noStrike">
              <a:solidFill>
                <a:srgbClr val="000000"/>
              </a:solidFill>
              <a:latin typeface="Arial"/>
            </a:endParaRPr>
          </a:p>
        </p:txBody>
      </p:sp>
      <p:sp>
        <p:nvSpPr>
          <p:cNvPr id="135" name=""/>
          <p:cNvSpPr txBox="1"/>
          <p:nvPr/>
        </p:nvSpPr>
        <p:spPr>
          <a:xfrm>
            <a:off x="4343400" y="1737360"/>
            <a:ext cx="3505320" cy="419040"/>
          </a:xfrm>
          <a:prstGeom prst="rect">
            <a:avLst/>
          </a:prstGeom>
          <a:noFill/>
          <a:ln w="0">
            <a:noFill/>
          </a:ln>
        </p:spPr>
        <p:txBody>
          <a:bodyPr lIns="0" rIns="0" tIns="0" bIns="0" anchor="t">
            <a:noAutofit/>
          </a:bodyPr>
          <a:p>
            <a:r>
              <a:rPr b="1" lang="en-US" sz="2820" spc="-1" strike="noStrike">
                <a:solidFill>
                  <a:srgbClr val="004899"/>
                </a:solidFill>
                <a:latin typeface="Noto Sans"/>
              </a:rPr>
              <a:t>Linie</a:t>
            </a:r>
            <a:endParaRPr b="0" lang="en-US" sz="2820" spc="-1" strike="noStrike">
              <a:solidFill>
                <a:srgbClr val="000000"/>
              </a:solidFill>
              <a:latin typeface="Arial"/>
            </a:endParaRPr>
          </a:p>
        </p:txBody>
      </p:sp>
      <p:sp>
        <p:nvSpPr>
          <p:cNvPr id="136" name=""/>
          <p:cNvSpPr/>
          <p:nvPr/>
        </p:nvSpPr>
        <p:spPr>
          <a:xfrm>
            <a:off x="4343400" y="2324160"/>
            <a:ext cx="3505320" cy="213372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37" name=""/>
          <p:cNvSpPr/>
          <p:nvPr/>
        </p:nvSpPr>
        <p:spPr>
          <a:xfrm>
            <a:off x="4518720" y="2750760"/>
            <a:ext cx="3154680" cy="1109520"/>
          </a:xfrm>
          <a:custGeom>
            <a:avLst/>
            <a:gdLst/>
            <a:ahLst/>
            <a:rect l="0" t="0" r="r" b="b"/>
            <a:pathLst>
              <a:path fill="none" w="8763" h="3082">
                <a:moveTo>
                  <a:pt x="0" y="3082"/>
                </a:moveTo>
                <a:lnTo>
                  <a:pt x="2337" y="2134"/>
                </a:lnTo>
                <a:lnTo>
                  <a:pt x="4089" y="2371"/>
                </a:lnTo>
                <a:lnTo>
                  <a:pt x="6231" y="593"/>
                </a:lnTo>
                <a:lnTo>
                  <a:pt x="8763" y="0"/>
                </a:lnTo>
              </a:path>
            </a:pathLst>
          </a:custGeom>
          <a:ln w="45000">
            <a:solidFill>
              <a:srgbClr val="004899"/>
            </a:solidFill>
            <a:round/>
          </a:ln>
        </p:spPr>
        <p:txBody>
          <a:bodyPr lIns="112320" rIns="112320" tIns="67320" bIns="67320" anchor="ctr" anchorCtr="1">
            <a:noAutofit/>
          </a:bodyPr>
          <a:p>
            <a:endParaRPr b="0" lang="en-US" sz="1800" spc="-1" strike="noStrike">
              <a:solidFill>
                <a:srgbClr val="000000"/>
              </a:solidFill>
              <a:latin typeface="Arial"/>
            </a:endParaRPr>
          </a:p>
        </p:txBody>
      </p:sp>
      <p:sp>
        <p:nvSpPr>
          <p:cNvPr id="138" name=""/>
          <p:cNvSpPr txBox="1"/>
          <p:nvPr/>
        </p:nvSpPr>
        <p:spPr>
          <a:xfrm>
            <a:off x="4343400" y="4724280"/>
            <a:ext cx="3505320" cy="419040"/>
          </a:xfrm>
          <a:prstGeom prst="rect">
            <a:avLst/>
          </a:prstGeom>
          <a:noFill/>
          <a:ln w="0">
            <a:noFill/>
          </a:ln>
        </p:spPr>
        <p:txBody>
          <a:bodyPr lIns="0" rIns="0" tIns="0" bIns="0" anchor="t">
            <a:noAutofit/>
          </a:bodyPr>
          <a:p>
            <a:r>
              <a:rPr b="0" lang="en-US" sz="2350" spc="-1" strike="noStrike">
                <a:solidFill>
                  <a:srgbClr val="000000"/>
                </a:solidFill>
                <a:latin typeface="Noto Sans"/>
              </a:rPr>
              <a:t>Verlauf · Gewässer</a:t>
            </a:r>
            <a:endParaRPr b="0" lang="en-US" sz="2350" spc="-1" strike="noStrike">
              <a:solidFill>
                <a:srgbClr val="000000"/>
              </a:solidFill>
              <a:latin typeface="Arial"/>
            </a:endParaRPr>
          </a:p>
        </p:txBody>
      </p:sp>
      <p:sp>
        <p:nvSpPr>
          <p:cNvPr id="139" name=""/>
          <p:cNvSpPr txBox="1"/>
          <p:nvPr/>
        </p:nvSpPr>
        <p:spPr>
          <a:xfrm>
            <a:off x="8039160" y="1737360"/>
            <a:ext cx="3505320" cy="419040"/>
          </a:xfrm>
          <a:prstGeom prst="rect">
            <a:avLst/>
          </a:prstGeom>
          <a:noFill/>
          <a:ln w="0">
            <a:noFill/>
          </a:ln>
        </p:spPr>
        <p:txBody>
          <a:bodyPr lIns="0" rIns="0" tIns="0" bIns="0" anchor="t">
            <a:noAutofit/>
          </a:bodyPr>
          <a:p>
            <a:r>
              <a:rPr b="1" lang="en-US" sz="2820" spc="-1" strike="noStrike">
                <a:solidFill>
                  <a:srgbClr val="004899"/>
                </a:solidFill>
                <a:latin typeface="Noto Sans"/>
              </a:rPr>
              <a:t>Polygon</a:t>
            </a:r>
            <a:endParaRPr b="0" lang="en-US" sz="2820" spc="-1" strike="noStrike">
              <a:solidFill>
                <a:srgbClr val="000000"/>
              </a:solidFill>
              <a:latin typeface="Arial"/>
            </a:endParaRPr>
          </a:p>
        </p:txBody>
      </p:sp>
      <p:sp>
        <p:nvSpPr>
          <p:cNvPr id="140" name=""/>
          <p:cNvSpPr/>
          <p:nvPr/>
        </p:nvSpPr>
        <p:spPr>
          <a:xfrm>
            <a:off x="8039160" y="2324160"/>
            <a:ext cx="3505320" cy="213372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41" name=""/>
          <p:cNvSpPr/>
          <p:nvPr/>
        </p:nvSpPr>
        <p:spPr>
          <a:xfrm>
            <a:off x="8389800" y="2580120"/>
            <a:ext cx="2558880" cy="1600200"/>
          </a:xfrm>
          <a:custGeom>
            <a:avLst/>
            <a:gdLst/>
            <a:ahLst/>
            <a:rect l="0" t="0" r="r" b="b"/>
            <a:pathLst>
              <a:path w="7108" h="4445">
                <a:moveTo>
                  <a:pt x="292" y="119"/>
                </a:moveTo>
                <a:lnTo>
                  <a:pt x="6037" y="0"/>
                </a:lnTo>
                <a:lnTo>
                  <a:pt x="7108" y="3201"/>
                </a:lnTo>
                <a:lnTo>
                  <a:pt x="2921" y="4445"/>
                </a:lnTo>
                <a:lnTo>
                  <a:pt x="0" y="2667"/>
                </a:lnTo>
                <a:lnTo>
                  <a:pt x="292" y="119"/>
                </a:lnTo>
                <a:close/>
              </a:path>
            </a:pathLst>
          </a:custGeom>
          <a:solidFill>
            <a:srgbClr val="bfe0cc"/>
          </a:solidFill>
          <a:ln w="12600">
            <a:solidFill>
              <a:srgbClr val="004899"/>
            </a:solidFill>
            <a:round/>
          </a:ln>
        </p:spPr>
        <p:txBody>
          <a:bodyPr lIns="96120" rIns="96120" tIns="51120" bIns="51120" anchor="ctr" anchorCtr="1">
            <a:noAutofit/>
          </a:bodyPr>
          <a:p>
            <a:endParaRPr b="0" lang="en-US" sz="1800" spc="-1" strike="noStrike">
              <a:solidFill>
                <a:srgbClr val="000000"/>
              </a:solidFill>
              <a:latin typeface="Arial"/>
            </a:endParaRPr>
          </a:p>
        </p:txBody>
      </p:sp>
      <p:sp>
        <p:nvSpPr>
          <p:cNvPr id="142" name=""/>
          <p:cNvSpPr txBox="1"/>
          <p:nvPr/>
        </p:nvSpPr>
        <p:spPr>
          <a:xfrm>
            <a:off x="8039160" y="4724280"/>
            <a:ext cx="3505320" cy="419040"/>
          </a:xfrm>
          <a:prstGeom prst="rect">
            <a:avLst/>
          </a:prstGeom>
          <a:noFill/>
          <a:ln w="0">
            <a:noFill/>
          </a:ln>
        </p:spPr>
        <p:txBody>
          <a:bodyPr lIns="0" rIns="0" tIns="0" bIns="0" anchor="t">
            <a:noAutofit/>
          </a:bodyPr>
          <a:p>
            <a:r>
              <a:rPr b="0" lang="en-US" sz="2350" spc="-1" strike="noStrike">
                <a:solidFill>
                  <a:srgbClr val="000000"/>
                </a:solidFill>
                <a:latin typeface="Noto Sans"/>
              </a:rPr>
              <a:t>Fläche · Schutzgebiet</a:t>
            </a:r>
            <a:endParaRPr b="0" lang="en-US" sz="2350" spc="-1" strike="noStrike">
              <a:solidFill>
                <a:srgbClr val="000000"/>
              </a:solidFill>
              <a:latin typeface="Arial"/>
            </a:endParaRPr>
          </a:p>
        </p:txBody>
      </p:sp>
      <p:sp>
        <p:nvSpPr>
          <p:cNvPr id="143"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144" name=""/>
          <p:cNvSpPr txBox="1"/>
          <p:nvPr/>
        </p:nvSpPr>
        <p:spPr>
          <a:xfrm>
            <a:off x="838080" y="5623560"/>
            <a:ext cx="10515600" cy="442080"/>
          </a:xfrm>
          <a:prstGeom prst="rect">
            <a:avLst/>
          </a:prstGeom>
          <a:noFill/>
          <a:ln w="0">
            <a:noFill/>
          </a:ln>
        </p:spPr>
        <p:txBody>
          <a:bodyPr lIns="0" rIns="0" tIns="0" bIns="0" anchor="t">
            <a:noAutofit/>
          </a:bodyPr>
          <a:p>
            <a:r>
              <a:rPr b="1" lang="en-US" sz="2260" spc="-1" strike="noStrike">
                <a:solidFill>
                  <a:srgbClr val="004899"/>
                </a:solidFill>
                <a:latin typeface="Noto Sans"/>
              </a:rPr>
              <a:t>Die Fragestellung bestimmt Geometrietyp und Detailgrad.</a:t>
            </a:r>
            <a:endParaRPr b="0" lang="en-US" sz="22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Raster: Zellen speichern Werte</a:t>
            </a:r>
            <a:endParaRPr b="0" lang="en-US" sz="3190" spc="-1" strike="noStrike">
              <a:solidFill>
                <a:srgbClr val="000000"/>
              </a:solidFill>
              <a:latin typeface="Arial"/>
            </a:endParaRPr>
          </a:p>
        </p:txBody>
      </p:sp>
      <p:sp>
        <p:nvSpPr>
          <p:cNvPr id="146"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DATENMODELLE · RASTER</a:t>
            </a:r>
            <a:endParaRPr b="0" lang="en-US" sz="1130" spc="-1" strike="noStrike">
              <a:solidFill>
                <a:srgbClr val="000000"/>
              </a:solidFill>
              <a:latin typeface="Arial"/>
            </a:endParaRPr>
          </a:p>
        </p:txBody>
      </p:sp>
      <p:sp>
        <p:nvSpPr>
          <p:cNvPr id="147"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148"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6</a:t>
            </a:r>
            <a:endParaRPr b="0" lang="en-US" sz="939" spc="-1" strike="noStrike">
              <a:solidFill>
                <a:srgbClr val="000000"/>
              </a:solidFill>
              <a:latin typeface="Arial"/>
            </a:endParaRPr>
          </a:p>
        </p:txBody>
      </p:sp>
      <p:sp>
        <p:nvSpPr>
          <p:cNvPr id="149" name=""/>
          <p:cNvSpPr txBox="1"/>
          <p:nvPr/>
        </p:nvSpPr>
        <p:spPr>
          <a:xfrm>
            <a:off x="838080" y="1714680"/>
            <a:ext cx="4952880" cy="419040"/>
          </a:xfrm>
          <a:prstGeom prst="rect">
            <a:avLst/>
          </a:prstGeom>
          <a:noFill/>
          <a:ln w="0">
            <a:noFill/>
          </a:ln>
        </p:spPr>
        <p:txBody>
          <a:bodyPr lIns="0" rIns="0" tIns="0" bIns="0" anchor="t">
            <a:noAutofit/>
          </a:bodyPr>
          <a:p>
            <a:r>
              <a:rPr b="1" lang="en-US" sz="2630" spc="-1" strike="noStrike">
                <a:solidFill>
                  <a:srgbClr val="004899"/>
                </a:solidFill>
                <a:latin typeface="Noto Sans"/>
              </a:rPr>
              <a:t>Höhe in Metern</a:t>
            </a:r>
            <a:endParaRPr b="0" lang="en-US" sz="2630" spc="-1" strike="noStrike">
              <a:solidFill>
                <a:srgbClr val="000000"/>
              </a:solidFill>
              <a:latin typeface="Arial"/>
            </a:endParaRPr>
          </a:p>
        </p:txBody>
      </p:sp>
      <p:sp>
        <p:nvSpPr>
          <p:cNvPr id="150" name=""/>
          <p:cNvSpPr/>
          <p:nvPr/>
        </p:nvSpPr>
        <p:spPr>
          <a:xfrm>
            <a:off x="1219320" y="2400480"/>
            <a:ext cx="541080" cy="5410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51" name=""/>
          <p:cNvSpPr txBox="1"/>
          <p:nvPr/>
        </p:nvSpPr>
        <p:spPr>
          <a:xfrm>
            <a:off x="1219320" y="25394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210</a:t>
            </a:r>
            <a:endParaRPr b="0" lang="en-US" sz="1600" spc="-1" strike="noStrike">
              <a:solidFill>
                <a:srgbClr val="000000"/>
              </a:solidFill>
              <a:latin typeface="Arial"/>
            </a:endParaRPr>
          </a:p>
        </p:txBody>
      </p:sp>
      <p:sp>
        <p:nvSpPr>
          <p:cNvPr id="152" name=""/>
          <p:cNvSpPr/>
          <p:nvPr/>
        </p:nvSpPr>
        <p:spPr>
          <a:xfrm>
            <a:off x="1775520" y="2400480"/>
            <a:ext cx="541080" cy="541080"/>
          </a:xfrm>
          <a:prstGeom prst="rect">
            <a:avLst/>
          </a:prstGeom>
          <a:solidFill>
            <a:srgbClr val="c8e8e3"/>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53" name=""/>
          <p:cNvSpPr txBox="1"/>
          <p:nvPr/>
        </p:nvSpPr>
        <p:spPr>
          <a:xfrm>
            <a:off x="1775520" y="25394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214</a:t>
            </a:r>
            <a:endParaRPr b="0" lang="en-US" sz="1600" spc="-1" strike="noStrike">
              <a:solidFill>
                <a:srgbClr val="000000"/>
              </a:solidFill>
              <a:latin typeface="Arial"/>
            </a:endParaRPr>
          </a:p>
        </p:txBody>
      </p:sp>
      <p:sp>
        <p:nvSpPr>
          <p:cNvPr id="154" name=""/>
          <p:cNvSpPr/>
          <p:nvPr/>
        </p:nvSpPr>
        <p:spPr>
          <a:xfrm>
            <a:off x="2331720" y="2400480"/>
            <a:ext cx="541080" cy="541080"/>
          </a:xfrm>
          <a:prstGeom prst="rect">
            <a:avLst/>
          </a:prstGeom>
          <a:solidFill>
            <a:srgbClr val="a0d1c0"/>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55" name=""/>
          <p:cNvSpPr txBox="1"/>
          <p:nvPr/>
        </p:nvSpPr>
        <p:spPr>
          <a:xfrm>
            <a:off x="2331720" y="25394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219</a:t>
            </a:r>
            <a:endParaRPr b="0" lang="en-US" sz="1600" spc="-1" strike="noStrike">
              <a:solidFill>
                <a:srgbClr val="000000"/>
              </a:solidFill>
              <a:latin typeface="Arial"/>
            </a:endParaRPr>
          </a:p>
        </p:txBody>
      </p:sp>
      <p:sp>
        <p:nvSpPr>
          <p:cNvPr id="156" name=""/>
          <p:cNvSpPr/>
          <p:nvPr/>
        </p:nvSpPr>
        <p:spPr>
          <a:xfrm>
            <a:off x="2887920" y="2400480"/>
            <a:ext cx="541080" cy="541080"/>
          </a:xfrm>
          <a:prstGeom prst="rect">
            <a:avLst/>
          </a:prstGeom>
          <a:solidFill>
            <a:srgbClr val="70b29c"/>
          </a:solidFill>
          <a:ln w="16200">
            <a:solidFill>
              <a:srgbClr val="a6d9e2"/>
            </a:solidFill>
            <a:round/>
          </a:ln>
        </p:spPr>
        <p:txBody>
          <a:bodyPr lIns="97920" rIns="97920" tIns="52920" bIns="52920" anchor="ctr" anchorCtr="1">
            <a:noAutofit/>
          </a:bodyPr>
          <a:p>
            <a:endParaRPr b="0" lang="en-US" sz="1800" spc="-1" strike="noStrike">
              <a:solidFill>
                <a:srgbClr val="ffffff"/>
              </a:solidFill>
              <a:latin typeface="Arial"/>
            </a:endParaRPr>
          </a:p>
        </p:txBody>
      </p:sp>
      <p:sp>
        <p:nvSpPr>
          <p:cNvPr id="157" name=""/>
          <p:cNvSpPr txBox="1"/>
          <p:nvPr/>
        </p:nvSpPr>
        <p:spPr>
          <a:xfrm>
            <a:off x="2887920" y="25394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224</a:t>
            </a:r>
            <a:endParaRPr b="0" lang="en-US" sz="1600" spc="-1" strike="noStrike">
              <a:solidFill>
                <a:srgbClr val="000000"/>
              </a:solidFill>
              <a:latin typeface="Arial"/>
            </a:endParaRPr>
          </a:p>
        </p:txBody>
      </p:sp>
      <p:sp>
        <p:nvSpPr>
          <p:cNvPr id="158" name=""/>
          <p:cNvSpPr/>
          <p:nvPr/>
        </p:nvSpPr>
        <p:spPr>
          <a:xfrm>
            <a:off x="1219320" y="2956680"/>
            <a:ext cx="541080" cy="5410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59" name=""/>
          <p:cNvSpPr txBox="1"/>
          <p:nvPr/>
        </p:nvSpPr>
        <p:spPr>
          <a:xfrm>
            <a:off x="1219320" y="30956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205</a:t>
            </a:r>
            <a:endParaRPr b="0" lang="en-US" sz="1600" spc="-1" strike="noStrike">
              <a:solidFill>
                <a:srgbClr val="000000"/>
              </a:solidFill>
              <a:latin typeface="Arial"/>
            </a:endParaRPr>
          </a:p>
        </p:txBody>
      </p:sp>
      <p:sp>
        <p:nvSpPr>
          <p:cNvPr id="160" name=""/>
          <p:cNvSpPr/>
          <p:nvPr/>
        </p:nvSpPr>
        <p:spPr>
          <a:xfrm>
            <a:off x="1775520" y="2956680"/>
            <a:ext cx="541080" cy="541080"/>
          </a:xfrm>
          <a:prstGeom prst="rect">
            <a:avLst/>
          </a:prstGeom>
          <a:solidFill>
            <a:srgbClr val="c8e8e3"/>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61" name=""/>
          <p:cNvSpPr txBox="1"/>
          <p:nvPr/>
        </p:nvSpPr>
        <p:spPr>
          <a:xfrm>
            <a:off x="1775520" y="30956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211</a:t>
            </a:r>
            <a:endParaRPr b="0" lang="en-US" sz="1600" spc="-1" strike="noStrike">
              <a:solidFill>
                <a:srgbClr val="000000"/>
              </a:solidFill>
              <a:latin typeface="Arial"/>
            </a:endParaRPr>
          </a:p>
        </p:txBody>
      </p:sp>
      <p:sp>
        <p:nvSpPr>
          <p:cNvPr id="162" name=""/>
          <p:cNvSpPr/>
          <p:nvPr/>
        </p:nvSpPr>
        <p:spPr>
          <a:xfrm>
            <a:off x="2331720" y="2956680"/>
            <a:ext cx="541080" cy="541080"/>
          </a:xfrm>
          <a:prstGeom prst="rect">
            <a:avLst/>
          </a:prstGeom>
          <a:solidFill>
            <a:srgbClr val="a0d1c0"/>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63" name=""/>
          <p:cNvSpPr txBox="1"/>
          <p:nvPr/>
        </p:nvSpPr>
        <p:spPr>
          <a:xfrm>
            <a:off x="2331720" y="30956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217</a:t>
            </a:r>
            <a:endParaRPr b="0" lang="en-US" sz="1600" spc="-1" strike="noStrike">
              <a:solidFill>
                <a:srgbClr val="000000"/>
              </a:solidFill>
              <a:latin typeface="Arial"/>
            </a:endParaRPr>
          </a:p>
        </p:txBody>
      </p:sp>
      <p:sp>
        <p:nvSpPr>
          <p:cNvPr id="164" name=""/>
          <p:cNvSpPr/>
          <p:nvPr/>
        </p:nvSpPr>
        <p:spPr>
          <a:xfrm>
            <a:off x="2887920" y="2956680"/>
            <a:ext cx="541080" cy="541080"/>
          </a:xfrm>
          <a:prstGeom prst="rect">
            <a:avLst/>
          </a:prstGeom>
          <a:solidFill>
            <a:srgbClr val="70b29c"/>
          </a:solidFill>
          <a:ln w="16200">
            <a:solidFill>
              <a:srgbClr val="a6d9e2"/>
            </a:solidFill>
            <a:round/>
          </a:ln>
        </p:spPr>
        <p:txBody>
          <a:bodyPr lIns="97920" rIns="97920" tIns="52920" bIns="52920" anchor="ctr" anchorCtr="1">
            <a:noAutofit/>
          </a:bodyPr>
          <a:p>
            <a:endParaRPr b="0" lang="en-US" sz="1800" spc="-1" strike="noStrike">
              <a:solidFill>
                <a:srgbClr val="ffffff"/>
              </a:solidFill>
              <a:latin typeface="Arial"/>
            </a:endParaRPr>
          </a:p>
        </p:txBody>
      </p:sp>
      <p:sp>
        <p:nvSpPr>
          <p:cNvPr id="165" name=""/>
          <p:cNvSpPr txBox="1"/>
          <p:nvPr/>
        </p:nvSpPr>
        <p:spPr>
          <a:xfrm>
            <a:off x="2887920" y="30956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221</a:t>
            </a:r>
            <a:endParaRPr b="0" lang="en-US" sz="1600" spc="-1" strike="noStrike">
              <a:solidFill>
                <a:srgbClr val="000000"/>
              </a:solidFill>
              <a:latin typeface="Arial"/>
            </a:endParaRPr>
          </a:p>
        </p:txBody>
      </p:sp>
      <p:sp>
        <p:nvSpPr>
          <p:cNvPr id="166" name=""/>
          <p:cNvSpPr/>
          <p:nvPr/>
        </p:nvSpPr>
        <p:spPr>
          <a:xfrm>
            <a:off x="1219320" y="3512880"/>
            <a:ext cx="541080" cy="5410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67" name=""/>
          <p:cNvSpPr txBox="1"/>
          <p:nvPr/>
        </p:nvSpPr>
        <p:spPr>
          <a:xfrm>
            <a:off x="1219320" y="36518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201</a:t>
            </a:r>
            <a:endParaRPr b="0" lang="en-US" sz="1600" spc="-1" strike="noStrike">
              <a:solidFill>
                <a:srgbClr val="000000"/>
              </a:solidFill>
              <a:latin typeface="Arial"/>
            </a:endParaRPr>
          </a:p>
        </p:txBody>
      </p:sp>
      <p:sp>
        <p:nvSpPr>
          <p:cNvPr id="168" name=""/>
          <p:cNvSpPr/>
          <p:nvPr/>
        </p:nvSpPr>
        <p:spPr>
          <a:xfrm>
            <a:off x="1775520" y="3512880"/>
            <a:ext cx="541080" cy="541080"/>
          </a:xfrm>
          <a:prstGeom prst="rect">
            <a:avLst/>
          </a:prstGeom>
          <a:solidFill>
            <a:srgbClr val="c8e8e3"/>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69" name=""/>
          <p:cNvSpPr txBox="1"/>
          <p:nvPr/>
        </p:nvSpPr>
        <p:spPr>
          <a:xfrm>
            <a:off x="1775520" y="36518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207</a:t>
            </a:r>
            <a:endParaRPr b="0" lang="en-US" sz="1600" spc="-1" strike="noStrike">
              <a:solidFill>
                <a:srgbClr val="000000"/>
              </a:solidFill>
              <a:latin typeface="Arial"/>
            </a:endParaRPr>
          </a:p>
        </p:txBody>
      </p:sp>
      <p:sp>
        <p:nvSpPr>
          <p:cNvPr id="170" name=""/>
          <p:cNvSpPr/>
          <p:nvPr/>
        </p:nvSpPr>
        <p:spPr>
          <a:xfrm>
            <a:off x="2331720" y="3512880"/>
            <a:ext cx="541080" cy="541080"/>
          </a:xfrm>
          <a:prstGeom prst="rect">
            <a:avLst/>
          </a:prstGeom>
          <a:solidFill>
            <a:srgbClr val="a0d1c0"/>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71" name=""/>
          <p:cNvSpPr txBox="1"/>
          <p:nvPr/>
        </p:nvSpPr>
        <p:spPr>
          <a:xfrm>
            <a:off x="2331720" y="36518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213</a:t>
            </a:r>
            <a:endParaRPr b="0" lang="en-US" sz="1600" spc="-1" strike="noStrike">
              <a:solidFill>
                <a:srgbClr val="000000"/>
              </a:solidFill>
              <a:latin typeface="Arial"/>
            </a:endParaRPr>
          </a:p>
        </p:txBody>
      </p:sp>
      <p:sp>
        <p:nvSpPr>
          <p:cNvPr id="172" name=""/>
          <p:cNvSpPr/>
          <p:nvPr/>
        </p:nvSpPr>
        <p:spPr>
          <a:xfrm>
            <a:off x="2887920" y="3512880"/>
            <a:ext cx="541080" cy="541080"/>
          </a:xfrm>
          <a:prstGeom prst="rect">
            <a:avLst/>
          </a:prstGeom>
          <a:solidFill>
            <a:srgbClr val="70b29c"/>
          </a:solidFill>
          <a:ln w="16200">
            <a:solidFill>
              <a:srgbClr val="a6d9e2"/>
            </a:solidFill>
            <a:round/>
          </a:ln>
        </p:spPr>
        <p:txBody>
          <a:bodyPr lIns="97920" rIns="97920" tIns="52920" bIns="52920" anchor="ctr" anchorCtr="1">
            <a:noAutofit/>
          </a:bodyPr>
          <a:p>
            <a:endParaRPr b="0" lang="en-US" sz="1800" spc="-1" strike="noStrike">
              <a:solidFill>
                <a:srgbClr val="ffffff"/>
              </a:solidFill>
              <a:latin typeface="Arial"/>
            </a:endParaRPr>
          </a:p>
        </p:txBody>
      </p:sp>
      <p:sp>
        <p:nvSpPr>
          <p:cNvPr id="173" name=""/>
          <p:cNvSpPr txBox="1"/>
          <p:nvPr/>
        </p:nvSpPr>
        <p:spPr>
          <a:xfrm>
            <a:off x="2887920" y="36518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218</a:t>
            </a:r>
            <a:endParaRPr b="0" lang="en-US" sz="1600" spc="-1" strike="noStrike">
              <a:solidFill>
                <a:srgbClr val="000000"/>
              </a:solidFill>
              <a:latin typeface="Arial"/>
            </a:endParaRPr>
          </a:p>
        </p:txBody>
      </p:sp>
      <p:sp>
        <p:nvSpPr>
          <p:cNvPr id="174" name=""/>
          <p:cNvSpPr/>
          <p:nvPr/>
        </p:nvSpPr>
        <p:spPr>
          <a:xfrm>
            <a:off x="1219320" y="4069080"/>
            <a:ext cx="541080" cy="5410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75" name=""/>
          <p:cNvSpPr txBox="1"/>
          <p:nvPr/>
        </p:nvSpPr>
        <p:spPr>
          <a:xfrm>
            <a:off x="1219320" y="42080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198</a:t>
            </a:r>
            <a:endParaRPr b="0" lang="en-US" sz="1600" spc="-1" strike="noStrike">
              <a:solidFill>
                <a:srgbClr val="000000"/>
              </a:solidFill>
              <a:latin typeface="Arial"/>
            </a:endParaRPr>
          </a:p>
        </p:txBody>
      </p:sp>
      <p:sp>
        <p:nvSpPr>
          <p:cNvPr id="176" name=""/>
          <p:cNvSpPr/>
          <p:nvPr/>
        </p:nvSpPr>
        <p:spPr>
          <a:xfrm>
            <a:off x="1775520" y="4069080"/>
            <a:ext cx="541080" cy="541080"/>
          </a:xfrm>
          <a:prstGeom prst="rect">
            <a:avLst/>
          </a:prstGeom>
          <a:solidFill>
            <a:srgbClr val="c8e8e3"/>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77" name=""/>
          <p:cNvSpPr txBox="1"/>
          <p:nvPr/>
        </p:nvSpPr>
        <p:spPr>
          <a:xfrm>
            <a:off x="1775520" y="42080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203</a:t>
            </a:r>
            <a:endParaRPr b="0" lang="en-US" sz="1600" spc="-1" strike="noStrike">
              <a:solidFill>
                <a:srgbClr val="000000"/>
              </a:solidFill>
              <a:latin typeface="Arial"/>
            </a:endParaRPr>
          </a:p>
        </p:txBody>
      </p:sp>
      <p:sp>
        <p:nvSpPr>
          <p:cNvPr id="178" name=""/>
          <p:cNvSpPr/>
          <p:nvPr/>
        </p:nvSpPr>
        <p:spPr>
          <a:xfrm>
            <a:off x="2331720" y="4069080"/>
            <a:ext cx="541080" cy="541080"/>
          </a:xfrm>
          <a:prstGeom prst="rect">
            <a:avLst/>
          </a:prstGeom>
          <a:solidFill>
            <a:srgbClr val="a0d1c0"/>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79" name=""/>
          <p:cNvSpPr txBox="1"/>
          <p:nvPr/>
        </p:nvSpPr>
        <p:spPr>
          <a:xfrm>
            <a:off x="2331720" y="42080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209</a:t>
            </a:r>
            <a:endParaRPr b="0" lang="en-US" sz="1600" spc="-1" strike="noStrike">
              <a:solidFill>
                <a:srgbClr val="000000"/>
              </a:solidFill>
              <a:latin typeface="Arial"/>
            </a:endParaRPr>
          </a:p>
        </p:txBody>
      </p:sp>
      <p:sp>
        <p:nvSpPr>
          <p:cNvPr id="180" name=""/>
          <p:cNvSpPr/>
          <p:nvPr/>
        </p:nvSpPr>
        <p:spPr>
          <a:xfrm>
            <a:off x="2887920" y="4069080"/>
            <a:ext cx="541080" cy="541080"/>
          </a:xfrm>
          <a:prstGeom prst="rect">
            <a:avLst/>
          </a:prstGeom>
          <a:solidFill>
            <a:srgbClr val="70b29c"/>
          </a:solidFill>
          <a:ln w="16200">
            <a:solidFill>
              <a:srgbClr val="a6d9e2"/>
            </a:solidFill>
            <a:round/>
          </a:ln>
        </p:spPr>
        <p:txBody>
          <a:bodyPr lIns="97920" rIns="97920" tIns="52920" bIns="52920" anchor="ctr" anchorCtr="1">
            <a:noAutofit/>
          </a:bodyPr>
          <a:p>
            <a:endParaRPr b="0" lang="en-US" sz="1800" spc="-1" strike="noStrike">
              <a:solidFill>
                <a:srgbClr val="ffffff"/>
              </a:solidFill>
              <a:latin typeface="Arial"/>
            </a:endParaRPr>
          </a:p>
        </p:txBody>
      </p:sp>
      <p:sp>
        <p:nvSpPr>
          <p:cNvPr id="181" name=""/>
          <p:cNvSpPr txBox="1"/>
          <p:nvPr/>
        </p:nvSpPr>
        <p:spPr>
          <a:xfrm>
            <a:off x="2887920" y="42080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215</a:t>
            </a:r>
            <a:endParaRPr b="0" lang="en-US" sz="1600" spc="-1" strike="noStrike">
              <a:solidFill>
                <a:srgbClr val="000000"/>
              </a:solidFill>
              <a:latin typeface="Arial"/>
            </a:endParaRPr>
          </a:p>
        </p:txBody>
      </p:sp>
      <p:sp>
        <p:nvSpPr>
          <p:cNvPr id="182" name=""/>
          <p:cNvSpPr txBox="1"/>
          <p:nvPr/>
        </p:nvSpPr>
        <p:spPr>
          <a:xfrm>
            <a:off x="6248520" y="1714680"/>
            <a:ext cx="4952880" cy="419040"/>
          </a:xfrm>
          <a:prstGeom prst="rect">
            <a:avLst/>
          </a:prstGeom>
          <a:noFill/>
          <a:ln w="0">
            <a:noFill/>
          </a:ln>
        </p:spPr>
        <p:txBody>
          <a:bodyPr lIns="0" rIns="0" tIns="0" bIns="0" anchor="t">
            <a:noAutofit/>
          </a:bodyPr>
          <a:p>
            <a:r>
              <a:rPr b="1" lang="en-US" sz="2630" spc="-1" strike="noStrike">
                <a:solidFill>
                  <a:srgbClr val="004899"/>
                </a:solidFill>
                <a:latin typeface="Noto Sans"/>
              </a:rPr>
              <a:t>Landbedeckung als Klasse</a:t>
            </a:r>
            <a:endParaRPr b="0" lang="en-US" sz="2630" spc="-1" strike="noStrike">
              <a:solidFill>
                <a:srgbClr val="000000"/>
              </a:solidFill>
              <a:latin typeface="Arial"/>
            </a:endParaRPr>
          </a:p>
        </p:txBody>
      </p:sp>
      <p:sp>
        <p:nvSpPr>
          <p:cNvPr id="183" name=""/>
          <p:cNvSpPr/>
          <p:nvPr/>
        </p:nvSpPr>
        <p:spPr>
          <a:xfrm>
            <a:off x="6477120" y="2400480"/>
            <a:ext cx="541080" cy="5410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84" name=""/>
          <p:cNvSpPr txBox="1"/>
          <p:nvPr/>
        </p:nvSpPr>
        <p:spPr>
          <a:xfrm>
            <a:off x="6477120" y="25394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W</a:t>
            </a:r>
            <a:endParaRPr b="0" lang="en-US" sz="1600" spc="-1" strike="noStrike">
              <a:solidFill>
                <a:srgbClr val="000000"/>
              </a:solidFill>
              <a:latin typeface="Arial"/>
            </a:endParaRPr>
          </a:p>
        </p:txBody>
      </p:sp>
      <p:sp>
        <p:nvSpPr>
          <p:cNvPr id="185" name=""/>
          <p:cNvSpPr/>
          <p:nvPr/>
        </p:nvSpPr>
        <p:spPr>
          <a:xfrm>
            <a:off x="7033320" y="2400480"/>
            <a:ext cx="541080" cy="541080"/>
          </a:xfrm>
          <a:prstGeom prst="rect">
            <a:avLst/>
          </a:prstGeom>
          <a:solidFill>
            <a:srgbClr val="c8e8e3"/>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86" name=""/>
          <p:cNvSpPr txBox="1"/>
          <p:nvPr/>
        </p:nvSpPr>
        <p:spPr>
          <a:xfrm>
            <a:off x="7033320" y="25394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W</a:t>
            </a:r>
            <a:endParaRPr b="0" lang="en-US" sz="1600" spc="-1" strike="noStrike">
              <a:solidFill>
                <a:srgbClr val="000000"/>
              </a:solidFill>
              <a:latin typeface="Arial"/>
            </a:endParaRPr>
          </a:p>
        </p:txBody>
      </p:sp>
      <p:sp>
        <p:nvSpPr>
          <p:cNvPr id="187" name=""/>
          <p:cNvSpPr/>
          <p:nvPr/>
        </p:nvSpPr>
        <p:spPr>
          <a:xfrm>
            <a:off x="7589520" y="2400480"/>
            <a:ext cx="541080" cy="541080"/>
          </a:xfrm>
          <a:prstGeom prst="rect">
            <a:avLst/>
          </a:prstGeom>
          <a:solidFill>
            <a:srgbClr val="a0d1c0"/>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88" name=""/>
          <p:cNvSpPr txBox="1"/>
          <p:nvPr/>
        </p:nvSpPr>
        <p:spPr>
          <a:xfrm>
            <a:off x="7589520" y="25394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A</a:t>
            </a:r>
            <a:endParaRPr b="0" lang="en-US" sz="1600" spc="-1" strike="noStrike">
              <a:solidFill>
                <a:srgbClr val="000000"/>
              </a:solidFill>
              <a:latin typeface="Arial"/>
            </a:endParaRPr>
          </a:p>
        </p:txBody>
      </p:sp>
      <p:sp>
        <p:nvSpPr>
          <p:cNvPr id="189" name=""/>
          <p:cNvSpPr/>
          <p:nvPr/>
        </p:nvSpPr>
        <p:spPr>
          <a:xfrm>
            <a:off x="8145720" y="2400480"/>
            <a:ext cx="541080" cy="541080"/>
          </a:xfrm>
          <a:prstGeom prst="rect">
            <a:avLst/>
          </a:prstGeom>
          <a:solidFill>
            <a:srgbClr val="70b29c"/>
          </a:solidFill>
          <a:ln w="16200">
            <a:solidFill>
              <a:srgbClr val="a6d9e2"/>
            </a:solidFill>
            <a:round/>
          </a:ln>
        </p:spPr>
        <p:txBody>
          <a:bodyPr lIns="97920" rIns="97920" tIns="52920" bIns="52920" anchor="ctr" anchorCtr="1">
            <a:noAutofit/>
          </a:bodyPr>
          <a:p>
            <a:endParaRPr b="0" lang="en-US" sz="1800" spc="-1" strike="noStrike">
              <a:solidFill>
                <a:srgbClr val="ffffff"/>
              </a:solidFill>
              <a:latin typeface="Arial"/>
            </a:endParaRPr>
          </a:p>
        </p:txBody>
      </p:sp>
      <p:sp>
        <p:nvSpPr>
          <p:cNvPr id="190" name=""/>
          <p:cNvSpPr txBox="1"/>
          <p:nvPr/>
        </p:nvSpPr>
        <p:spPr>
          <a:xfrm>
            <a:off x="8145720" y="25394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S</a:t>
            </a:r>
            <a:endParaRPr b="0" lang="en-US" sz="1600" spc="-1" strike="noStrike">
              <a:solidFill>
                <a:srgbClr val="000000"/>
              </a:solidFill>
              <a:latin typeface="Arial"/>
            </a:endParaRPr>
          </a:p>
        </p:txBody>
      </p:sp>
      <p:sp>
        <p:nvSpPr>
          <p:cNvPr id="191" name=""/>
          <p:cNvSpPr/>
          <p:nvPr/>
        </p:nvSpPr>
        <p:spPr>
          <a:xfrm>
            <a:off x="6477120" y="2956680"/>
            <a:ext cx="541080" cy="5410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92" name=""/>
          <p:cNvSpPr txBox="1"/>
          <p:nvPr/>
        </p:nvSpPr>
        <p:spPr>
          <a:xfrm>
            <a:off x="6477120" y="30956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W</a:t>
            </a:r>
            <a:endParaRPr b="0" lang="en-US" sz="1600" spc="-1" strike="noStrike">
              <a:solidFill>
                <a:srgbClr val="000000"/>
              </a:solidFill>
              <a:latin typeface="Arial"/>
            </a:endParaRPr>
          </a:p>
        </p:txBody>
      </p:sp>
      <p:sp>
        <p:nvSpPr>
          <p:cNvPr id="193" name=""/>
          <p:cNvSpPr/>
          <p:nvPr/>
        </p:nvSpPr>
        <p:spPr>
          <a:xfrm>
            <a:off x="7033320" y="2956680"/>
            <a:ext cx="541080" cy="541080"/>
          </a:xfrm>
          <a:prstGeom prst="rect">
            <a:avLst/>
          </a:prstGeom>
          <a:solidFill>
            <a:srgbClr val="c8e8e3"/>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94" name=""/>
          <p:cNvSpPr txBox="1"/>
          <p:nvPr/>
        </p:nvSpPr>
        <p:spPr>
          <a:xfrm>
            <a:off x="7033320" y="30956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W</a:t>
            </a:r>
            <a:endParaRPr b="0" lang="en-US" sz="1600" spc="-1" strike="noStrike">
              <a:solidFill>
                <a:srgbClr val="000000"/>
              </a:solidFill>
              <a:latin typeface="Arial"/>
            </a:endParaRPr>
          </a:p>
        </p:txBody>
      </p:sp>
      <p:sp>
        <p:nvSpPr>
          <p:cNvPr id="195" name=""/>
          <p:cNvSpPr/>
          <p:nvPr/>
        </p:nvSpPr>
        <p:spPr>
          <a:xfrm>
            <a:off x="7589520" y="2956680"/>
            <a:ext cx="541080" cy="541080"/>
          </a:xfrm>
          <a:prstGeom prst="rect">
            <a:avLst/>
          </a:prstGeom>
          <a:solidFill>
            <a:srgbClr val="a0d1c0"/>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196" name=""/>
          <p:cNvSpPr txBox="1"/>
          <p:nvPr/>
        </p:nvSpPr>
        <p:spPr>
          <a:xfrm>
            <a:off x="7589520" y="30956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A</a:t>
            </a:r>
            <a:endParaRPr b="0" lang="en-US" sz="1600" spc="-1" strike="noStrike">
              <a:solidFill>
                <a:srgbClr val="000000"/>
              </a:solidFill>
              <a:latin typeface="Arial"/>
            </a:endParaRPr>
          </a:p>
        </p:txBody>
      </p:sp>
      <p:sp>
        <p:nvSpPr>
          <p:cNvPr id="197" name=""/>
          <p:cNvSpPr/>
          <p:nvPr/>
        </p:nvSpPr>
        <p:spPr>
          <a:xfrm>
            <a:off x="8145720" y="2956680"/>
            <a:ext cx="541080" cy="541080"/>
          </a:xfrm>
          <a:prstGeom prst="rect">
            <a:avLst/>
          </a:prstGeom>
          <a:solidFill>
            <a:srgbClr val="70b29c"/>
          </a:solidFill>
          <a:ln w="16200">
            <a:solidFill>
              <a:srgbClr val="a6d9e2"/>
            </a:solidFill>
            <a:round/>
          </a:ln>
        </p:spPr>
        <p:txBody>
          <a:bodyPr lIns="97920" rIns="97920" tIns="52920" bIns="52920" anchor="ctr" anchorCtr="1">
            <a:noAutofit/>
          </a:bodyPr>
          <a:p>
            <a:endParaRPr b="0" lang="en-US" sz="1800" spc="-1" strike="noStrike">
              <a:solidFill>
                <a:srgbClr val="ffffff"/>
              </a:solidFill>
              <a:latin typeface="Arial"/>
            </a:endParaRPr>
          </a:p>
        </p:txBody>
      </p:sp>
      <p:sp>
        <p:nvSpPr>
          <p:cNvPr id="198" name=""/>
          <p:cNvSpPr txBox="1"/>
          <p:nvPr/>
        </p:nvSpPr>
        <p:spPr>
          <a:xfrm>
            <a:off x="8145720" y="30956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S</a:t>
            </a:r>
            <a:endParaRPr b="0" lang="en-US" sz="1600" spc="-1" strike="noStrike">
              <a:solidFill>
                <a:srgbClr val="000000"/>
              </a:solidFill>
              <a:latin typeface="Arial"/>
            </a:endParaRPr>
          </a:p>
        </p:txBody>
      </p:sp>
      <p:sp>
        <p:nvSpPr>
          <p:cNvPr id="199" name=""/>
          <p:cNvSpPr/>
          <p:nvPr/>
        </p:nvSpPr>
        <p:spPr>
          <a:xfrm>
            <a:off x="6477120" y="3512880"/>
            <a:ext cx="541080" cy="5410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200" name=""/>
          <p:cNvSpPr txBox="1"/>
          <p:nvPr/>
        </p:nvSpPr>
        <p:spPr>
          <a:xfrm>
            <a:off x="6477120" y="36518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W</a:t>
            </a:r>
            <a:endParaRPr b="0" lang="en-US" sz="1600" spc="-1" strike="noStrike">
              <a:solidFill>
                <a:srgbClr val="000000"/>
              </a:solidFill>
              <a:latin typeface="Arial"/>
            </a:endParaRPr>
          </a:p>
        </p:txBody>
      </p:sp>
      <p:sp>
        <p:nvSpPr>
          <p:cNvPr id="201" name=""/>
          <p:cNvSpPr/>
          <p:nvPr/>
        </p:nvSpPr>
        <p:spPr>
          <a:xfrm>
            <a:off x="7033320" y="3512880"/>
            <a:ext cx="541080" cy="541080"/>
          </a:xfrm>
          <a:prstGeom prst="rect">
            <a:avLst/>
          </a:prstGeom>
          <a:solidFill>
            <a:srgbClr val="c8e8e3"/>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202" name=""/>
          <p:cNvSpPr txBox="1"/>
          <p:nvPr/>
        </p:nvSpPr>
        <p:spPr>
          <a:xfrm>
            <a:off x="7033320" y="36518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W</a:t>
            </a:r>
            <a:endParaRPr b="0" lang="en-US" sz="1600" spc="-1" strike="noStrike">
              <a:solidFill>
                <a:srgbClr val="000000"/>
              </a:solidFill>
              <a:latin typeface="Arial"/>
            </a:endParaRPr>
          </a:p>
        </p:txBody>
      </p:sp>
      <p:sp>
        <p:nvSpPr>
          <p:cNvPr id="203" name=""/>
          <p:cNvSpPr/>
          <p:nvPr/>
        </p:nvSpPr>
        <p:spPr>
          <a:xfrm>
            <a:off x="7589520" y="3512880"/>
            <a:ext cx="541080" cy="541080"/>
          </a:xfrm>
          <a:prstGeom prst="rect">
            <a:avLst/>
          </a:prstGeom>
          <a:solidFill>
            <a:srgbClr val="a0d1c0"/>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204" name=""/>
          <p:cNvSpPr txBox="1"/>
          <p:nvPr/>
        </p:nvSpPr>
        <p:spPr>
          <a:xfrm>
            <a:off x="7589520" y="36518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A</a:t>
            </a:r>
            <a:endParaRPr b="0" lang="en-US" sz="1600" spc="-1" strike="noStrike">
              <a:solidFill>
                <a:srgbClr val="000000"/>
              </a:solidFill>
              <a:latin typeface="Arial"/>
            </a:endParaRPr>
          </a:p>
        </p:txBody>
      </p:sp>
      <p:sp>
        <p:nvSpPr>
          <p:cNvPr id="205" name=""/>
          <p:cNvSpPr/>
          <p:nvPr/>
        </p:nvSpPr>
        <p:spPr>
          <a:xfrm>
            <a:off x="8145720" y="3512880"/>
            <a:ext cx="541080" cy="541080"/>
          </a:xfrm>
          <a:prstGeom prst="rect">
            <a:avLst/>
          </a:prstGeom>
          <a:solidFill>
            <a:srgbClr val="70b29c"/>
          </a:solidFill>
          <a:ln w="16200">
            <a:solidFill>
              <a:srgbClr val="a6d9e2"/>
            </a:solidFill>
            <a:round/>
          </a:ln>
        </p:spPr>
        <p:txBody>
          <a:bodyPr lIns="97920" rIns="97920" tIns="52920" bIns="52920" anchor="ctr" anchorCtr="1">
            <a:noAutofit/>
          </a:bodyPr>
          <a:p>
            <a:endParaRPr b="0" lang="en-US" sz="1800" spc="-1" strike="noStrike">
              <a:solidFill>
                <a:srgbClr val="ffffff"/>
              </a:solidFill>
              <a:latin typeface="Arial"/>
            </a:endParaRPr>
          </a:p>
        </p:txBody>
      </p:sp>
      <p:sp>
        <p:nvSpPr>
          <p:cNvPr id="206" name=""/>
          <p:cNvSpPr txBox="1"/>
          <p:nvPr/>
        </p:nvSpPr>
        <p:spPr>
          <a:xfrm>
            <a:off x="8145720" y="36518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S</a:t>
            </a:r>
            <a:endParaRPr b="0" lang="en-US" sz="1600" spc="-1" strike="noStrike">
              <a:solidFill>
                <a:srgbClr val="000000"/>
              </a:solidFill>
              <a:latin typeface="Arial"/>
            </a:endParaRPr>
          </a:p>
        </p:txBody>
      </p:sp>
      <p:sp>
        <p:nvSpPr>
          <p:cNvPr id="207" name=""/>
          <p:cNvSpPr/>
          <p:nvPr/>
        </p:nvSpPr>
        <p:spPr>
          <a:xfrm>
            <a:off x="6477120" y="4069080"/>
            <a:ext cx="541080" cy="5410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208" name=""/>
          <p:cNvSpPr txBox="1"/>
          <p:nvPr/>
        </p:nvSpPr>
        <p:spPr>
          <a:xfrm>
            <a:off x="6477120" y="42080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W</a:t>
            </a:r>
            <a:endParaRPr b="0" lang="en-US" sz="1600" spc="-1" strike="noStrike">
              <a:solidFill>
                <a:srgbClr val="000000"/>
              </a:solidFill>
              <a:latin typeface="Arial"/>
            </a:endParaRPr>
          </a:p>
        </p:txBody>
      </p:sp>
      <p:sp>
        <p:nvSpPr>
          <p:cNvPr id="209" name=""/>
          <p:cNvSpPr/>
          <p:nvPr/>
        </p:nvSpPr>
        <p:spPr>
          <a:xfrm>
            <a:off x="7033320" y="4069080"/>
            <a:ext cx="541080" cy="541080"/>
          </a:xfrm>
          <a:prstGeom prst="rect">
            <a:avLst/>
          </a:prstGeom>
          <a:solidFill>
            <a:srgbClr val="c8e8e3"/>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210" name=""/>
          <p:cNvSpPr txBox="1"/>
          <p:nvPr/>
        </p:nvSpPr>
        <p:spPr>
          <a:xfrm>
            <a:off x="7033320" y="42080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W</a:t>
            </a:r>
            <a:endParaRPr b="0" lang="en-US" sz="1600" spc="-1" strike="noStrike">
              <a:solidFill>
                <a:srgbClr val="000000"/>
              </a:solidFill>
              <a:latin typeface="Arial"/>
            </a:endParaRPr>
          </a:p>
        </p:txBody>
      </p:sp>
      <p:sp>
        <p:nvSpPr>
          <p:cNvPr id="211" name=""/>
          <p:cNvSpPr/>
          <p:nvPr/>
        </p:nvSpPr>
        <p:spPr>
          <a:xfrm>
            <a:off x="7589520" y="4069080"/>
            <a:ext cx="541080" cy="541080"/>
          </a:xfrm>
          <a:prstGeom prst="rect">
            <a:avLst/>
          </a:prstGeom>
          <a:solidFill>
            <a:srgbClr val="a0d1c0"/>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212" name=""/>
          <p:cNvSpPr txBox="1"/>
          <p:nvPr/>
        </p:nvSpPr>
        <p:spPr>
          <a:xfrm>
            <a:off x="7589520" y="42080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A</a:t>
            </a:r>
            <a:endParaRPr b="0" lang="en-US" sz="1600" spc="-1" strike="noStrike">
              <a:solidFill>
                <a:srgbClr val="000000"/>
              </a:solidFill>
              <a:latin typeface="Arial"/>
            </a:endParaRPr>
          </a:p>
        </p:txBody>
      </p:sp>
      <p:sp>
        <p:nvSpPr>
          <p:cNvPr id="213" name=""/>
          <p:cNvSpPr/>
          <p:nvPr/>
        </p:nvSpPr>
        <p:spPr>
          <a:xfrm>
            <a:off x="8145720" y="4069080"/>
            <a:ext cx="541080" cy="541080"/>
          </a:xfrm>
          <a:prstGeom prst="rect">
            <a:avLst/>
          </a:prstGeom>
          <a:solidFill>
            <a:srgbClr val="70b29c"/>
          </a:solidFill>
          <a:ln w="16200">
            <a:solidFill>
              <a:srgbClr val="a6d9e2"/>
            </a:solidFill>
            <a:round/>
          </a:ln>
        </p:spPr>
        <p:txBody>
          <a:bodyPr lIns="97920" rIns="97920" tIns="52920" bIns="52920" anchor="ctr" anchorCtr="1">
            <a:noAutofit/>
          </a:bodyPr>
          <a:p>
            <a:endParaRPr b="0" lang="en-US" sz="1800" spc="-1" strike="noStrike">
              <a:solidFill>
                <a:srgbClr val="ffffff"/>
              </a:solidFill>
              <a:latin typeface="Arial"/>
            </a:endParaRPr>
          </a:p>
        </p:txBody>
      </p:sp>
      <p:sp>
        <p:nvSpPr>
          <p:cNvPr id="214" name=""/>
          <p:cNvSpPr txBox="1"/>
          <p:nvPr/>
        </p:nvSpPr>
        <p:spPr>
          <a:xfrm>
            <a:off x="8145720" y="4208040"/>
            <a:ext cx="541080" cy="361440"/>
          </a:xfrm>
          <a:prstGeom prst="rect">
            <a:avLst/>
          </a:prstGeom>
          <a:noFill/>
          <a:ln w="0">
            <a:noFill/>
          </a:ln>
        </p:spPr>
        <p:txBody>
          <a:bodyPr lIns="0" rIns="0" tIns="0" bIns="0" anchor="t">
            <a:noAutofit/>
          </a:bodyPr>
          <a:p>
            <a:pPr algn="ctr"/>
            <a:r>
              <a:rPr b="0" lang="en-US" sz="1600" spc="-1" strike="noStrike">
                <a:solidFill>
                  <a:srgbClr val="000000"/>
                </a:solidFill>
                <a:latin typeface="Noto Sans"/>
              </a:rPr>
              <a:t>S</a:t>
            </a:r>
            <a:endParaRPr b="0" lang="en-US" sz="1600" spc="-1" strike="noStrike">
              <a:solidFill>
                <a:srgbClr val="000000"/>
              </a:solidFill>
              <a:latin typeface="Arial"/>
            </a:endParaRPr>
          </a:p>
        </p:txBody>
      </p:sp>
      <p:sp>
        <p:nvSpPr>
          <p:cNvPr id="215" name=""/>
          <p:cNvSpPr txBox="1"/>
          <p:nvPr/>
        </p:nvSpPr>
        <p:spPr>
          <a:xfrm>
            <a:off x="838080" y="4838760"/>
            <a:ext cx="4876920" cy="380880"/>
          </a:xfrm>
          <a:prstGeom prst="rect">
            <a:avLst/>
          </a:prstGeom>
          <a:noFill/>
          <a:ln w="0">
            <a:noFill/>
          </a:ln>
        </p:spPr>
        <p:txBody>
          <a:bodyPr lIns="0" rIns="0" tIns="0" bIns="0" anchor="t">
            <a:noAutofit/>
          </a:bodyPr>
          <a:p>
            <a:r>
              <a:rPr b="0" lang="en-US" sz="2070" spc="-1" strike="noStrike">
                <a:solidFill>
                  <a:srgbClr val="000000"/>
                </a:solidFill>
                <a:latin typeface="Noto Sans"/>
              </a:rPr>
              <a:t>Jede Zelle speichert einen Wert.</a:t>
            </a:r>
            <a:endParaRPr b="0" lang="en-US" sz="2070" spc="-1" strike="noStrike">
              <a:solidFill>
                <a:srgbClr val="000000"/>
              </a:solidFill>
              <a:latin typeface="Arial"/>
            </a:endParaRPr>
          </a:p>
        </p:txBody>
      </p:sp>
      <p:sp>
        <p:nvSpPr>
          <p:cNvPr id="216" name=""/>
          <p:cNvSpPr txBox="1"/>
          <p:nvPr/>
        </p:nvSpPr>
        <p:spPr>
          <a:xfrm>
            <a:off x="6248520" y="4838760"/>
            <a:ext cx="4952880" cy="380880"/>
          </a:xfrm>
          <a:prstGeom prst="rect">
            <a:avLst/>
          </a:prstGeom>
          <a:noFill/>
          <a:ln w="0">
            <a:noFill/>
          </a:ln>
        </p:spPr>
        <p:txBody>
          <a:bodyPr lIns="0" rIns="0" tIns="0" bIns="0" anchor="t">
            <a:noAutofit/>
          </a:bodyPr>
          <a:p>
            <a:r>
              <a:rPr b="0" lang="en-US" sz="1979" spc="-1" strike="noStrike">
                <a:solidFill>
                  <a:srgbClr val="000000"/>
                </a:solidFill>
                <a:latin typeface="Noto Sans"/>
              </a:rPr>
              <a:t>W = Wald · A = Acker · S = Siedlung</a:t>
            </a:r>
            <a:endParaRPr b="0" lang="en-US" sz="1979" spc="-1" strike="noStrike">
              <a:solidFill>
                <a:srgbClr val="000000"/>
              </a:solidFill>
              <a:latin typeface="Arial"/>
            </a:endParaRPr>
          </a:p>
        </p:txBody>
      </p:sp>
      <p:sp>
        <p:nvSpPr>
          <p:cNvPr id="21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18"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Kleine Zellen bedeuten mehr Details – nicht automatisch genauere Daten.</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Welches Modell passt zur Frage?</a:t>
            </a:r>
            <a:endParaRPr b="0" lang="en-US" sz="3190" spc="-1" strike="noStrike">
              <a:solidFill>
                <a:srgbClr val="000000"/>
              </a:solidFill>
              <a:latin typeface="Arial"/>
            </a:endParaRPr>
          </a:p>
        </p:txBody>
      </p:sp>
      <p:sp>
        <p:nvSpPr>
          <p:cNvPr id="22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GEMEINSAM AUSWÄHLEN</a:t>
            </a:r>
            <a:endParaRPr b="0" lang="en-US" sz="1130" spc="-1" strike="noStrike">
              <a:solidFill>
                <a:srgbClr val="000000"/>
              </a:solidFill>
              <a:latin typeface="Arial"/>
            </a:endParaRPr>
          </a:p>
        </p:txBody>
      </p:sp>
      <p:sp>
        <p:nvSpPr>
          <p:cNvPr id="22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22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7</a:t>
            </a:r>
            <a:endParaRPr b="0" lang="en-US" sz="939" spc="-1" strike="noStrike">
              <a:solidFill>
                <a:srgbClr val="000000"/>
              </a:solidFill>
              <a:latin typeface="Arial"/>
            </a:endParaRPr>
          </a:p>
        </p:txBody>
      </p:sp>
      <p:sp>
        <p:nvSpPr>
          <p:cNvPr id="223"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24"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225"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Grenze eines Schutzgebiets</a:t>
            </a:r>
            <a:endParaRPr b="0" lang="en-US" sz="2720" spc="-1" strike="noStrike">
              <a:solidFill>
                <a:srgbClr val="000000"/>
              </a:solidFill>
              <a:latin typeface="Arial"/>
            </a:endParaRPr>
          </a:p>
        </p:txBody>
      </p:sp>
      <p:sp>
        <p:nvSpPr>
          <p:cNvPr id="226"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Welche räumliche Information benötigen Sie?</a:t>
            </a:r>
            <a:endParaRPr b="0" lang="en-US" sz="2260" spc="-1" strike="noStrike">
              <a:solidFill>
                <a:srgbClr val="000000"/>
              </a:solidFill>
              <a:latin typeface="Arial"/>
            </a:endParaRPr>
          </a:p>
        </p:txBody>
      </p:sp>
      <p:sp>
        <p:nvSpPr>
          <p:cNvPr id="227"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28"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229"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Geländehöhe im gesamten Ausschnitt</a:t>
            </a:r>
            <a:endParaRPr b="0" lang="en-US" sz="2720" spc="-1" strike="noStrike">
              <a:solidFill>
                <a:srgbClr val="000000"/>
              </a:solidFill>
              <a:latin typeface="Arial"/>
            </a:endParaRPr>
          </a:p>
        </p:txBody>
      </p:sp>
      <p:sp>
        <p:nvSpPr>
          <p:cNvPr id="230"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Ein Wert soll an jedem Ort vorliegen.</a:t>
            </a:r>
            <a:endParaRPr b="0" lang="en-US" sz="2260" spc="-1" strike="noStrike">
              <a:solidFill>
                <a:srgbClr val="000000"/>
              </a:solidFill>
              <a:latin typeface="Arial"/>
            </a:endParaRPr>
          </a:p>
        </p:txBody>
      </p:sp>
      <p:sp>
        <p:nvSpPr>
          <p:cNvPr id="231"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32"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233"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Fundorte einzelner Feuersalamander</a:t>
            </a:r>
            <a:endParaRPr b="0" lang="en-US" sz="2720" spc="-1" strike="noStrike">
              <a:solidFill>
                <a:srgbClr val="000000"/>
              </a:solidFill>
              <a:latin typeface="Arial"/>
            </a:endParaRPr>
          </a:p>
        </p:txBody>
      </p:sp>
      <p:sp>
        <p:nvSpPr>
          <p:cNvPr id="234"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Jede Beobachtung besitzt eine Position.</a:t>
            </a:r>
            <a:endParaRPr b="0" lang="en-US" sz="2260" spc="-1" strike="noStrike">
              <a:solidFill>
                <a:srgbClr val="000000"/>
              </a:solidFill>
              <a:latin typeface="Arial"/>
            </a:endParaRPr>
          </a:p>
        </p:txBody>
      </p:sp>
      <p:sp>
        <p:nvSpPr>
          <p:cNvPr id="235"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36" name=""/>
          <p:cNvSpPr txBox="1"/>
          <p:nvPr/>
        </p:nvSpPr>
        <p:spPr>
          <a:xfrm>
            <a:off x="838080" y="5623560"/>
            <a:ext cx="10515600" cy="442080"/>
          </a:xfrm>
          <a:prstGeom prst="rect">
            <a:avLst/>
          </a:prstGeom>
          <a:noFill/>
          <a:ln w="0">
            <a:noFill/>
          </a:ln>
        </p:spPr>
        <p:txBody>
          <a:bodyPr lIns="0" rIns="0" tIns="0" bIns="0" anchor="t">
            <a:noAutofit/>
          </a:bodyPr>
          <a:p>
            <a:r>
              <a:rPr b="1" lang="en-US" sz="2160" spc="-1" strike="noStrike">
                <a:solidFill>
                  <a:srgbClr val="004899"/>
                </a:solidFill>
                <a:latin typeface="Noto Sans"/>
              </a:rPr>
              <a:t>Modell nennen – und mit der benötigten Information begründen.</a:t>
            </a:r>
            <a:endParaRPr b="0" lang="en-US" sz="21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Die benötigte Information entscheidet</a:t>
            </a:r>
            <a:endParaRPr b="0" lang="en-US" sz="3190" spc="-1" strike="noStrike">
              <a:solidFill>
                <a:srgbClr val="000000"/>
              </a:solidFill>
              <a:latin typeface="Arial"/>
            </a:endParaRPr>
          </a:p>
        </p:txBody>
      </p:sp>
      <p:sp>
        <p:nvSpPr>
          <p:cNvPr id="238"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AUFLÖSUNG · DATENMODELLE</a:t>
            </a:r>
            <a:endParaRPr b="0" lang="en-US" sz="1130" spc="-1" strike="noStrike">
              <a:solidFill>
                <a:srgbClr val="000000"/>
              </a:solidFill>
              <a:latin typeface="Arial"/>
            </a:endParaRPr>
          </a:p>
        </p:txBody>
      </p:sp>
      <p:sp>
        <p:nvSpPr>
          <p:cNvPr id="239"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240"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8</a:t>
            </a:r>
            <a:endParaRPr b="0" lang="en-US" sz="939" spc="-1" strike="noStrike">
              <a:solidFill>
                <a:srgbClr val="000000"/>
              </a:solidFill>
              <a:latin typeface="Arial"/>
            </a:endParaRPr>
          </a:p>
        </p:txBody>
      </p:sp>
      <p:sp>
        <p:nvSpPr>
          <p:cNvPr id="241"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42"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243"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Polygonvektor</a:t>
            </a:r>
            <a:endParaRPr b="0" lang="en-US" sz="2720" spc="-1" strike="noStrike">
              <a:solidFill>
                <a:srgbClr val="000000"/>
              </a:solidFill>
              <a:latin typeface="Arial"/>
            </a:endParaRPr>
          </a:p>
        </p:txBody>
      </p:sp>
      <p:sp>
        <p:nvSpPr>
          <p:cNvPr id="244"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Schutzgebietsfläche und Grenze</a:t>
            </a:r>
            <a:endParaRPr b="0" lang="en-US" sz="2260" spc="-1" strike="noStrike">
              <a:solidFill>
                <a:srgbClr val="000000"/>
              </a:solidFill>
              <a:latin typeface="Arial"/>
            </a:endParaRPr>
          </a:p>
        </p:txBody>
      </p:sp>
      <p:sp>
        <p:nvSpPr>
          <p:cNvPr id="245"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46"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247"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kontinuierliches Raster</a:t>
            </a:r>
            <a:endParaRPr b="0" lang="en-US" sz="2720" spc="-1" strike="noStrike">
              <a:solidFill>
                <a:srgbClr val="000000"/>
              </a:solidFill>
              <a:latin typeface="Arial"/>
            </a:endParaRPr>
          </a:p>
        </p:txBody>
      </p:sp>
      <p:sp>
        <p:nvSpPr>
          <p:cNvPr id="248"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Höhenwert je Rasterzelle</a:t>
            </a:r>
            <a:endParaRPr b="0" lang="en-US" sz="2260" spc="-1" strike="noStrike">
              <a:solidFill>
                <a:srgbClr val="000000"/>
              </a:solidFill>
              <a:latin typeface="Arial"/>
            </a:endParaRPr>
          </a:p>
        </p:txBody>
      </p:sp>
      <p:sp>
        <p:nvSpPr>
          <p:cNvPr id="249"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50"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251"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Punktvektor</a:t>
            </a:r>
            <a:endParaRPr b="0" lang="en-US" sz="2720" spc="-1" strike="noStrike">
              <a:solidFill>
                <a:srgbClr val="000000"/>
              </a:solidFill>
              <a:latin typeface="Arial"/>
            </a:endParaRPr>
          </a:p>
        </p:txBody>
      </p:sp>
      <p:sp>
        <p:nvSpPr>
          <p:cNvPr id="252"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Position je Beobachtung</a:t>
            </a:r>
            <a:endParaRPr b="0" lang="en-US" sz="2260" spc="-1" strike="noStrike">
              <a:solidFill>
                <a:srgbClr val="000000"/>
              </a:solidFill>
              <a:latin typeface="Arial"/>
            </a:endParaRPr>
          </a:p>
        </p:txBody>
      </p:sp>
      <p:sp>
        <p:nvSpPr>
          <p:cNvPr id="253"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54" name=""/>
          <p:cNvSpPr txBox="1"/>
          <p:nvPr/>
        </p:nvSpPr>
        <p:spPr>
          <a:xfrm>
            <a:off x="838080" y="5623560"/>
            <a:ext cx="10515600" cy="442080"/>
          </a:xfrm>
          <a:prstGeom prst="rect">
            <a:avLst/>
          </a:prstGeom>
          <a:noFill/>
          <a:ln w="0">
            <a:noFill/>
          </a:ln>
        </p:spPr>
        <p:txBody>
          <a:bodyPr lIns="0" rIns="0" tIns="0" bIns="0" anchor="t">
            <a:noAutofit/>
          </a:bodyPr>
          <a:p>
            <a:r>
              <a:rPr b="1" lang="en-US" sz="1979" spc="-1" strike="noStrike">
                <a:solidFill>
                  <a:srgbClr val="004899"/>
                </a:solidFill>
                <a:latin typeface="Noto Sans"/>
              </a:rPr>
              <a:t>Nicht der Name des Phänomens, sondern Frage und Datengrundlage entscheiden.</a:t>
            </a:r>
            <a:endParaRPr b="0" lang="en-US" sz="1979"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Projekt, Layer und Datenquelle</a:t>
            </a:r>
            <a:endParaRPr b="0" lang="en-US" sz="3190" spc="-1" strike="noStrike">
              <a:solidFill>
                <a:srgbClr val="000000"/>
              </a:solidFill>
              <a:latin typeface="Arial"/>
            </a:endParaRPr>
          </a:p>
        </p:txBody>
      </p:sp>
      <p:sp>
        <p:nvSpPr>
          <p:cNvPr id="256"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QGIS · BEGRIFFE UNTERSCHEIDEN</a:t>
            </a:r>
            <a:endParaRPr b="0" lang="en-US" sz="1130" spc="-1" strike="noStrike">
              <a:solidFill>
                <a:srgbClr val="000000"/>
              </a:solidFill>
              <a:latin typeface="Arial"/>
            </a:endParaRPr>
          </a:p>
        </p:txBody>
      </p:sp>
      <p:sp>
        <p:nvSpPr>
          <p:cNvPr id="257"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258"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9</a:t>
            </a:r>
            <a:endParaRPr b="0" lang="en-US" sz="939" spc="-1" strike="noStrike">
              <a:solidFill>
                <a:srgbClr val="000000"/>
              </a:solidFill>
              <a:latin typeface="Arial"/>
            </a:endParaRPr>
          </a:p>
        </p:txBody>
      </p:sp>
      <p:pic>
        <p:nvPicPr>
          <p:cNvPr id="259" name="" descr="Ein QGIS-Projekt speichert Einstellungen und Verweise auf Layer. Die Layer beziehen ihre eigentlichen Daten aus lokalen Dateien oder Webdiensten."/>
          <p:cNvPicPr/>
          <p:nvPr/>
        </p:nvPicPr>
        <p:blipFill>
          <a:blip r:embed="rId1">
            <a:extLst>
              <a:ext uri="{96DAC541-7B7A-43D3-8B79-37D633B846F1}">
                <asvg:svgBlip xmlns:asvg="http://schemas.microsoft.com/office/drawing/2016/SVG/main" r:embed="rId2"/>
              </a:ext>
            </a:extLst>
          </a:blip>
          <a:stretch/>
        </p:blipFill>
        <p:spPr>
          <a:xfrm>
            <a:off x="1600200" y="1638360"/>
            <a:ext cx="8991720" cy="3863520"/>
          </a:xfrm>
          <a:prstGeom prst="rect">
            <a:avLst/>
          </a:prstGeom>
          <a:ln w="0">
            <a:noFill/>
          </a:ln>
        </p:spPr>
      </p:pic>
      <p:sp>
        <p:nvSpPr>
          <p:cNvPr id="260"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61" name=""/>
          <p:cNvSpPr txBox="1"/>
          <p:nvPr/>
        </p:nvSpPr>
        <p:spPr>
          <a:xfrm>
            <a:off x="838080" y="5623560"/>
            <a:ext cx="10515600" cy="442080"/>
          </a:xfrm>
          <a:prstGeom prst="rect">
            <a:avLst/>
          </a:prstGeom>
          <a:noFill/>
          <a:ln w="0">
            <a:noFill/>
          </a:ln>
        </p:spPr>
        <p:txBody>
          <a:bodyPr lIns="0" rIns="0" tIns="0" bIns="0" anchor="t">
            <a:noAutofit/>
          </a:bodyPr>
          <a:p>
            <a:r>
              <a:rPr b="1" lang="en-US" sz="1979" spc="-1" strike="noStrike">
                <a:solidFill>
                  <a:srgbClr val="004899"/>
                </a:solidFill>
                <a:latin typeface="Noto Sans"/>
              </a:rPr>
              <a:t>Projektdatei und Geodatendateien gehören zusammen – sind aber nicht dasselbe.</a:t>
            </a:r>
            <a:endParaRPr b="0" lang="en-US" sz="1979"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Warum fehlen die Layer?</a:t>
            </a:r>
            <a:endParaRPr b="0" lang="en-US" sz="3190" spc="-1" strike="noStrike">
              <a:solidFill>
                <a:srgbClr val="000000"/>
              </a:solidFill>
              <a:latin typeface="Arial"/>
            </a:endParaRPr>
          </a:p>
        </p:txBody>
      </p:sp>
      <p:sp>
        <p:nvSpPr>
          <p:cNvPr id="263"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ABSTIMMUNG · PROJEKT WEITERGEBEN</a:t>
            </a:r>
            <a:endParaRPr b="0" lang="en-US" sz="1130" spc="-1" strike="noStrike">
              <a:solidFill>
                <a:srgbClr val="000000"/>
              </a:solidFill>
              <a:latin typeface="Arial"/>
            </a:endParaRPr>
          </a:p>
        </p:txBody>
      </p:sp>
      <p:sp>
        <p:nvSpPr>
          <p:cNvPr id="264"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265"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10</a:t>
            </a:r>
            <a:endParaRPr b="0" lang="en-US" sz="939" spc="-1" strike="noStrike">
              <a:solidFill>
                <a:srgbClr val="000000"/>
              </a:solidFill>
              <a:latin typeface="Arial"/>
            </a:endParaRPr>
          </a:p>
        </p:txBody>
      </p:sp>
      <p:sp>
        <p:nvSpPr>
          <p:cNvPr id="266" name=""/>
          <p:cNvSpPr txBox="1"/>
          <p:nvPr/>
        </p:nvSpPr>
        <p:spPr>
          <a:xfrm>
            <a:off x="838080" y="1676520"/>
            <a:ext cx="10515600" cy="838080"/>
          </a:xfrm>
          <a:prstGeom prst="rect">
            <a:avLst/>
          </a:prstGeom>
          <a:noFill/>
          <a:ln w="0">
            <a:noFill/>
          </a:ln>
        </p:spPr>
        <p:txBody>
          <a:bodyPr lIns="0" rIns="0" tIns="0" bIns="0" anchor="t">
            <a:noAutofit/>
          </a:bodyPr>
          <a:p>
            <a:r>
              <a:rPr b="1" lang="en-US" sz="2720" spc="-1" strike="noStrike">
                <a:solidFill>
                  <a:srgbClr val="000000"/>
                </a:solidFill>
                <a:latin typeface="Noto Sans"/>
              </a:rPr>
              <a:t>Sie kopieren nur unit10_einstieg.qgz.</a:t>
            </a:r>
            <a:endParaRPr b="0" lang="en-US" sz="2720" spc="-1" strike="noStrike">
              <a:solidFill>
                <a:srgbClr val="000000"/>
              </a:solidFill>
              <a:latin typeface="Arial"/>
            </a:endParaRPr>
          </a:p>
          <a:p>
            <a:r>
              <a:rPr b="1" lang="en-US" sz="2720" spc="-1" strike="noStrike">
                <a:solidFill>
                  <a:srgbClr val="000000"/>
                </a:solidFill>
                <a:latin typeface="Noto Sans"/>
              </a:rPr>
              <a:t>Auf dem anderen Rechner fehlen die Layer.</a:t>
            </a:r>
            <a:endParaRPr b="0" lang="en-US" sz="2720" spc="-1" strike="noStrike">
              <a:solidFill>
                <a:srgbClr val="000000"/>
              </a:solidFill>
              <a:latin typeface="Arial"/>
            </a:endParaRPr>
          </a:p>
        </p:txBody>
      </p:sp>
      <p:sp>
        <p:nvSpPr>
          <p:cNvPr id="267" name=""/>
          <p:cNvSpPr/>
          <p:nvPr/>
        </p:nvSpPr>
        <p:spPr>
          <a:xfrm>
            <a:off x="647640" y="293364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68" name=""/>
          <p:cNvSpPr txBox="1"/>
          <p:nvPr/>
        </p:nvSpPr>
        <p:spPr>
          <a:xfrm>
            <a:off x="647640" y="299484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269" name=""/>
          <p:cNvSpPr txBox="1"/>
          <p:nvPr/>
        </p:nvSpPr>
        <p:spPr>
          <a:xfrm>
            <a:off x="1371600" y="293364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Die qgz-Datei enthält automatisch alle Daten.</a:t>
            </a:r>
            <a:endParaRPr b="0" lang="en-US" sz="2720" spc="-1" strike="noStrike">
              <a:solidFill>
                <a:srgbClr val="000000"/>
              </a:solidFill>
              <a:latin typeface="Arial"/>
            </a:endParaRPr>
          </a:p>
        </p:txBody>
      </p:sp>
      <p:sp>
        <p:nvSpPr>
          <p:cNvPr id="270" name=""/>
          <p:cNvSpPr/>
          <p:nvPr/>
        </p:nvSpPr>
        <p:spPr>
          <a:xfrm>
            <a:off x="647640" y="369576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71" name=""/>
          <p:cNvSpPr txBox="1"/>
          <p:nvPr/>
        </p:nvSpPr>
        <p:spPr>
          <a:xfrm>
            <a:off x="647640" y="375660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272" name=""/>
          <p:cNvSpPr txBox="1"/>
          <p:nvPr/>
        </p:nvSpPr>
        <p:spPr>
          <a:xfrm>
            <a:off x="1371600" y="369576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Die gespeicherten Datenpfade sind nicht erreichbar.</a:t>
            </a:r>
            <a:endParaRPr b="0" lang="en-US" sz="2720" spc="-1" strike="noStrike">
              <a:solidFill>
                <a:srgbClr val="000000"/>
              </a:solidFill>
              <a:latin typeface="Arial"/>
            </a:endParaRPr>
          </a:p>
        </p:txBody>
      </p:sp>
      <p:sp>
        <p:nvSpPr>
          <p:cNvPr id="273" name=""/>
          <p:cNvSpPr/>
          <p:nvPr/>
        </p:nvSpPr>
        <p:spPr>
          <a:xfrm>
            <a:off x="647640" y="44578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74" name=""/>
          <p:cNvSpPr txBox="1"/>
          <p:nvPr/>
        </p:nvSpPr>
        <p:spPr>
          <a:xfrm>
            <a:off x="647640" y="451872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275" name=""/>
          <p:cNvSpPr txBox="1"/>
          <p:nvPr/>
        </p:nvSpPr>
        <p:spPr>
          <a:xfrm>
            <a:off x="1371600" y="44578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QGIS hat beim Kopieren die Geometrien gelöscht.</a:t>
            </a:r>
            <a:endParaRPr b="0" lang="en-US" sz="2720" spc="-1" strike="noStrike">
              <a:solidFill>
                <a:srgbClr val="000000"/>
              </a:solidFill>
              <a:latin typeface="Arial"/>
            </a:endParaRPr>
          </a:p>
        </p:txBody>
      </p:sp>
      <p:sp>
        <p:nvSpPr>
          <p:cNvPr id="276"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77" name=""/>
          <p:cNvSpPr txBox="1"/>
          <p:nvPr/>
        </p:nvSpPr>
        <p:spPr>
          <a:xfrm>
            <a:off x="838080" y="5623560"/>
            <a:ext cx="10515600" cy="442080"/>
          </a:xfrm>
          <a:prstGeom prst="rect">
            <a:avLst/>
          </a:prstGeom>
          <a:noFill/>
          <a:ln w="0">
            <a:noFill/>
          </a:ln>
        </p:spPr>
        <p:txBody>
          <a:bodyPr lIns="0" rIns="0" tIns="0" bIns="0" anchor="t">
            <a:noAutofit/>
          </a:bodyPr>
          <a:p>
            <a:r>
              <a:rPr b="1" lang="en-US" sz="2260" spc="-1" strike="noStrike">
                <a:solidFill>
                  <a:srgbClr val="004899"/>
                </a:solidFill>
                <a:latin typeface="Noto Sans"/>
              </a:rPr>
              <a:t>A, B oder C? Begründen Sie Ihre Wahl.</a:t>
            </a:r>
            <a:endParaRPr b="0" lang="en-US" sz="22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Projekt und Daten gemeinsam erhalten</a:t>
            </a:r>
            <a:endParaRPr b="0" lang="en-US" sz="3190" spc="-1" strike="noStrike">
              <a:solidFill>
                <a:srgbClr val="000000"/>
              </a:solidFill>
              <a:latin typeface="Arial"/>
            </a:endParaRPr>
          </a:p>
        </p:txBody>
      </p:sp>
      <p:sp>
        <p:nvSpPr>
          <p:cNvPr id="279"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AUFLÖSUNG · DATEIPFADE</a:t>
            </a:r>
            <a:endParaRPr b="0" lang="en-US" sz="1130" spc="-1" strike="noStrike">
              <a:solidFill>
                <a:srgbClr val="000000"/>
              </a:solidFill>
              <a:latin typeface="Arial"/>
            </a:endParaRPr>
          </a:p>
        </p:txBody>
      </p:sp>
      <p:sp>
        <p:nvSpPr>
          <p:cNvPr id="280"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281"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11</a:t>
            </a:r>
            <a:endParaRPr b="0" lang="en-US" sz="939" spc="-1" strike="noStrike">
              <a:solidFill>
                <a:srgbClr val="000000"/>
              </a:solidFill>
              <a:latin typeface="Arial"/>
            </a:endParaRPr>
          </a:p>
        </p:txBody>
      </p:sp>
      <p:sp>
        <p:nvSpPr>
          <p:cNvPr id="282"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83"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284"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Die Quellen sind nicht erreichbar.</a:t>
            </a:r>
            <a:endParaRPr b="0" lang="en-US" sz="2720" spc="-1" strike="noStrike">
              <a:solidFill>
                <a:srgbClr val="000000"/>
              </a:solidFill>
              <a:latin typeface="Arial"/>
            </a:endParaRPr>
          </a:p>
        </p:txBody>
      </p:sp>
      <p:sp>
        <p:nvSpPr>
          <p:cNvPr id="285"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Das Projekt speichert Verweise auf Speicherorte.</a:t>
            </a:r>
            <a:endParaRPr b="0" lang="en-US" sz="2260" spc="-1" strike="noStrike">
              <a:solidFill>
                <a:srgbClr val="000000"/>
              </a:solidFill>
              <a:latin typeface="Arial"/>
            </a:endParaRPr>
          </a:p>
        </p:txBody>
      </p:sp>
      <p:sp>
        <p:nvSpPr>
          <p:cNvPr id="286"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87"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288"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Arbeitsordner zusammenhalten</a:t>
            </a:r>
            <a:endParaRPr b="0" lang="en-US" sz="2720" spc="-1" strike="noStrike">
              <a:solidFill>
                <a:srgbClr val="000000"/>
              </a:solidFill>
              <a:latin typeface="Arial"/>
            </a:endParaRPr>
          </a:p>
        </p:txBody>
      </p:sp>
      <p:sp>
        <p:nvSpPr>
          <p:cNvPr id="289"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data_raw, documentation und Projekt nicht getrennt verschieben.</a:t>
            </a:r>
            <a:endParaRPr b="0" lang="en-US" sz="2260" spc="-1" strike="noStrike">
              <a:solidFill>
                <a:srgbClr val="000000"/>
              </a:solidFill>
              <a:latin typeface="Arial"/>
            </a:endParaRPr>
          </a:p>
        </p:txBody>
      </p:sp>
      <p:sp>
        <p:nvSpPr>
          <p:cNvPr id="290"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291"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292"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Projekt erneut öffnen</a:t>
            </a:r>
            <a:endParaRPr b="0" lang="en-US" sz="2720" spc="-1" strike="noStrike">
              <a:solidFill>
                <a:srgbClr val="000000"/>
              </a:solidFill>
              <a:latin typeface="Arial"/>
            </a:endParaRPr>
          </a:p>
        </p:txBody>
      </p:sp>
      <p:sp>
        <p:nvSpPr>
          <p:cNvPr id="293"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Beide Layer müssen ohne Pfadreparatur erreichbar sein.</a:t>
            </a:r>
            <a:endParaRPr b="0" lang="en-US" sz="2260" spc="-1" strike="noStrike">
              <a:solidFill>
                <a:srgbClr val="000000"/>
              </a:solidFill>
              <a:latin typeface="Arial"/>
            </a:endParaRPr>
          </a:p>
        </p:txBody>
      </p:sp>
      <p:sp>
        <p:nvSpPr>
          <p:cNvPr id="294"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95" name=""/>
          <p:cNvSpPr txBox="1"/>
          <p:nvPr/>
        </p:nvSpPr>
        <p:spPr>
          <a:xfrm>
            <a:off x="838080" y="5623560"/>
            <a:ext cx="10515600" cy="442080"/>
          </a:xfrm>
          <a:prstGeom prst="rect">
            <a:avLst/>
          </a:prstGeom>
          <a:noFill/>
          <a:ln w="0">
            <a:noFill/>
          </a:ln>
        </p:spPr>
        <p:txBody>
          <a:bodyPr lIns="0" rIns="0" tIns="0" bIns="0" anchor="t">
            <a:noAutofit/>
          </a:bodyPr>
          <a:p>
            <a:r>
              <a:rPr b="1" lang="en-US" sz="2260" spc="-1" strike="noStrike">
                <a:solidFill>
                  <a:srgbClr val="004899"/>
                </a:solidFill>
                <a:latin typeface="Noto Sans"/>
              </a:rPr>
              <a:t>Speichern allein genügt nicht: Wiederöffnen und kontrollieren.</a:t>
            </a:r>
            <a:endParaRPr b="0" lang="en-US" sz="22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Die wichtigsten Bereiche in QGIS</a:t>
            </a:r>
            <a:endParaRPr b="0" lang="en-US" sz="3190" spc="-1" strike="noStrike">
              <a:solidFill>
                <a:srgbClr val="000000"/>
              </a:solidFill>
              <a:latin typeface="Arial"/>
            </a:endParaRPr>
          </a:p>
        </p:txBody>
      </p:sp>
      <p:sp>
        <p:nvSpPr>
          <p:cNvPr id="297"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QGIS · ORIENTIERUNG</a:t>
            </a:r>
            <a:endParaRPr b="0" lang="en-US" sz="1130" spc="-1" strike="noStrike">
              <a:solidFill>
                <a:srgbClr val="000000"/>
              </a:solidFill>
              <a:latin typeface="Arial"/>
            </a:endParaRPr>
          </a:p>
        </p:txBody>
      </p:sp>
      <p:sp>
        <p:nvSpPr>
          <p:cNvPr id="298"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299"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12</a:t>
            </a:r>
            <a:endParaRPr b="0" lang="en-US" sz="939" spc="-1" strike="noStrike">
              <a:solidFill>
                <a:srgbClr val="000000"/>
              </a:solidFill>
              <a:latin typeface="Arial"/>
            </a:endParaRPr>
          </a:p>
        </p:txBody>
      </p:sp>
      <p:pic>
        <p:nvPicPr>
          <p:cNvPr id="300" name="" descr="Eine vereinfachte Programmoberfläche zeigt Menü und Werkzeugleisten, Browser, Layer-Bereich, Kartenansicht und Statusleiste."/>
          <p:cNvPicPr/>
          <p:nvPr/>
        </p:nvPicPr>
        <p:blipFill>
          <a:blip r:embed="rId1">
            <a:extLst>
              <a:ext uri="{96DAC541-7B7A-43D3-8B79-37D633B846F1}">
                <asvg:svgBlip xmlns:asvg="http://schemas.microsoft.com/office/drawing/2016/SVG/main" r:embed="rId2"/>
              </a:ext>
            </a:extLst>
          </a:blip>
          <a:stretch/>
        </p:blipFill>
        <p:spPr>
          <a:xfrm>
            <a:off x="2095560" y="1600200"/>
            <a:ext cx="8001000" cy="448056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Unser verbindlicher Praxisweg</a:t>
            </a:r>
            <a:endParaRPr b="0" lang="en-US" sz="3190" spc="-1" strike="noStrike">
              <a:solidFill>
                <a:srgbClr val="000000"/>
              </a:solidFill>
              <a:latin typeface="Arial"/>
            </a:endParaRPr>
          </a:p>
        </p:txBody>
      </p:sp>
      <p:sp>
        <p:nvSpPr>
          <p:cNvPr id="302"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ZIEL UND REIHENFOLGE</a:t>
            </a:r>
            <a:endParaRPr b="0" lang="en-US" sz="1130" spc="-1" strike="noStrike">
              <a:solidFill>
                <a:srgbClr val="000000"/>
              </a:solidFill>
              <a:latin typeface="Arial"/>
            </a:endParaRPr>
          </a:p>
        </p:txBody>
      </p:sp>
      <p:sp>
        <p:nvSpPr>
          <p:cNvPr id="303"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304"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13</a:t>
            </a:r>
            <a:endParaRPr b="0" lang="en-US" sz="939" spc="-1" strike="noStrike">
              <a:solidFill>
                <a:srgbClr val="000000"/>
              </a:solidFill>
              <a:latin typeface="Arial"/>
            </a:endParaRPr>
          </a:p>
        </p:txBody>
      </p:sp>
      <p:sp>
        <p:nvSpPr>
          <p:cNvPr id="305"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06"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1</a:t>
            </a:r>
            <a:endParaRPr b="0" lang="en-US" sz="2450" spc="-1" strike="noStrike">
              <a:solidFill>
                <a:srgbClr val="000000"/>
              </a:solidFill>
              <a:latin typeface="Arial"/>
            </a:endParaRPr>
          </a:p>
        </p:txBody>
      </p:sp>
      <p:sp>
        <p:nvSpPr>
          <p:cNvPr id="307"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Projekt speichern</a:t>
            </a:r>
            <a:endParaRPr b="0" lang="en-US" sz="2720" spc="-1" strike="noStrike">
              <a:solidFill>
                <a:srgbClr val="000000"/>
              </a:solidFill>
              <a:latin typeface="Arial"/>
            </a:endParaRPr>
          </a:p>
        </p:txBody>
      </p:sp>
      <p:sp>
        <p:nvSpPr>
          <p:cNvPr id="308"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unit10_einstieg.qgz im Hauptordner</a:t>
            </a:r>
            <a:endParaRPr b="0" lang="en-US" sz="2260" spc="-1" strike="noStrike">
              <a:solidFill>
                <a:srgbClr val="000000"/>
              </a:solidFill>
              <a:latin typeface="Arial"/>
            </a:endParaRPr>
          </a:p>
        </p:txBody>
      </p:sp>
      <p:sp>
        <p:nvSpPr>
          <p:cNvPr id="309"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10"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311"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Zwei lokale Layer laden und prüfen</a:t>
            </a:r>
            <a:endParaRPr b="0" lang="en-US" sz="2720" spc="-1" strike="noStrike">
              <a:solidFill>
                <a:srgbClr val="000000"/>
              </a:solidFill>
              <a:latin typeface="Arial"/>
            </a:endParaRPr>
          </a:p>
        </p:txBody>
      </p:sp>
      <p:sp>
        <p:nvSpPr>
          <p:cNvPr id="312"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gewaesser + dgm_marburg_10m.tif</a:t>
            </a:r>
            <a:endParaRPr b="0" lang="en-US" sz="2260" spc="-1" strike="noStrike">
              <a:solidFill>
                <a:srgbClr val="000000"/>
              </a:solidFill>
              <a:latin typeface="Arial"/>
            </a:endParaRPr>
          </a:p>
        </p:txBody>
      </p:sp>
      <p:sp>
        <p:nvSpPr>
          <p:cNvPr id="313"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14"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315"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Speichern, schließen, erneut öffnen</a:t>
            </a:r>
            <a:endParaRPr b="0" lang="en-US" sz="2720" spc="-1" strike="noStrike">
              <a:solidFill>
                <a:srgbClr val="000000"/>
              </a:solidFill>
              <a:latin typeface="Arial"/>
            </a:endParaRPr>
          </a:p>
        </p:txBody>
      </p:sp>
      <p:sp>
        <p:nvSpPr>
          <p:cNvPr id="316"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Beide Quellen ohne Reparatur erreichbar</a:t>
            </a:r>
            <a:endParaRPr b="0" lang="en-US" sz="2260" spc="-1" strike="noStrike">
              <a:solidFill>
                <a:srgbClr val="000000"/>
              </a:solidFill>
              <a:latin typeface="Arial"/>
            </a:endParaRPr>
          </a:p>
        </p:txBody>
      </p:sp>
      <p:sp>
        <p:nvSpPr>
          <p:cNvPr id="31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18" name=""/>
          <p:cNvSpPr txBox="1"/>
          <p:nvPr/>
        </p:nvSpPr>
        <p:spPr>
          <a:xfrm>
            <a:off x="838080" y="5623560"/>
            <a:ext cx="10515600" cy="442080"/>
          </a:xfrm>
          <a:prstGeom prst="rect">
            <a:avLst/>
          </a:prstGeom>
          <a:noFill/>
          <a:ln w="0">
            <a:noFill/>
          </a:ln>
        </p:spPr>
        <p:txBody>
          <a:bodyPr lIns="0" rIns="0" tIns="0" bIns="0" anchor="t">
            <a:noAutofit/>
          </a:bodyPr>
          <a:p>
            <a:r>
              <a:rPr b="1" lang="en-US" sz="2160" spc="-1" strike="noStrike">
                <a:solidFill>
                  <a:srgbClr val="004899"/>
                </a:solidFill>
                <a:latin typeface="Noto Sans"/>
              </a:rPr>
              <a:t>Fertig heißt: Das Projekt öffnet Gewässerlayer und DGM erneut.</a:t>
            </a:r>
            <a:endParaRPr b="0" lang="en-US" sz="21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Arbeitsordner und Projekt vorbereiten</a:t>
            </a:r>
            <a:endParaRPr b="0" lang="en-US" sz="3190" spc="-1" strike="noStrike">
              <a:solidFill>
                <a:srgbClr val="000000"/>
              </a:solidFill>
              <a:latin typeface="Arial"/>
            </a:endParaRPr>
          </a:p>
        </p:txBody>
      </p:sp>
      <p:sp>
        <p:nvSpPr>
          <p:cNvPr id="32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SCHRITT 1</a:t>
            </a:r>
            <a:endParaRPr b="0" lang="en-US" sz="1130" spc="-1" strike="noStrike">
              <a:solidFill>
                <a:srgbClr val="000000"/>
              </a:solidFill>
              <a:latin typeface="Arial"/>
            </a:endParaRPr>
          </a:p>
        </p:txBody>
      </p:sp>
      <p:sp>
        <p:nvSpPr>
          <p:cNvPr id="32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32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14</a:t>
            </a:r>
            <a:endParaRPr b="0" lang="en-US" sz="939" spc="-1" strike="noStrike">
              <a:solidFill>
                <a:srgbClr val="000000"/>
              </a:solidFill>
              <a:latin typeface="Arial"/>
            </a:endParaRPr>
          </a:p>
        </p:txBody>
      </p:sp>
      <p:sp>
        <p:nvSpPr>
          <p:cNvPr id="323" name=""/>
          <p:cNvSpPr txBox="1"/>
          <p:nvPr/>
        </p:nvSpPr>
        <p:spPr>
          <a:xfrm>
            <a:off x="838080" y="1790640"/>
            <a:ext cx="5486400" cy="3352680"/>
          </a:xfrm>
          <a:prstGeom prst="rect">
            <a:avLst/>
          </a:prstGeom>
          <a:noFill/>
          <a:ln w="0">
            <a:noFill/>
          </a:ln>
        </p:spPr>
        <p:txBody>
          <a:bodyPr lIns="0" rIns="0" tIns="0" bIns="0" anchor="t">
            <a:noAutofit/>
          </a:bodyPr>
          <a:p>
            <a:r>
              <a:rPr b="1" lang="en-US" sz="2720" spc="-1" strike="noStrike">
                <a:solidFill>
                  <a:srgbClr val="004899"/>
                </a:solidFill>
                <a:latin typeface="Noto Sans"/>
              </a:rPr>
              <a:t>marburg_geodaten/</a:t>
            </a:r>
            <a:endParaRPr b="0" lang="en-US" sz="2720" spc="-1" strike="noStrike">
              <a:solidFill>
                <a:srgbClr val="000000"/>
              </a:solidFill>
              <a:latin typeface="Arial"/>
            </a:endParaRPr>
          </a:p>
          <a:p>
            <a:r>
              <a:rPr b="1" lang="en-US" sz="2720" spc="-1" strike="noStrike">
                <a:solidFill>
                  <a:srgbClr val="004899"/>
                </a:solidFill>
                <a:latin typeface="Noto Sans"/>
              </a:rPr>
              <a:t>    </a:t>
            </a:r>
            <a:r>
              <a:rPr b="1" lang="en-US" sz="2720" spc="-1" strike="noStrike">
                <a:solidFill>
                  <a:srgbClr val="004899"/>
                </a:solidFill>
                <a:latin typeface="Noto Sans"/>
              </a:rPr>
              <a:t>data_raw/</a:t>
            </a:r>
            <a:endParaRPr b="0" lang="en-US" sz="2720" spc="-1" strike="noStrike">
              <a:solidFill>
                <a:srgbClr val="000000"/>
              </a:solidFill>
              <a:latin typeface="Arial"/>
            </a:endParaRPr>
          </a:p>
          <a:p>
            <a:r>
              <a:rPr b="1" lang="en-US" sz="2720" spc="-1" strike="noStrike">
                <a:solidFill>
                  <a:srgbClr val="004899"/>
                </a:solidFill>
                <a:latin typeface="Noto Sans"/>
              </a:rPr>
              <a:t>    </a:t>
            </a:r>
            <a:r>
              <a:rPr b="1" lang="en-US" sz="2720" spc="-1" strike="noStrike">
                <a:solidFill>
                  <a:srgbClr val="004899"/>
                </a:solidFill>
                <a:latin typeface="Noto Sans"/>
              </a:rPr>
              <a:t>data_output/</a:t>
            </a:r>
            <a:endParaRPr b="0" lang="en-US" sz="2720" spc="-1" strike="noStrike">
              <a:solidFill>
                <a:srgbClr val="000000"/>
              </a:solidFill>
              <a:latin typeface="Arial"/>
            </a:endParaRPr>
          </a:p>
          <a:p>
            <a:r>
              <a:rPr b="1" lang="en-US" sz="2720" spc="-1" strike="noStrike">
                <a:solidFill>
                  <a:srgbClr val="004899"/>
                </a:solidFill>
                <a:latin typeface="Noto Sans"/>
              </a:rPr>
              <a:t>    </a:t>
            </a:r>
            <a:r>
              <a:rPr b="1" lang="en-US" sz="2720" spc="-1" strike="noStrike">
                <a:solidFill>
                  <a:srgbClr val="004899"/>
                </a:solidFill>
                <a:latin typeface="Noto Sans"/>
              </a:rPr>
              <a:t>documentation/</a:t>
            </a:r>
            <a:endParaRPr b="0" lang="en-US" sz="2720" spc="-1" strike="noStrike">
              <a:solidFill>
                <a:srgbClr val="000000"/>
              </a:solidFill>
              <a:latin typeface="Arial"/>
            </a:endParaRPr>
          </a:p>
          <a:p>
            <a:r>
              <a:rPr b="1" lang="en-US" sz="2720" spc="-1" strike="noStrike">
                <a:solidFill>
                  <a:srgbClr val="004899"/>
                </a:solidFill>
                <a:latin typeface="Noto Sans"/>
              </a:rPr>
              <a:t>    </a:t>
            </a:r>
            <a:r>
              <a:rPr b="1" lang="en-US" sz="2720" spc="-1" strike="noStrike">
                <a:solidFill>
                  <a:srgbClr val="004899"/>
                </a:solidFill>
                <a:latin typeface="Noto Sans"/>
              </a:rPr>
              <a:t>ersatz/</a:t>
            </a:r>
            <a:endParaRPr b="0" lang="en-US" sz="2720" spc="-1" strike="noStrike">
              <a:solidFill>
                <a:srgbClr val="000000"/>
              </a:solidFill>
              <a:latin typeface="Arial"/>
            </a:endParaRPr>
          </a:p>
          <a:p>
            <a:r>
              <a:rPr b="1" lang="en-US" sz="2720" spc="-1" strike="noStrike">
                <a:solidFill>
                  <a:srgbClr val="004899"/>
                </a:solidFill>
                <a:latin typeface="Noto Sans"/>
              </a:rPr>
              <a:t>    </a:t>
            </a:r>
            <a:r>
              <a:rPr b="1" lang="en-US" sz="2720" spc="-1" strike="noStrike">
                <a:solidFill>
                  <a:srgbClr val="004899"/>
                </a:solidFill>
                <a:latin typeface="Noto Sans"/>
              </a:rPr>
              <a:t>unit10_einstieg.qgz</a:t>
            </a:r>
            <a:endParaRPr b="0" lang="en-US" sz="2720" spc="-1" strike="noStrike">
              <a:solidFill>
                <a:srgbClr val="000000"/>
              </a:solidFill>
              <a:latin typeface="Arial"/>
            </a:endParaRPr>
          </a:p>
        </p:txBody>
      </p:sp>
      <p:sp>
        <p:nvSpPr>
          <p:cNvPr id="324" name=""/>
          <p:cNvSpPr/>
          <p:nvPr/>
        </p:nvSpPr>
        <p:spPr>
          <a:xfrm>
            <a:off x="6705720" y="1790640"/>
            <a:ext cx="4572000" cy="236232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25" name=""/>
          <p:cNvSpPr/>
          <p:nvPr/>
        </p:nvSpPr>
        <p:spPr>
          <a:xfrm>
            <a:off x="6705720" y="1790640"/>
            <a:ext cx="53280" cy="236232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26" name=""/>
          <p:cNvSpPr txBox="1"/>
          <p:nvPr/>
        </p:nvSpPr>
        <p:spPr>
          <a:xfrm>
            <a:off x="6911280" y="1973520"/>
            <a:ext cx="4160520" cy="647640"/>
          </a:xfrm>
          <a:prstGeom prst="rect">
            <a:avLst/>
          </a:prstGeom>
          <a:noFill/>
          <a:ln w="0">
            <a:noFill/>
          </a:ln>
        </p:spPr>
        <p:txBody>
          <a:bodyPr lIns="0" rIns="0" tIns="0" bIns="0" anchor="t">
            <a:noAutofit/>
          </a:bodyPr>
          <a:p>
            <a:r>
              <a:rPr b="1" lang="en-US" sz="2540" spc="-1" strike="noStrike">
                <a:solidFill>
                  <a:srgbClr val="004899"/>
                </a:solidFill>
                <a:latin typeface="Noto Sans"/>
              </a:rPr>
              <a:t>Projekt zuerst speichern</a:t>
            </a:r>
            <a:endParaRPr b="0" lang="en-US" sz="2540" spc="-1" strike="noStrike">
              <a:solidFill>
                <a:srgbClr val="000000"/>
              </a:solidFill>
              <a:latin typeface="Arial"/>
            </a:endParaRPr>
          </a:p>
        </p:txBody>
      </p:sp>
      <p:sp>
        <p:nvSpPr>
          <p:cNvPr id="327" name=""/>
          <p:cNvSpPr txBox="1"/>
          <p:nvPr/>
        </p:nvSpPr>
        <p:spPr>
          <a:xfrm>
            <a:off x="6911280" y="2735640"/>
            <a:ext cx="4160520" cy="1280160"/>
          </a:xfrm>
          <a:prstGeom prst="rect">
            <a:avLst/>
          </a:prstGeom>
          <a:noFill/>
          <a:ln w="0">
            <a:noFill/>
          </a:ln>
        </p:spPr>
        <p:txBody>
          <a:bodyPr lIns="0" rIns="0" tIns="0" bIns="0" anchor="t">
            <a:noAutofit/>
          </a:bodyPr>
          <a:p>
            <a:r>
              <a:rPr b="0" lang="en-US" sz="2350" spc="-1" strike="noStrike">
                <a:solidFill>
                  <a:srgbClr val="000000"/>
                </a:solidFill>
                <a:latin typeface="Noto Sans"/>
              </a:rPr>
              <a:t>Name: unit10_einstieg.qgz</a:t>
            </a:r>
            <a:endParaRPr b="0" lang="en-US" sz="2350" spc="-1" strike="noStrike">
              <a:solidFill>
                <a:srgbClr val="000000"/>
              </a:solidFill>
              <a:latin typeface="Arial"/>
            </a:endParaRPr>
          </a:p>
          <a:p>
            <a:r>
              <a:rPr b="0" lang="en-US" sz="2350" spc="-1" strike="noStrike">
                <a:solidFill>
                  <a:srgbClr val="000000"/>
                </a:solidFill>
                <a:latin typeface="Noto Sans"/>
              </a:rPr>
              <a:t>Ort: Hauptordner</a:t>
            </a:r>
            <a:endParaRPr b="0" lang="en-US" sz="2350" spc="-1" strike="noStrike">
              <a:solidFill>
                <a:srgbClr val="000000"/>
              </a:solidFill>
              <a:latin typeface="Arial"/>
            </a:endParaRPr>
          </a:p>
          <a:p>
            <a:r>
              <a:rPr b="0" lang="en-US" sz="2350" spc="-1" strike="noStrike">
                <a:solidFill>
                  <a:srgbClr val="000000"/>
                </a:solidFill>
                <a:latin typeface="Noto Sans"/>
              </a:rPr>
              <a:t>Projekt-CRS: EPSG:25832</a:t>
            </a:r>
            <a:endParaRPr b="0" lang="en-US" sz="2350" spc="-1" strike="noStrike">
              <a:solidFill>
                <a:srgbClr val="000000"/>
              </a:solidFill>
              <a:latin typeface="Arial"/>
            </a:endParaRPr>
          </a:p>
        </p:txBody>
      </p:sp>
      <p:sp>
        <p:nvSpPr>
          <p:cNvPr id="328"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29" name=""/>
          <p:cNvSpPr txBox="1"/>
          <p:nvPr/>
        </p:nvSpPr>
        <p:spPr>
          <a:xfrm>
            <a:off x="838080" y="5623560"/>
            <a:ext cx="10515600" cy="442080"/>
          </a:xfrm>
          <a:prstGeom prst="rect">
            <a:avLst/>
          </a:prstGeom>
          <a:noFill/>
          <a:ln w="0">
            <a:noFill/>
          </a:ln>
        </p:spPr>
        <p:txBody>
          <a:bodyPr lIns="0" rIns="0" tIns="0" bIns="0" anchor="t">
            <a:noAutofit/>
          </a:bodyPr>
          <a:p>
            <a:r>
              <a:rPr b="1" lang="en-US" sz="2260" spc="-1" strike="noStrike">
                <a:solidFill>
                  <a:srgbClr val="004899"/>
                </a:solidFill>
                <a:latin typeface="Noto Sans"/>
              </a:rPr>
              <a:t>Ausgangsdaten bleiben unverändert in data_raw.</a:t>
            </a:r>
            <a:endParaRPr b="0" lang="en-US" sz="22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Gewässerlayer laden</a:t>
            </a:r>
            <a:endParaRPr b="0" lang="en-US" sz="3190" spc="-1" strike="noStrike">
              <a:solidFill>
                <a:srgbClr val="000000"/>
              </a:solidFill>
              <a:latin typeface="Arial"/>
            </a:endParaRPr>
          </a:p>
        </p:txBody>
      </p:sp>
      <p:sp>
        <p:nvSpPr>
          <p:cNvPr id="331"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SCHRITT 2</a:t>
            </a:r>
            <a:endParaRPr b="0" lang="en-US" sz="1130" spc="-1" strike="noStrike">
              <a:solidFill>
                <a:srgbClr val="000000"/>
              </a:solidFill>
              <a:latin typeface="Arial"/>
            </a:endParaRPr>
          </a:p>
        </p:txBody>
      </p:sp>
      <p:sp>
        <p:nvSpPr>
          <p:cNvPr id="332"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333"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15</a:t>
            </a:r>
            <a:endParaRPr b="0" lang="en-US" sz="939" spc="-1" strike="noStrike">
              <a:solidFill>
                <a:srgbClr val="000000"/>
              </a:solidFill>
              <a:latin typeface="Arial"/>
            </a:endParaRPr>
          </a:p>
        </p:txBody>
      </p:sp>
      <p:sp>
        <p:nvSpPr>
          <p:cNvPr id="334"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35"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1</a:t>
            </a:r>
            <a:endParaRPr b="0" lang="en-US" sz="2450" spc="-1" strike="noStrike">
              <a:solidFill>
                <a:srgbClr val="000000"/>
              </a:solidFill>
              <a:latin typeface="Arial"/>
            </a:endParaRPr>
          </a:p>
        </p:txBody>
      </p:sp>
      <p:sp>
        <p:nvSpPr>
          <p:cNvPr id="336"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Browser → data_raw</a:t>
            </a:r>
            <a:endParaRPr b="0" lang="en-US" sz="2720" spc="-1" strike="noStrike">
              <a:solidFill>
                <a:srgbClr val="000000"/>
              </a:solidFill>
              <a:latin typeface="Arial"/>
            </a:endParaRPr>
          </a:p>
        </p:txBody>
      </p:sp>
      <p:sp>
        <p:nvSpPr>
          <p:cNvPr id="337"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Den entpackten Paketordner verwenden.</a:t>
            </a:r>
            <a:endParaRPr b="0" lang="en-US" sz="2260" spc="-1" strike="noStrike">
              <a:solidFill>
                <a:srgbClr val="000000"/>
              </a:solidFill>
              <a:latin typeface="Arial"/>
            </a:endParaRPr>
          </a:p>
        </p:txBody>
      </p:sp>
      <p:sp>
        <p:nvSpPr>
          <p:cNvPr id="338"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39"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340"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marburg_basis.gpkg öffnen</a:t>
            </a:r>
            <a:endParaRPr b="0" lang="en-US" sz="2720" spc="-1" strike="noStrike">
              <a:solidFill>
                <a:srgbClr val="000000"/>
              </a:solidFill>
              <a:latin typeface="Arial"/>
            </a:endParaRPr>
          </a:p>
        </p:txBody>
      </p:sp>
      <p:sp>
        <p:nvSpPr>
          <p:cNvPr id="341"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Layer gewaesser hinzufügen.</a:t>
            </a:r>
            <a:endParaRPr b="0" lang="en-US" sz="2260" spc="-1" strike="noStrike">
              <a:solidFill>
                <a:srgbClr val="000000"/>
              </a:solidFill>
              <a:latin typeface="Arial"/>
            </a:endParaRPr>
          </a:p>
        </p:txBody>
      </p:sp>
      <p:sp>
        <p:nvSpPr>
          <p:cNvPr id="342"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43"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344"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Auf Layer zoomen</a:t>
            </a:r>
            <a:endParaRPr b="0" lang="en-US" sz="2720" spc="-1" strike="noStrike">
              <a:solidFill>
                <a:srgbClr val="000000"/>
              </a:solidFill>
              <a:latin typeface="Arial"/>
            </a:endParaRPr>
          </a:p>
        </p:txBody>
      </p:sp>
      <p:sp>
        <p:nvSpPr>
          <p:cNvPr id="345"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Linien sichtbar? CRS: EPSG:25832?</a:t>
            </a:r>
            <a:endParaRPr b="0" lang="en-US" sz="2260" spc="-1" strike="noStrike">
              <a:solidFill>
                <a:srgbClr val="000000"/>
              </a:solidFill>
              <a:latin typeface="Arial"/>
            </a:endParaRPr>
          </a:p>
        </p:txBody>
      </p:sp>
      <p:sp>
        <p:nvSpPr>
          <p:cNvPr id="346"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47"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Kontrollwert: gewaesser · 412 Linienfeatures · EPSG:25832</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Höhenraster laden</a:t>
            </a:r>
            <a:endParaRPr b="0" lang="en-US" sz="3190" spc="-1" strike="noStrike">
              <a:solidFill>
                <a:srgbClr val="000000"/>
              </a:solidFill>
              <a:latin typeface="Arial"/>
            </a:endParaRPr>
          </a:p>
        </p:txBody>
      </p:sp>
      <p:sp>
        <p:nvSpPr>
          <p:cNvPr id="349"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SCHRITT 3</a:t>
            </a:r>
            <a:endParaRPr b="0" lang="en-US" sz="1130" spc="-1" strike="noStrike">
              <a:solidFill>
                <a:srgbClr val="000000"/>
              </a:solidFill>
              <a:latin typeface="Arial"/>
            </a:endParaRPr>
          </a:p>
        </p:txBody>
      </p:sp>
      <p:sp>
        <p:nvSpPr>
          <p:cNvPr id="350"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351"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16</a:t>
            </a:r>
            <a:endParaRPr b="0" lang="en-US" sz="939" spc="-1" strike="noStrike">
              <a:solidFill>
                <a:srgbClr val="000000"/>
              </a:solidFill>
              <a:latin typeface="Arial"/>
            </a:endParaRPr>
          </a:p>
        </p:txBody>
      </p:sp>
      <p:sp>
        <p:nvSpPr>
          <p:cNvPr id="352"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53"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1</a:t>
            </a:r>
            <a:endParaRPr b="0" lang="en-US" sz="2450" spc="-1" strike="noStrike">
              <a:solidFill>
                <a:srgbClr val="000000"/>
              </a:solidFill>
              <a:latin typeface="Arial"/>
            </a:endParaRPr>
          </a:p>
        </p:txBody>
      </p:sp>
      <p:sp>
        <p:nvSpPr>
          <p:cNvPr id="354"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Browser → data_raw</a:t>
            </a:r>
            <a:endParaRPr b="0" lang="en-US" sz="2720" spc="-1" strike="noStrike">
              <a:solidFill>
                <a:srgbClr val="000000"/>
              </a:solidFill>
              <a:latin typeface="Arial"/>
            </a:endParaRPr>
          </a:p>
        </p:txBody>
      </p:sp>
      <p:sp>
        <p:nvSpPr>
          <p:cNvPr id="355"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dgm_marburg_10m.tif hinzufügen.</a:t>
            </a:r>
            <a:endParaRPr b="0" lang="en-US" sz="2260" spc="-1" strike="noStrike">
              <a:solidFill>
                <a:srgbClr val="000000"/>
              </a:solidFill>
              <a:latin typeface="Arial"/>
            </a:endParaRPr>
          </a:p>
        </p:txBody>
      </p:sp>
      <p:sp>
        <p:nvSpPr>
          <p:cNvPr id="356"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57"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358"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Layer sichtbar schalten</a:t>
            </a:r>
            <a:endParaRPr b="0" lang="en-US" sz="2720" spc="-1" strike="noStrike">
              <a:solidFill>
                <a:srgbClr val="000000"/>
              </a:solidFill>
              <a:latin typeface="Arial"/>
            </a:endParaRPr>
          </a:p>
        </p:txBody>
      </p:sp>
      <p:sp>
        <p:nvSpPr>
          <p:cNvPr id="359"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Auf gemeinsame räumliche Lage achten.</a:t>
            </a:r>
            <a:endParaRPr b="0" lang="en-US" sz="2260" spc="-1" strike="noStrike">
              <a:solidFill>
                <a:srgbClr val="000000"/>
              </a:solidFill>
              <a:latin typeface="Arial"/>
            </a:endParaRPr>
          </a:p>
        </p:txBody>
      </p:sp>
      <p:sp>
        <p:nvSpPr>
          <p:cNvPr id="360"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61"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362"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Eigenschaften kurz prüfen</a:t>
            </a:r>
            <a:endParaRPr b="0" lang="en-US" sz="2720" spc="-1" strike="noStrike">
              <a:solidFill>
                <a:srgbClr val="000000"/>
              </a:solidFill>
              <a:latin typeface="Arial"/>
            </a:endParaRPr>
          </a:p>
        </p:txBody>
      </p:sp>
      <p:sp>
        <p:nvSpPr>
          <p:cNvPr id="363"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Raster · 2000 × 2000 · 10 m · EPSG:25832</a:t>
            </a:r>
            <a:endParaRPr b="0" lang="en-US" sz="2260" spc="-1" strike="noStrike">
              <a:solidFill>
                <a:srgbClr val="000000"/>
              </a:solidFill>
              <a:latin typeface="Arial"/>
            </a:endParaRPr>
          </a:p>
        </p:txBody>
      </p:sp>
      <p:sp>
        <p:nvSpPr>
          <p:cNvPr id="364"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65" name=""/>
          <p:cNvSpPr txBox="1"/>
          <p:nvPr/>
        </p:nvSpPr>
        <p:spPr>
          <a:xfrm>
            <a:off x="838080" y="5623560"/>
            <a:ext cx="10515600" cy="442080"/>
          </a:xfrm>
          <a:prstGeom prst="rect">
            <a:avLst/>
          </a:prstGeom>
          <a:noFill/>
          <a:ln w="0">
            <a:noFill/>
          </a:ln>
        </p:spPr>
        <p:txBody>
          <a:bodyPr lIns="0" rIns="0" tIns="0" bIns="0" anchor="t">
            <a:noAutofit/>
          </a:bodyPr>
          <a:p>
            <a:r>
              <a:rPr b="1" lang="en-US" sz="2160" spc="-1" strike="noStrike">
                <a:solidFill>
                  <a:srgbClr val="004899"/>
                </a:solidFill>
                <a:latin typeface="Noto Sans"/>
              </a:rPr>
              <a:t>Jetzt sind genau ein Vektorlayer und ein Rasterlayer geladen.</a:t>
            </a:r>
            <a:endParaRPr b="0" lang="en-US" sz="21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Verdeckt heißt nicht gelöscht</a:t>
            </a:r>
            <a:endParaRPr b="0" lang="en-US" sz="3190" spc="-1" strike="noStrike">
              <a:solidFill>
                <a:srgbClr val="000000"/>
              </a:solidFill>
              <a:latin typeface="Arial"/>
            </a:endParaRPr>
          </a:p>
        </p:txBody>
      </p:sp>
      <p:sp>
        <p:nvSpPr>
          <p:cNvPr id="367"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LAYERREIHENFOLGE</a:t>
            </a:r>
            <a:endParaRPr b="0" lang="en-US" sz="1130" spc="-1" strike="noStrike">
              <a:solidFill>
                <a:srgbClr val="000000"/>
              </a:solidFill>
              <a:latin typeface="Arial"/>
            </a:endParaRPr>
          </a:p>
        </p:txBody>
      </p:sp>
      <p:sp>
        <p:nvSpPr>
          <p:cNvPr id="368"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369"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17</a:t>
            </a:r>
            <a:endParaRPr b="0" lang="en-US" sz="939" spc="-1" strike="noStrike">
              <a:solidFill>
                <a:srgbClr val="000000"/>
              </a:solidFill>
              <a:latin typeface="Arial"/>
            </a:endParaRPr>
          </a:p>
        </p:txBody>
      </p:sp>
      <p:pic>
        <p:nvPicPr>
          <p:cNvPr id="370" name="" descr="Dieselben zwei Punkte liegen innerhalb einer deckend gefüllten Fläche. Liegt die Fläche über den Punkten, sind diese verdeckt; liegen die Punkte oben, sind sie sichtbar."/>
          <p:cNvPicPr/>
          <p:nvPr/>
        </p:nvPicPr>
        <p:blipFill>
          <a:blip r:embed="rId1">
            <a:extLst>
              <a:ext uri="{96DAC541-7B7A-43D3-8B79-37D633B846F1}">
                <asvg:svgBlip xmlns:asvg="http://schemas.microsoft.com/office/drawing/2016/SVG/main" r:embed="rId2"/>
              </a:ext>
            </a:extLst>
          </a:blip>
          <a:stretch/>
        </p:blipFill>
        <p:spPr>
          <a:xfrm>
            <a:off x="876240" y="1600200"/>
            <a:ext cx="3238560" cy="3802320"/>
          </a:xfrm>
          <a:prstGeom prst="rect">
            <a:avLst/>
          </a:prstGeom>
          <a:ln w="0">
            <a:noFill/>
          </a:ln>
        </p:spPr>
      </p:pic>
      <p:sp>
        <p:nvSpPr>
          <p:cNvPr id="371" name=""/>
          <p:cNvSpPr/>
          <p:nvPr/>
        </p:nvSpPr>
        <p:spPr>
          <a:xfrm>
            <a:off x="4572000" y="1828800"/>
            <a:ext cx="697248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72" name=""/>
          <p:cNvSpPr/>
          <p:nvPr/>
        </p:nvSpPr>
        <p:spPr>
          <a:xfrm>
            <a:off x="4572000" y="1828800"/>
            <a:ext cx="53280" cy="15620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73" name=""/>
          <p:cNvSpPr txBox="1"/>
          <p:nvPr/>
        </p:nvSpPr>
        <p:spPr>
          <a:xfrm>
            <a:off x="4777920" y="2011680"/>
            <a:ext cx="6561000" cy="647640"/>
          </a:xfrm>
          <a:prstGeom prst="rect">
            <a:avLst/>
          </a:prstGeom>
          <a:noFill/>
          <a:ln w="0">
            <a:noFill/>
          </a:ln>
        </p:spPr>
        <p:txBody>
          <a:bodyPr lIns="0" rIns="0" tIns="0" bIns="0" anchor="t">
            <a:noAutofit/>
          </a:bodyPr>
          <a:p>
            <a:r>
              <a:rPr b="1" lang="en-US" sz="2540" spc="-1" strike="noStrike">
                <a:solidFill>
                  <a:srgbClr val="004899"/>
                </a:solidFill>
                <a:latin typeface="Noto Sans"/>
              </a:rPr>
              <a:t>Im Layer-Bereich</a:t>
            </a:r>
            <a:endParaRPr b="0" lang="en-US" sz="2540" spc="-1" strike="noStrike">
              <a:solidFill>
                <a:srgbClr val="000000"/>
              </a:solidFill>
              <a:latin typeface="Arial"/>
            </a:endParaRPr>
          </a:p>
        </p:txBody>
      </p:sp>
      <p:sp>
        <p:nvSpPr>
          <p:cNvPr id="374" name=""/>
          <p:cNvSpPr txBox="1"/>
          <p:nvPr/>
        </p:nvSpPr>
        <p:spPr>
          <a:xfrm>
            <a:off x="4777920" y="2590920"/>
            <a:ext cx="6561000" cy="663120"/>
          </a:xfrm>
          <a:prstGeom prst="rect">
            <a:avLst/>
          </a:prstGeom>
          <a:noFill/>
          <a:ln w="0">
            <a:noFill/>
          </a:ln>
        </p:spPr>
        <p:txBody>
          <a:bodyPr lIns="0" rIns="0" tIns="0" bIns="0" anchor="t">
            <a:noAutofit/>
          </a:bodyPr>
          <a:p>
            <a:r>
              <a:rPr b="0" lang="en-US" sz="2540" spc="-1" strike="noStrike">
                <a:solidFill>
                  <a:srgbClr val="000000"/>
                </a:solidFill>
                <a:latin typeface="Noto Sans"/>
              </a:rPr>
              <a:t>gewaesser nach oben</a:t>
            </a:r>
            <a:endParaRPr b="0" lang="en-US" sz="2540" spc="-1" strike="noStrike">
              <a:solidFill>
                <a:srgbClr val="000000"/>
              </a:solidFill>
              <a:latin typeface="Arial"/>
            </a:endParaRPr>
          </a:p>
          <a:p>
            <a:r>
              <a:rPr b="0" lang="en-US" sz="2540" spc="-1" strike="noStrike">
                <a:solidFill>
                  <a:srgbClr val="000000"/>
                </a:solidFill>
                <a:latin typeface="Noto Sans"/>
              </a:rPr>
              <a:t>dgm_marburg_10m darunter</a:t>
            </a:r>
            <a:endParaRPr b="0" lang="en-US" sz="2540" spc="-1" strike="noStrike">
              <a:solidFill>
                <a:srgbClr val="000000"/>
              </a:solidFill>
              <a:latin typeface="Arial"/>
            </a:endParaRPr>
          </a:p>
        </p:txBody>
      </p:sp>
      <p:sp>
        <p:nvSpPr>
          <p:cNvPr id="375" name=""/>
          <p:cNvSpPr/>
          <p:nvPr/>
        </p:nvSpPr>
        <p:spPr>
          <a:xfrm>
            <a:off x="4572000" y="3695760"/>
            <a:ext cx="697248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76" name=""/>
          <p:cNvSpPr/>
          <p:nvPr/>
        </p:nvSpPr>
        <p:spPr>
          <a:xfrm>
            <a:off x="4572000" y="3695760"/>
            <a:ext cx="53280" cy="1562040"/>
          </a:xfrm>
          <a:prstGeom prst="rect">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77" name=""/>
          <p:cNvSpPr txBox="1"/>
          <p:nvPr/>
        </p:nvSpPr>
        <p:spPr>
          <a:xfrm>
            <a:off x="4777920" y="3878640"/>
            <a:ext cx="6561000" cy="647640"/>
          </a:xfrm>
          <a:prstGeom prst="rect">
            <a:avLst/>
          </a:prstGeom>
          <a:noFill/>
          <a:ln w="0">
            <a:noFill/>
          </a:ln>
        </p:spPr>
        <p:txBody>
          <a:bodyPr lIns="0" rIns="0" tIns="0" bIns="0" anchor="t">
            <a:noAutofit/>
          </a:bodyPr>
          <a:p>
            <a:r>
              <a:rPr b="1" lang="en-US" sz="2540" spc="-1" strike="noStrike">
                <a:solidFill>
                  <a:srgbClr val="a32123"/>
                </a:solidFill>
                <a:latin typeface="Noto Sans"/>
              </a:rPr>
              <a:t>Kontrollfrage</a:t>
            </a:r>
            <a:endParaRPr b="0" lang="en-US" sz="2540" spc="-1" strike="noStrike">
              <a:solidFill>
                <a:srgbClr val="000000"/>
              </a:solidFill>
              <a:latin typeface="Arial"/>
            </a:endParaRPr>
          </a:p>
        </p:txBody>
      </p:sp>
      <p:sp>
        <p:nvSpPr>
          <p:cNvPr id="378" name=""/>
          <p:cNvSpPr txBox="1"/>
          <p:nvPr/>
        </p:nvSpPr>
        <p:spPr>
          <a:xfrm>
            <a:off x="4777920" y="4457880"/>
            <a:ext cx="6561000" cy="663120"/>
          </a:xfrm>
          <a:prstGeom prst="rect">
            <a:avLst/>
          </a:prstGeom>
          <a:noFill/>
          <a:ln w="0">
            <a:noFill/>
          </a:ln>
        </p:spPr>
        <p:txBody>
          <a:bodyPr lIns="0" rIns="0" tIns="0" bIns="0" anchor="t">
            <a:noAutofit/>
          </a:bodyPr>
          <a:p>
            <a:r>
              <a:rPr b="0" lang="en-US" sz="2350" spc="-1" strike="noStrike">
                <a:solidFill>
                  <a:srgbClr val="000000"/>
                </a:solidFill>
                <a:latin typeface="Noto Sans"/>
              </a:rPr>
              <a:t>Sind beide Layer vorhanden und sinnvoll sichtbar?</a:t>
            </a:r>
            <a:endParaRPr b="0" lang="en-US" sz="2350" spc="-1" strike="noStrike">
              <a:solidFill>
                <a:srgbClr val="000000"/>
              </a:solidFill>
              <a:latin typeface="Arial"/>
            </a:endParaRPr>
          </a:p>
        </p:txBody>
      </p:sp>
      <p:sp>
        <p:nvSpPr>
          <p:cNvPr id="379"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80" name=""/>
          <p:cNvSpPr txBox="1"/>
          <p:nvPr/>
        </p:nvSpPr>
        <p:spPr>
          <a:xfrm>
            <a:off x="838080" y="5623560"/>
            <a:ext cx="10515600" cy="442080"/>
          </a:xfrm>
          <a:prstGeom prst="rect">
            <a:avLst/>
          </a:prstGeom>
          <a:noFill/>
          <a:ln w="0">
            <a:noFill/>
          </a:ln>
        </p:spPr>
        <p:txBody>
          <a:bodyPr lIns="0" rIns="0" tIns="0" bIns="0" anchor="t">
            <a:noAutofit/>
          </a:bodyPr>
          <a:p>
            <a:r>
              <a:rPr b="1" lang="en-US" sz="2160" spc="-1" strike="noStrike">
                <a:solidFill>
                  <a:srgbClr val="004899"/>
                </a:solidFill>
                <a:latin typeface="Noto Sans"/>
              </a:rPr>
              <a:t>Die Reihenfolge ändert die Darstellung – nicht die Daten.</a:t>
            </a:r>
            <a:endParaRPr b="0" lang="en-US" sz="21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1"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Beide Layer kurz bedienen</a:t>
            </a:r>
            <a:endParaRPr b="0" lang="en-US" sz="3190" spc="-1" strike="noStrike">
              <a:solidFill>
                <a:srgbClr val="000000"/>
              </a:solidFill>
              <a:latin typeface="Arial"/>
            </a:endParaRPr>
          </a:p>
        </p:txBody>
      </p:sp>
      <p:sp>
        <p:nvSpPr>
          <p:cNvPr id="382"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KARTE UND LAYER</a:t>
            </a:r>
            <a:endParaRPr b="0" lang="en-US" sz="1130" spc="-1" strike="noStrike">
              <a:solidFill>
                <a:srgbClr val="000000"/>
              </a:solidFill>
              <a:latin typeface="Arial"/>
            </a:endParaRPr>
          </a:p>
        </p:txBody>
      </p:sp>
      <p:sp>
        <p:nvSpPr>
          <p:cNvPr id="383"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384"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18</a:t>
            </a:r>
            <a:endParaRPr b="0" lang="en-US" sz="939" spc="-1" strike="noStrike">
              <a:solidFill>
                <a:srgbClr val="000000"/>
              </a:solidFill>
              <a:latin typeface="Arial"/>
            </a:endParaRPr>
          </a:p>
        </p:txBody>
      </p:sp>
      <p:sp>
        <p:nvSpPr>
          <p:cNvPr id="385"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86"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1</a:t>
            </a:r>
            <a:endParaRPr b="0" lang="en-US" sz="2450" spc="-1" strike="noStrike">
              <a:solidFill>
                <a:srgbClr val="000000"/>
              </a:solidFill>
              <a:latin typeface="Arial"/>
            </a:endParaRPr>
          </a:p>
        </p:txBody>
      </p:sp>
      <p:sp>
        <p:nvSpPr>
          <p:cNvPr id="387"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Sichtbarkeit testen</a:t>
            </a:r>
            <a:endParaRPr b="0" lang="en-US" sz="2720" spc="-1" strike="noStrike">
              <a:solidFill>
                <a:srgbClr val="000000"/>
              </a:solidFill>
              <a:latin typeface="Arial"/>
            </a:endParaRPr>
          </a:p>
        </p:txBody>
      </p:sp>
      <p:sp>
        <p:nvSpPr>
          <p:cNvPr id="388"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Gewässer und DGM einzeln ein- und ausblenden.</a:t>
            </a:r>
            <a:endParaRPr b="0" lang="en-US" sz="2260" spc="-1" strike="noStrike">
              <a:solidFill>
                <a:srgbClr val="000000"/>
              </a:solidFill>
              <a:latin typeface="Arial"/>
            </a:endParaRPr>
          </a:p>
        </p:txBody>
      </p:sp>
      <p:sp>
        <p:nvSpPr>
          <p:cNvPr id="389"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90"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391"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Navigieren</a:t>
            </a:r>
            <a:endParaRPr b="0" lang="en-US" sz="2720" spc="-1" strike="noStrike">
              <a:solidFill>
                <a:srgbClr val="000000"/>
              </a:solidFill>
              <a:latin typeface="Arial"/>
            </a:endParaRPr>
          </a:p>
        </p:txBody>
      </p:sp>
      <p:sp>
        <p:nvSpPr>
          <p:cNvPr id="392"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Auf gewaesser zoomen und Kartenausschnitt verschieben.</a:t>
            </a:r>
            <a:endParaRPr b="0" lang="en-US" sz="2260" spc="-1" strike="noStrike">
              <a:solidFill>
                <a:srgbClr val="000000"/>
              </a:solidFill>
              <a:latin typeface="Arial"/>
            </a:endParaRPr>
          </a:p>
        </p:txBody>
      </p:sp>
      <p:sp>
        <p:nvSpPr>
          <p:cNvPr id="393"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394"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395"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Datenmodell benennen</a:t>
            </a:r>
            <a:endParaRPr b="0" lang="en-US" sz="2720" spc="-1" strike="noStrike">
              <a:solidFill>
                <a:srgbClr val="000000"/>
              </a:solidFill>
              <a:latin typeface="Arial"/>
            </a:endParaRPr>
          </a:p>
        </p:txBody>
      </p:sp>
      <p:sp>
        <p:nvSpPr>
          <p:cNvPr id="396"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gewaesser = Vektor · DGM = Raster</a:t>
            </a:r>
            <a:endParaRPr b="0" lang="en-US" sz="2260" spc="-1" strike="noStrike">
              <a:solidFill>
                <a:srgbClr val="000000"/>
              </a:solidFill>
              <a:latin typeface="Arial"/>
            </a:endParaRPr>
          </a:p>
        </p:txBody>
      </p:sp>
      <p:sp>
        <p:nvSpPr>
          <p:cNvPr id="39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398"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Zwischenstand: beide Layer geladen, sichtbar und als Modell erkannt.</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Feature und Tabellenzeile verbinden</a:t>
            </a:r>
            <a:endParaRPr b="0" lang="en-US" sz="3190" spc="-1" strike="noStrike">
              <a:solidFill>
                <a:srgbClr val="000000"/>
              </a:solidFill>
              <a:latin typeface="Arial"/>
            </a:endParaRPr>
          </a:p>
        </p:txBody>
      </p:sp>
      <p:sp>
        <p:nvSpPr>
          <p:cNvPr id="40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VEKTORDATEN PRÜFEN</a:t>
            </a:r>
            <a:endParaRPr b="0" lang="en-US" sz="1130" spc="-1" strike="noStrike">
              <a:solidFill>
                <a:srgbClr val="000000"/>
              </a:solidFill>
              <a:latin typeface="Arial"/>
            </a:endParaRPr>
          </a:p>
        </p:txBody>
      </p:sp>
      <p:sp>
        <p:nvSpPr>
          <p:cNvPr id="40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40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19</a:t>
            </a:r>
            <a:endParaRPr b="0" lang="en-US" sz="939" spc="-1" strike="noStrike">
              <a:solidFill>
                <a:srgbClr val="000000"/>
              </a:solidFill>
              <a:latin typeface="Arial"/>
            </a:endParaRPr>
          </a:p>
        </p:txBody>
      </p:sp>
      <p:sp>
        <p:nvSpPr>
          <p:cNvPr id="403" name=""/>
          <p:cNvSpPr/>
          <p:nvPr/>
        </p:nvSpPr>
        <p:spPr>
          <a:xfrm>
            <a:off x="800280" y="2286000"/>
            <a:ext cx="3200400" cy="213372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sp>
        <p:nvSpPr>
          <p:cNvPr id="404" name=""/>
          <p:cNvSpPr/>
          <p:nvPr/>
        </p:nvSpPr>
        <p:spPr>
          <a:xfrm>
            <a:off x="1143000" y="2666880"/>
            <a:ext cx="2362320" cy="1219320"/>
          </a:xfrm>
          <a:custGeom>
            <a:avLst/>
            <a:gdLst/>
            <a:ahLst/>
            <a:rect l="0" t="0" r="r" b="b"/>
            <a:pathLst>
              <a:path fill="none" w="6562" h="3387">
                <a:moveTo>
                  <a:pt x="0" y="3387"/>
                </a:moveTo>
                <a:lnTo>
                  <a:pt x="2011" y="1694"/>
                </a:lnTo>
                <a:lnTo>
                  <a:pt x="3810" y="2435"/>
                </a:lnTo>
                <a:lnTo>
                  <a:pt x="6562" y="0"/>
                </a:lnTo>
              </a:path>
            </a:pathLst>
          </a:custGeom>
          <a:ln w="46800">
            <a:solidFill>
              <a:srgbClr val="004899"/>
            </a:solidFill>
            <a:round/>
          </a:ln>
        </p:spPr>
        <p:txBody>
          <a:bodyPr lIns="113400" rIns="113400" tIns="68400" bIns="68400" anchor="ctr" anchorCtr="1">
            <a:noAutofit/>
          </a:bodyPr>
          <a:p>
            <a:endParaRPr b="0" lang="en-US" sz="1800" spc="-1" strike="noStrike">
              <a:solidFill>
                <a:srgbClr val="000000"/>
              </a:solidFill>
              <a:latin typeface="Arial"/>
            </a:endParaRPr>
          </a:p>
        </p:txBody>
      </p:sp>
      <p:sp>
        <p:nvSpPr>
          <p:cNvPr id="405" name=""/>
          <p:cNvSpPr/>
          <p:nvPr/>
        </p:nvSpPr>
        <p:spPr>
          <a:xfrm>
            <a:off x="2286000" y="3223440"/>
            <a:ext cx="259200" cy="259200"/>
          </a:xfrm>
          <a:prstGeom prst="ellipse">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06" name=""/>
          <p:cNvSpPr txBox="1"/>
          <p:nvPr/>
        </p:nvSpPr>
        <p:spPr>
          <a:xfrm>
            <a:off x="914400" y="4648320"/>
            <a:ext cx="3276720" cy="419040"/>
          </a:xfrm>
          <a:prstGeom prst="rect">
            <a:avLst/>
          </a:prstGeom>
          <a:noFill/>
          <a:ln w="0">
            <a:noFill/>
          </a:ln>
        </p:spPr>
        <p:txBody>
          <a:bodyPr lIns="0" rIns="0" tIns="0" bIns="0" anchor="t">
            <a:noAutofit/>
          </a:bodyPr>
          <a:p>
            <a:pPr algn="ctr"/>
            <a:r>
              <a:rPr b="1" lang="en-US" sz="2070" spc="-1" strike="noStrike">
                <a:solidFill>
                  <a:srgbClr val="004899"/>
                </a:solidFill>
                <a:latin typeface="Noto Sans"/>
              </a:rPr>
              <a:t>ausgewähltes Linienfeature</a:t>
            </a:r>
            <a:endParaRPr b="0" lang="en-US" sz="2070" spc="-1" strike="noStrike">
              <a:solidFill>
                <a:srgbClr val="000000"/>
              </a:solidFill>
              <a:latin typeface="Arial"/>
            </a:endParaRPr>
          </a:p>
        </p:txBody>
      </p:sp>
      <p:sp>
        <p:nvSpPr>
          <p:cNvPr id="407" name=""/>
          <p:cNvSpPr/>
          <p:nvPr/>
        </p:nvSpPr>
        <p:spPr>
          <a:xfrm>
            <a:off x="4191120" y="3352680"/>
            <a:ext cx="647640" cy="0"/>
          </a:xfrm>
          <a:prstGeom prst="line">
            <a:avLst/>
          </a:prstGeom>
          <a:ln w="30600">
            <a:solidFill>
              <a:srgbClr val="004899"/>
            </a:solidFill>
            <a:round/>
          </a:ln>
        </p:spPr>
        <p:style>
          <a:lnRef idx="0"/>
          <a:fillRef idx="0"/>
          <a:effectRef idx="0"/>
          <a:fontRef idx="minor"/>
        </p:style>
        <p:txBody>
          <a:bodyPr lIns="105120" rIns="105120" tIns="-60120" bIns="-60120" anchor="ctr" anchorCtr="1">
            <a:noAutofit/>
          </a:bodyPr>
          <a:p>
            <a:endParaRPr b="0" lang="en-US" sz="1800" spc="-1" strike="noStrike">
              <a:solidFill>
                <a:srgbClr val="000000"/>
              </a:solidFill>
              <a:latin typeface="Arial"/>
            </a:endParaRPr>
          </a:p>
        </p:txBody>
      </p:sp>
      <p:sp>
        <p:nvSpPr>
          <p:cNvPr id="408" name=""/>
          <p:cNvSpPr/>
          <p:nvPr/>
        </p:nvSpPr>
        <p:spPr>
          <a:xfrm>
            <a:off x="4648320" y="3192840"/>
            <a:ext cx="213120" cy="320040"/>
          </a:xfrm>
          <a:custGeom>
            <a:avLst/>
            <a:gdLst/>
            <a:ahLst/>
            <a:rect l="0" t="0" r="r" b="b"/>
            <a:pathLst>
              <a:path fill="none" w="592" h="889">
                <a:moveTo>
                  <a:pt x="0" y="0"/>
                </a:moveTo>
                <a:lnTo>
                  <a:pt x="592" y="444"/>
                </a:lnTo>
                <a:lnTo>
                  <a:pt x="0" y="889"/>
                </a:lnTo>
              </a:path>
            </a:pathLst>
          </a:custGeom>
          <a:ln w="30600">
            <a:solidFill>
              <a:srgbClr val="004899"/>
            </a:solidFill>
            <a:round/>
          </a:ln>
        </p:spPr>
        <p:txBody>
          <a:bodyPr lIns="105120" rIns="105120" tIns="60120" bIns="60120" anchor="ctr" anchorCtr="1">
            <a:noAutofit/>
          </a:bodyPr>
          <a:p>
            <a:endParaRPr b="0" lang="en-US" sz="1800" spc="-1" strike="noStrike">
              <a:solidFill>
                <a:srgbClr val="000000"/>
              </a:solidFill>
              <a:latin typeface="Arial"/>
            </a:endParaRPr>
          </a:p>
        </p:txBody>
      </p:sp>
      <p:sp>
        <p:nvSpPr>
          <p:cNvPr id="409" name=""/>
          <p:cNvSpPr/>
          <p:nvPr/>
        </p:nvSpPr>
        <p:spPr>
          <a:xfrm>
            <a:off x="4952880" y="2666880"/>
            <a:ext cx="1196280" cy="77724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10" name=""/>
          <p:cNvSpPr txBox="1"/>
          <p:nvPr/>
        </p:nvSpPr>
        <p:spPr>
          <a:xfrm>
            <a:off x="5090040" y="2796480"/>
            <a:ext cx="945000" cy="647640"/>
          </a:xfrm>
          <a:prstGeom prst="rect">
            <a:avLst/>
          </a:prstGeom>
          <a:noFill/>
          <a:ln w="0">
            <a:noFill/>
          </a:ln>
        </p:spPr>
        <p:txBody>
          <a:bodyPr lIns="0" rIns="0" tIns="0" bIns="0" anchor="t">
            <a:noAutofit/>
          </a:bodyPr>
          <a:p>
            <a:r>
              <a:rPr b="1" lang="en-US" sz="1879" spc="-1" strike="noStrike">
                <a:solidFill>
                  <a:srgbClr val="ffffff"/>
                </a:solidFill>
                <a:latin typeface="Noto Sans"/>
              </a:rPr>
              <a:t>fid</a:t>
            </a:r>
            <a:endParaRPr b="0" lang="en-US" sz="1879" spc="-1" strike="noStrike">
              <a:solidFill>
                <a:srgbClr val="000000"/>
              </a:solidFill>
              <a:latin typeface="Arial"/>
            </a:endParaRPr>
          </a:p>
        </p:txBody>
      </p:sp>
      <p:sp>
        <p:nvSpPr>
          <p:cNvPr id="411" name=""/>
          <p:cNvSpPr/>
          <p:nvPr/>
        </p:nvSpPr>
        <p:spPr>
          <a:xfrm>
            <a:off x="6172200" y="2666880"/>
            <a:ext cx="2491920" cy="77724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12" name=""/>
          <p:cNvSpPr txBox="1"/>
          <p:nvPr/>
        </p:nvSpPr>
        <p:spPr>
          <a:xfrm>
            <a:off x="6309360" y="2796480"/>
            <a:ext cx="2240280" cy="647640"/>
          </a:xfrm>
          <a:prstGeom prst="rect">
            <a:avLst/>
          </a:prstGeom>
          <a:noFill/>
          <a:ln w="0">
            <a:noFill/>
          </a:ln>
        </p:spPr>
        <p:txBody>
          <a:bodyPr lIns="0" rIns="0" tIns="0" bIns="0" anchor="t">
            <a:noAutofit/>
          </a:bodyPr>
          <a:p>
            <a:r>
              <a:rPr b="1" lang="en-US" sz="1879" spc="-1" strike="noStrike">
                <a:solidFill>
                  <a:srgbClr val="ffffff"/>
                </a:solidFill>
                <a:latin typeface="Noto Sans"/>
              </a:rPr>
              <a:t>name</a:t>
            </a:r>
            <a:endParaRPr b="0" lang="en-US" sz="1879" spc="-1" strike="noStrike">
              <a:solidFill>
                <a:srgbClr val="000000"/>
              </a:solidFill>
              <a:latin typeface="Arial"/>
            </a:endParaRPr>
          </a:p>
        </p:txBody>
      </p:sp>
      <p:sp>
        <p:nvSpPr>
          <p:cNvPr id="413" name=""/>
          <p:cNvSpPr/>
          <p:nvPr/>
        </p:nvSpPr>
        <p:spPr>
          <a:xfrm>
            <a:off x="8686800" y="2666880"/>
            <a:ext cx="2834640" cy="77724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14" name=""/>
          <p:cNvSpPr txBox="1"/>
          <p:nvPr/>
        </p:nvSpPr>
        <p:spPr>
          <a:xfrm>
            <a:off x="8823960" y="2796480"/>
            <a:ext cx="2583360" cy="647640"/>
          </a:xfrm>
          <a:prstGeom prst="rect">
            <a:avLst/>
          </a:prstGeom>
          <a:noFill/>
          <a:ln w="0">
            <a:noFill/>
          </a:ln>
        </p:spPr>
        <p:txBody>
          <a:bodyPr lIns="0" rIns="0" tIns="0" bIns="0" anchor="t">
            <a:noAutofit/>
          </a:bodyPr>
          <a:p>
            <a:r>
              <a:rPr b="1" lang="en-US" sz="1879" spc="-1" strike="noStrike">
                <a:solidFill>
                  <a:srgbClr val="ffffff"/>
                </a:solidFill>
                <a:latin typeface="Noto Sans"/>
              </a:rPr>
              <a:t>gewaesserzahl</a:t>
            </a:r>
            <a:endParaRPr b="0" lang="en-US" sz="1879" spc="-1" strike="noStrike">
              <a:solidFill>
                <a:srgbClr val="000000"/>
              </a:solidFill>
              <a:latin typeface="Arial"/>
            </a:endParaRPr>
          </a:p>
        </p:txBody>
      </p:sp>
      <p:sp>
        <p:nvSpPr>
          <p:cNvPr id="415" name=""/>
          <p:cNvSpPr/>
          <p:nvPr/>
        </p:nvSpPr>
        <p:spPr>
          <a:xfrm>
            <a:off x="4952880" y="3467160"/>
            <a:ext cx="1196280" cy="777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16" name=""/>
          <p:cNvSpPr txBox="1"/>
          <p:nvPr/>
        </p:nvSpPr>
        <p:spPr>
          <a:xfrm>
            <a:off x="5090040" y="3596760"/>
            <a:ext cx="945000" cy="647640"/>
          </a:xfrm>
          <a:prstGeom prst="rect">
            <a:avLst/>
          </a:prstGeom>
          <a:noFill/>
          <a:ln w="0">
            <a:noFill/>
          </a:ln>
        </p:spPr>
        <p:txBody>
          <a:bodyPr lIns="0" rIns="0" tIns="0" bIns="0" anchor="t">
            <a:noAutofit/>
          </a:bodyPr>
          <a:p>
            <a:r>
              <a:rPr b="0" lang="en-US" sz="1879" spc="-1" strike="noStrike">
                <a:solidFill>
                  <a:srgbClr val="000000"/>
                </a:solidFill>
                <a:latin typeface="Noto Sans"/>
              </a:rPr>
              <a:t>[Zeile]</a:t>
            </a:r>
            <a:endParaRPr b="0" lang="en-US" sz="1879" spc="-1" strike="noStrike">
              <a:solidFill>
                <a:srgbClr val="000000"/>
              </a:solidFill>
              <a:latin typeface="Arial"/>
            </a:endParaRPr>
          </a:p>
        </p:txBody>
      </p:sp>
      <p:sp>
        <p:nvSpPr>
          <p:cNvPr id="417" name=""/>
          <p:cNvSpPr/>
          <p:nvPr/>
        </p:nvSpPr>
        <p:spPr>
          <a:xfrm>
            <a:off x="6172200" y="3467160"/>
            <a:ext cx="2491920" cy="777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18" name=""/>
          <p:cNvSpPr txBox="1"/>
          <p:nvPr/>
        </p:nvSpPr>
        <p:spPr>
          <a:xfrm>
            <a:off x="6309360" y="3596760"/>
            <a:ext cx="2240280" cy="647640"/>
          </a:xfrm>
          <a:prstGeom prst="rect">
            <a:avLst/>
          </a:prstGeom>
          <a:noFill/>
          <a:ln w="0">
            <a:noFill/>
          </a:ln>
        </p:spPr>
        <p:txBody>
          <a:bodyPr lIns="0" rIns="0" tIns="0" bIns="0" anchor="t">
            <a:noAutofit/>
          </a:bodyPr>
          <a:p>
            <a:r>
              <a:rPr b="0" lang="en-US" sz="1879" spc="-1" strike="noStrike">
                <a:solidFill>
                  <a:srgbClr val="000000"/>
                </a:solidFill>
                <a:latin typeface="Noto Sans"/>
              </a:rPr>
              <a:t>[Wert]</a:t>
            </a:r>
            <a:endParaRPr b="0" lang="en-US" sz="1879" spc="-1" strike="noStrike">
              <a:solidFill>
                <a:srgbClr val="000000"/>
              </a:solidFill>
              <a:latin typeface="Arial"/>
            </a:endParaRPr>
          </a:p>
        </p:txBody>
      </p:sp>
      <p:sp>
        <p:nvSpPr>
          <p:cNvPr id="419" name=""/>
          <p:cNvSpPr/>
          <p:nvPr/>
        </p:nvSpPr>
        <p:spPr>
          <a:xfrm>
            <a:off x="8686800" y="3467160"/>
            <a:ext cx="2834640" cy="777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20" name=""/>
          <p:cNvSpPr txBox="1"/>
          <p:nvPr/>
        </p:nvSpPr>
        <p:spPr>
          <a:xfrm>
            <a:off x="8823960" y="3596760"/>
            <a:ext cx="2583360" cy="647640"/>
          </a:xfrm>
          <a:prstGeom prst="rect">
            <a:avLst/>
          </a:prstGeom>
          <a:noFill/>
          <a:ln w="0">
            <a:noFill/>
          </a:ln>
        </p:spPr>
        <p:txBody>
          <a:bodyPr lIns="0" rIns="0" tIns="0" bIns="0" anchor="t">
            <a:noAutofit/>
          </a:bodyPr>
          <a:p>
            <a:r>
              <a:rPr b="0" lang="en-US" sz="1879" spc="-1" strike="noStrike">
                <a:solidFill>
                  <a:srgbClr val="000000"/>
                </a:solidFill>
                <a:latin typeface="Noto Sans"/>
              </a:rPr>
              <a:t>[Wert]</a:t>
            </a:r>
            <a:endParaRPr b="0" lang="en-US" sz="1879" spc="-1" strike="noStrike">
              <a:solidFill>
                <a:srgbClr val="000000"/>
              </a:solidFill>
              <a:latin typeface="Arial"/>
            </a:endParaRPr>
          </a:p>
        </p:txBody>
      </p:sp>
      <p:sp>
        <p:nvSpPr>
          <p:cNvPr id="421"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22"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Ein Vektorfeature in der Karte gehört zu einer Tabellenzeile.</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Datenquelle, Modell und CRS prüfen</a:t>
            </a:r>
            <a:endParaRPr b="0" lang="en-US" sz="3190" spc="-1" strike="noStrike">
              <a:solidFill>
                <a:srgbClr val="000000"/>
              </a:solidFill>
              <a:latin typeface="Arial"/>
            </a:endParaRPr>
          </a:p>
        </p:txBody>
      </p:sp>
      <p:sp>
        <p:nvSpPr>
          <p:cNvPr id="424"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LAYEREIGENSCHAFTEN</a:t>
            </a:r>
            <a:endParaRPr b="0" lang="en-US" sz="1130" spc="-1" strike="noStrike">
              <a:solidFill>
                <a:srgbClr val="000000"/>
              </a:solidFill>
              <a:latin typeface="Arial"/>
            </a:endParaRPr>
          </a:p>
        </p:txBody>
      </p:sp>
      <p:sp>
        <p:nvSpPr>
          <p:cNvPr id="425"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426"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20</a:t>
            </a:r>
            <a:endParaRPr b="0" lang="en-US" sz="939" spc="-1" strike="noStrike">
              <a:solidFill>
                <a:srgbClr val="000000"/>
              </a:solidFill>
              <a:latin typeface="Arial"/>
            </a:endParaRPr>
          </a:p>
        </p:txBody>
      </p:sp>
      <p:sp>
        <p:nvSpPr>
          <p:cNvPr id="427" name=""/>
          <p:cNvSpPr/>
          <p:nvPr/>
        </p:nvSpPr>
        <p:spPr>
          <a:xfrm>
            <a:off x="647640" y="1981080"/>
            <a:ext cx="2644200" cy="83052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28" name=""/>
          <p:cNvSpPr txBox="1"/>
          <p:nvPr/>
        </p:nvSpPr>
        <p:spPr>
          <a:xfrm>
            <a:off x="784800" y="2110680"/>
            <a:ext cx="2392560" cy="700920"/>
          </a:xfrm>
          <a:prstGeom prst="rect">
            <a:avLst/>
          </a:prstGeom>
          <a:noFill/>
          <a:ln w="0">
            <a:noFill/>
          </a:ln>
        </p:spPr>
        <p:txBody>
          <a:bodyPr lIns="0" rIns="0" tIns="0" bIns="0" anchor="t">
            <a:noAutofit/>
          </a:bodyPr>
          <a:p>
            <a:r>
              <a:rPr b="1" lang="en-US" sz="1979" spc="-1" strike="noStrike">
                <a:solidFill>
                  <a:srgbClr val="ffffff"/>
                </a:solidFill>
                <a:latin typeface="Noto Sans"/>
              </a:rPr>
              <a:t>Layer</a:t>
            </a:r>
            <a:endParaRPr b="0" lang="en-US" sz="1979" spc="-1" strike="noStrike">
              <a:solidFill>
                <a:srgbClr val="000000"/>
              </a:solidFill>
              <a:latin typeface="Arial"/>
            </a:endParaRPr>
          </a:p>
        </p:txBody>
      </p:sp>
      <p:sp>
        <p:nvSpPr>
          <p:cNvPr id="429" name=""/>
          <p:cNvSpPr/>
          <p:nvPr/>
        </p:nvSpPr>
        <p:spPr>
          <a:xfrm>
            <a:off x="3314880" y="1981080"/>
            <a:ext cx="3558600" cy="83052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30" name=""/>
          <p:cNvSpPr txBox="1"/>
          <p:nvPr/>
        </p:nvSpPr>
        <p:spPr>
          <a:xfrm>
            <a:off x="3452040" y="2110680"/>
            <a:ext cx="3306960" cy="700920"/>
          </a:xfrm>
          <a:prstGeom prst="rect">
            <a:avLst/>
          </a:prstGeom>
          <a:noFill/>
          <a:ln w="0">
            <a:noFill/>
          </a:ln>
        </p:spPr>
        <p:txBody>
          <a:bodyPr lIns="0" rIns="0" tIns="0" bIns="0" anchor="t">
            <a:noAutofit/>
          </a:bodyPr>
          <a:p>
            <a:r>
              <a:rPr b="1" lang="en-US" sz="1979" spc="-1" strike="noStrike">
                <a:solidFill>
                  <a:srgbClr val="ffffff"/>
                </a:solidFill>
                <a:latin typeface="Noto Sans"/>
              </a:rPr>
              <a:t>Datenquelle</a:t>
            </a:r>
            <a:endParaRPr b="0" lang="en-US" sz="1979" spc="-1" strike="noStrike">
              <a:solidFill>
                <a:srgbClr val="000000"/>
              </a:solidFill>
              <a:latin typeface="Arial"/>
            </a:endParaRPr>
          </a:p>
        </p:txBody>
      </p:sp>
      <p:sp>
        <p:nvSpPr>
          <p:cNvPr id="431" name=""/>
          <p:cNvSpPr/>
          <p:nvPr/>
        </p:nvSpPr>
        <p:spPr>
          <a:xfrm>
            <a:off x="6896160" y="1981080"/>
            <a:ext cx="2567880" cy="83052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32" name=""/>
          <p:cNvSpPr txBox="1"/>
          <p:nvPr/>
        </p:nvSpPr>
        <p:spPr>
          <a:xfrm>
            <a:off x="7033320" y="2110680"/>
            <a:ext cx="2316600" cy="700920"/>
          </a:xfrm>
          <a:prstGeom prst="rect">
            <a:avLst/>
          </a:prstGeom>
          <a:noFill/>
          <a:ln w="0">
            <a:noFill/>
          </a:ln>
        </p:spPr>
        <p:txBody>
          <a:bodyPr lIns="0" rIns="0" tIns="0" bIns="0" anchor="t">
            <a:noAutofit/>
          </a:bodyPr>
          <a:p>
            <a:r>
              <a:rPr b="1" lang="en-US" sz="1979" spc="-1" strike="noStrike">
                <a:solidFill>
                  <a:srgbClr val="ffffff"/>
                </a:solidFill>
                <a:latin typeface="Noto Sans"/>
              </a:rPr>
              <a:t>Modell</a:t>
            </a:r>
            <a:endParaRPr b="0" lang="en-US" sz="1979" spc="-1" strike="noStrike">
              <a:solidFill>
                <a:srgbClr val="000000"/>
              </a:solidFill>
              <a:latin typeface="Arial"/>
            </a:endParaRPr>
          </a:p>
        </p:txBody>
      </p:sp>
      <p:sp>
        <p:nvSpPr>
          <p:cNvPr id="433" name=""/>
          <p:cNvSpPr/>
          <p:nvPr/>
        </p:nvSpPr>
        <p:spPr>
          <a:xfrm>
            <a:off x="9487080" y="1981080"/>
            <a:ext cx="2034720" cy="83052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34" name=""/>
          <p:cNvSpPr txBox="1"/>
          <p:nvPr/>
        </p:nvSpPr>
        <p:spPr>
          <a:xfrm>
            <a:off x="9624240" y="2110680"/>
            <a:ext cx="1783080" cy="700920"/>
          </a:xfrm>
          <a:prstGeom prst="rect">
            <a:avLst/>
          </a:prstGeom>
          <a:noFill/>
          <a:ln w="0">
            <a:noFill/>
          </a:ln>
        </p:spPr>
        <p:txBody>
          <a:bodyPr lIns="0" rIns="0" tIns="0" bIns="0" anchor="t">
            <a:noAutofit/>
          </a:bodyPr>
          <a:p>
            <a:r>
              <a:rPr b="1" lang="en-US" sz="1979" spc="-1" strike="noStrike">
                <a:solidFill>
                  <a:srgbClr val="ffffff"/>
                </a:solidFill>
                <a:latin typeface="Noto Sans"/>
              </a:rPr>
              <a:t>CRS</a:t>
            </a:r>
            <a:endParaRPr b="0" lang="en-US" sz="1979" spc="-1" strike="noStrike">
              <a:solidFill>
                <a:srgbClr val="000000"/>
              </a:solidFill>
              <a:latin typeface="Arial"/>
            </a:endParaRPr>
          </a:p>
        </p:txBody>
      </p:sp>
      <p:sp>
        <p:nvSpPr>
          <p:cNvPr id="435" name=""/>
          <p:cNvSpPr/>
          <p:nvPr/>
        </p:nvSpPr>
        <p:spPr>
          <a:xfrm>
            <a:off x="647640" y="2834640"/>
            <a:ext cx="2644200" cy="83052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36" name=""/>
          <p:cNvSpPr txBox="1"/>
          <p:nvPr/>
        </p:nvSpPr>
        <p:spPr>
          <a:xfrm>
            <a:off x="784800" y="2964240"/>
            <a:ext cx="2392560" cy="700920"/>
          </a:xfrm>
          <a:prstGeom prst="rect">
            <a:avLst/>
          </a:prstGeom>
          <a:noFill/>
          <a:ln w="0">
            <a:noFill/>
          </a:ln>
        </p:spPr>
        <p:txBody>
          <a:bodyPr lIns="0" rIns="0" tIns="0" bIns="0" anchor="t">
            <a:noAutofit/>
          </a:bodyPr>
          <a:p>
            <a:r>
              <a:rPr b="0" lang="en-US" sz="1979" spc="-1" strike="noStrike">
                <a:solidFill>
                  <a:srgbClr val="000000"/>
                </a:solidFill>
                <a:latin typeface="Noto Sans"/>
              </a:rPr>
              <a:t>gewaesser</a:t>
            </a:r>
            <a:endParaRPr b="0" lang="en-US" sz="1979" spc="-1" strike="noStrike">
              <a:solidFill>
                <a:srgbClr val="000000"/>
              </a:solidFill>
              <a:latin typeface="Arial"/>
            </a:endParaRPr>
          </a:p>
        </p:txBody>
      </p:sp>
      <p:sp>
        <p:nvSpPr>
          <p:cNvPr id="437" name=""/>
          <p:cNvSpPr/>
          <p:nvPr/>
        </p:nvSpPr>
        <p:spPr>
          <a:xfrm>
            <a:off x="3314880" y="2834640"/>
            <a:ext cx="3558600" cy="83052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38" name=""/>
          <p:cNvSpPr txBox="1"/>
          <p:nvPr/>
        </p:nvSpPr>
        <p:spPr>
          <a:xfrm>
            <a:off x="3452040" y="2964240"/>
            <a:ext cx="3306960" cy="700920"/>
          </a:xfrm>
          <a:prstGeom prst="rect">
            <a:avLst/>
          </a:prstGeom>
          <a:noFill/>
          <a:ln w="0">
            <a:noFill/>
          </a:ln>
        </p:spPr>
        <p:txBody>
          <a:bodyPr lIns="0" rIns="0" tIns="0" bIns="0" anchor="t">
            <a:noAutofit/>
          </a:bodyPr>
          <a:p>
            <a:r>
              <a:rPr b="0" lang="en-US" sz="1979" spc="-1" strike="noStrike">
                <a:solidFill>
                  <a:srgbClr val="000000"/>
                </a:solidFill>
                <a:latin typeface="Noto Sans"/>
              </a:rPr>
              <a:t>marburg_basis.gpkg</a:t>
            </a:r>
            <a:endParaRPr b="0" lang="en-US" sz="1979" spc="-1" strike="noStrike">
              <a:solidFill>
                <a:srgbClr val="000000"/>
              </a:solidFill>
              <a:latin typeface="Arial"/>
            </a:endParaRPr>
          </a:p>
        </p:txBody>
      </p:sp>
      <p:sp>
        <p:nvSpPr>
          <p:cNvPr id="439" name=""/>
          <p:cNvSpPr/>
          <p:nvPr/>
        </p:nvSpPr>
        <p:spPr>
          <a:xfrm>
            <a:off x="6896160" y="2834640"/>
            <a:ext cx="2567880" cy="83052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40" name=""/>
          <p:cNvSpPr txBox="1"/>
          <p:nvPr/>
        </p:nvSpPr>
        <p:spPr>
          <a:xfrm>
            <a:off x="7033320" y="2964240"/>
            <a:ext cx="2316600" cy="700920"/>
          </a:xfrm>
          <a:prstGeom prst="rect">
            <a:avLst/>
          </a:prstGeom>
          <a:noFill/>
          <a:ln w="0">
            <a:noFill/>
          </a:ln>
        </p:spPr>
        <p:txBody>
          <a:bodyPr lIns="0" rIns="0" tIns="0" bIns="0" anchor="t">
            <a:noAutofit/>
          </a:bodyPr>
          <a:p>
            <a:r>
              <a:rPr b="0" lang="en-US" sz="1979" spc="-1" strike="noStrike">
                <a:solidFill>
                  <a:srgbClr val="000000"/>
                </a:solidFill>
                <a:latin typeface="Noto Sans"/>
              </a:rPr>
              <a:t>Vektor · Linie</a:t>
            </a:r>
            <a:endParaRPr b="0" lang="en-US" sz="1979" spc="-1" strike="noStrike">
              <a:solidFill>
                <a:srgbClr val="000000"/>
              </a:solidFill>
              <a:latin typeface="Arial"/>
            </a:endParaRPr>
          </a:p>
        </p:txBody>
      </p:sp>
      <p:sp>
        <p:nvSpPr>
          <p:cNvPr id="441" name=""/>
          <p:cNvSpPr/>
          <p:nvPr/>
        </p:nvSpPr>
        <p:spPr>
          <a:xfrm>
            <a:off x="9487080" y="2834640"/>
            <a:ext cx="2034720" cy="83052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42" name=""/>
          <p:cNvSpPr txBox="1"/>
          <p:nvPr/>
        </p:nvSpPr>
        <p:spPr>
          <a:xfrm>
            <a:off x="9624240" y="2964240"/>
            <a:ext cx="1783080" cy="700920"/>
          </a:xfrm>
          <a:prstGeom prst="rect">
            <a:avLst/>
          </a:prstGeom>
          <a:noFill/>
          <a:ln w="0">
            <a:noFill/>
          </a:ln>
        </p:spPr>
        <p:txBody>
          <a:bodyPr lIns="0" rIns="0" tIns="0" bIns="0" anchor="t">
            <a:noAutofit/>
          </a:bodyPr>
          <a:p>
            <a:r>
              <a:rPr b="0" lang="en-US" sz="1979" spc="-1" strike="noStrike">
                <a:solidFill>
                  <a:srgbClr val="000000"/>
                </a:solidFill>
                <a:latin typeface="Noto Sans"/>
              </a:rPr>
              <a:t>EPSG:25832</a:t>
            </a:r>
            <a:endParaRPr b="0" lang="en-US" sz="1979" spc="-1" strike="noStrike">
              <a:solidFill>
                <a:srgbClr val="000000"/>
              </a:solidFill>
              <a:latin typeface="Arial"/>
            </a:endParaRPr>
          </a:p>
        </p:txBody>
      </p:sp>
      <p:sp>
        <p:nvSpPr>
          <p:cNvPr id="443" name=""/>
          <p:cNvSpPr/>
          <p:nvPr/>
        </p:nvSpPr>
        <p:spPr>
          <a:xfrm>
            <a:off x="647640" y="3688200"/>
            <a:ext cx="2644200" cy="83052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44" name=""/>
          <p:cNvSpPr txBox="1"/>
          <p:nvPr/>
        </p:nvSpPr>
        <p:spPr>
          <a:xfrm>
            <a:off x="784800" y="3817800"/>
            <a:ext cx="2392560" cy="700920"/>
          </a:xfrm>
          <a:prstGeom prst="rect">
            <a:avLst/>
          </a:prstGeom>
          <a:noFill/>
          <a:ln w="0">
            <a:noFill/>
          </a:ln>
        </p:spPr>
        <p:txBody>
          <a:bodyPr lIns="0" rIns="0" tIns="0" bIns="0" anchor="t">
            <a:noAutofit/>
          </a:bodyPr>
          <a:p>
            <a:r>
              <a:rPr b="0" lang="en-US" sz="1979" spc="-1" strike="noStrike">
                <a:solidFill>
                  <a:srgbClr val="000000"/>
                </a:solidFill>
                <a:latin typeface="Noto Sans"/>
              </a:rPr>
              <a:t>dgm_marburg_10m</a:t>
            </a:r>
            <a:endParaRPr b="0" lang="en-US" sz="1979" spc="-1" strike="noStrike">
              <a:solidFill>
                <a:srgbClr val="000000"/>
              </a:solidFill>
              <a:latin typeface="Arial"/>
            </a:endParaRPr>
          </a:p>
        </p:txBody>
      </p:sp>
      <p:sp>
        <p:nvSpPr>
          <p:cNvPr id="445" name=""/>
          <p:cNvSpPr/>
          <p:nvPr/>
        </p:nvSpPr>
        <p:spPr>
          <a:xfrm>
            <a:off x="3314880" y="3688200"/>
            <a:ext cx="3558600" cy="83052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46" name=""/>
          <p:cNvSpPr txBox="1"/>
          <p:nvPr/>
        </p:nvSpPr>
        <p:spPr>
          <a:xfrm>
            <a:off x="3452040" y="3817800"/>
            <a:ext cx="3306960" cy="700920"/>
          </a:xfrm>
          <a:prstGeom prst="rect">
            <a:avLst/>
          </a:prstGeom>
          <a:noFill/>
          <a:ln w="0">
            <a:noFill/>
          </a:ln>
        </p:spPr>
        <p:txBody>
          <a:bodyPr lIns="0" rIns="0" tIns="0" bIns="0" anchor="t">
            <a:noAutofit/>
          </a:bodyPr>
          <a:p>
            <a:r>
              <a:rPr b="0" lang="en-US" sz="1979" spc="-1" strike="noStrike">
                <a:solidFill>
                  <a:srgbClr val="000000"/>
                </a:solidFill>
                <a:latin typeface="Noto Sans"/>
              </a:rPr>
              <a:t>dgm_marburg_10m.tif</a:t>
            </a:r>
            <a:endParaRPr b="0" lang="en-US" sz="1979" spc="-1" strike="noStrike">
              <a:solidFill>
                <a:srgbClr val="000000"/>
              </a:solidFill>
              <a:latin typeface="Arial"/>
            </a:endParaRPr>
          </a:p>
        </p:txBody>
      </p:sp>
      <p:sp>
        <p:nvSpPr>
          <p:cNvPr id="447" name=""/>
          <p:cNvSpPr/>
          <p:nvPr/>
        </p:nvSpPr>
        <p:spPr>
          <a:xfrm>
            <a:off x="6896160" y="3688200"/>
            <a:ext cx="2567880" cy="83052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48" name=""/>
          <p:cNvSpPr txBox="1"/>
          <p:nvPr/>
        </p:nvSpPr>
        <p:spPr>
          <a:xfrm>
            <a:off x="7033320" y="3817800"/>
            <a:ext cx="2316600" cy="700920"/>
          </a:xfrm>
          <a:prstGeom prst="rect">
            <a:avLst/>
          </a:prstGeom>
          <a:noFill/>
          <a:ln w="0">
            <a:noFill/>
          </a:ln>
        </p:spPr>
        <p:txBody>
          <a:bodyPr lIns="0" rIns="0" tIns="0" bIns="0" anchor="t">
            <a:noAutofit/>
          </a:bodyPr>
          <a:p>
            <a:r>
              <a:rPr b="0" lang="en-US" sz="1979" spc="-1" strike="noStrike">
                <a:solidFill>
                  <a:srgbClr val="000000"/>
                </a:solidFill>
                <a:latin typeface="Noto Sans"/>
              </a:rPr>
              <a:t>Raster · 10-m-Zellen</a:t>
            </a:r>
            <a:endParaRPr b="0" lang="en-US" sz="1979" spc="-1" strike="noStrike">
              <a:solidFill>
                <a:srgbClr val="000000"/>
              </a:solidFill>
              <a:latin typeface="Arial"/>
            </a:endParaRPr>
          </a:p>
        </p:txBody>
      </p:sp>
      <p:sp>
        <p:nvSpPr>
          <p:cNvPr id="449" name=""/>
          <p:cNvSpPr/>
          <p:nvPr/>
        </p:nvSpPr>
        <p:spPr>
          <a:xfrm>
            <a:off x="9487080" y="3688200"/>
            <a:ext cx="2034720" cy="83052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50" name=""/>
          <p:cNvSpPr txBox="1"/>
          <p:nvPr/>
        </p:nvSpPr>
        <p:spPr>
          <a:xfrm>
            <a:off x="9624240" y="3817800"/>
            <a:ext cx="1783080" cy="700920"/>
          </a:xfrm>
          <a:prstGeom prst="rect">
            <a:avLst/>
          </a:prstGeom>
          <a:noFill/>
          <a:ln w="0">
            <a:noFill/>
          </a:ln>
        </p:spPr>
        <p:txBody>
          <a:bodyPr lIns="0" rIns="0" tIns="0" bIns="0" anchor="t">
            <a:noAutofit/>
          </a:bodyPr>
          <a:p>
            <a:r>
              <a:rPr b="0" lang="en-US" sz="1979" spc="-1" strike="noStrike">
                <a:solidFill>
                  <a:srgbClr val="000000"/>
                </a:solidFill>
                <a:latin typeface="Noto Sans"/>
              </a:rPr>
              <a:t>EPSG:25832</a:t>
            </a:r>
            <a:endParaRPr b="0" lang="en-US" sz="1979" spc="-1" strike="noStrike">
              <a:solidFill>
                <a:srgbClr val="000000"/>
              </a:solidFill>
              <a:latin typeface="Arial"/>
            </a:endParaRPr>
          </a:p>
        </p:txBody>
      </p:sp>
      <p:sp>
        <p:nvSpPr>
          <p:cNvPr id="451" name=""/>
          <p:cNvSpPr txBox="1"/>
          <p:nvPr/>
        </p:nvSpPr>
        <p:spPr>
          <a:xfrm>
            <a:off x="838080" y="491508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rPr>
              <a:t>Zusätzlich im Protokoll: räumliche Ausdehnung beider Layer.</a:t>
            </a:r>
            <a:endParaRPr b="0" lang="en-US" sz="2350" spc="-1" strike="noStrike">
              <a:solidFill>
                <a:srgbClr val="000000"/>
              </a:solidFill>
              <a:latin typeface="Arial"/>
            </a:endParaRPr>
          </a:p>
        </p:txBody>
      </p:sp>
      <p:sp>
        <p:nvSpPr>
          <p:cNvPr id="452"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53"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Projekt-CRS und Layer-CRS prüfen – nicht miteinander verwechseln.</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4"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Kontrollen dokumentieren</a:t>
            </a:r>
            <a:endParaRPr b="0" lang="en-US" sz="3190" spc="-1" strike="noStrike">
              <a:solidFill>
                <a:srgbClr val="000000"/>
              </a:solidFill>
              <a:latin typeface="Arial"/>
            </a:endParaRPr>
          </a:p>
        </p:txBody>
      </p:sp>
      <p:sp>
        <p:nvSpPr>
          <p:cNvPr id="455"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PROCESSING_NOTES.MD</a:t>
            </a:r>
            <a:endParaRPr b="0" lang="en-US" sz="1130" spc="-1" strike="noStrike">
              <a:solidFill>
                <a:srgbClr val="000000"/>
              </a:solidFill>
              <a:latin typeface="Arial"/>
            </a:endParaRPr>
          </a:p>
        </p:txBody>
      </p:sp>
      <p:sp>
        <p:nvSpPr>
          <p:cNvPr id="456"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457"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21</a:t>
            </a:r>
            <a:endParaRPr b="0" lang="en-US" sz="939" spc="-1" strike="noStrike">
              <a:solidFill>
                <a:srgbClr val="000000"/>
              </a:solidFill>
              <a:latin typeface="Arial"/>
            </a:endParaRPr>
          </a:p>
        </p:txBody>
      </p:sp>
      <p:sp>
        <p:nvSpPr>
          <p:cNvPr id="458" name=""/>
          <p:cNvSpPr/>
          <p:nvPr/>
        </p:nvSpPr>
        <p:spPr>
          <a:xfrm>
            <a:off x="647640" y="1638360"/>
            <a:ext cx="4930200" cy="57924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59" name=""/>
          <p:cNvSpPr txBox="1"/>
          <p:nvPr/>
        </p:nvSpPr>
        <p:spPr>
          <a:xfrm>
            <a:off x="784800" y="1767960"/>
            <a:ext cx="4678560" cy="449640"/>
          </a:xfrm>
          <a:prstGeom prst="rect">
            <a:avLst/>
          </a:prstGeom>
          <a:noFill/>
          <a:ln w="0">
            <a:noFill/>
          </a:ln>
        </p:spPr>
        <p:txBody>
          <a:bodyPr lIns="0" rIns="0" tIns="0" bIns="0" anchor="t">
            <a:noAutofit/>
          </a:bodyPr>
          <a:p>
            <a:r>
              <a:rPr b="1" lang="en-US" sz="2070" spc="-1" strike="noStrike">
                <a:solidFill>
                  <a:srgbClr val="ffffff"/>
                </a:solidFill>
                <a:latin typeface="Noto Sans"/>
              </a:rPr>
              <a:t>Prüfung</a:t>
            </a:r>
            <a:endParaRPr b="0" lang="en-US" sz="2070" spc="-1" strike="noStrike">
              <a:solidFill>
                <a:srgbClr val="000000"/>
              </a:solidFill>
              <a:latin typeface="Arial"/>
            </a:endParaRPr>
          </a:p>
        </p:txBody>
      </p:sp>
      <p:sp>
        <p:nvSpPr>
          <p:cNvPr id="460" name=""/>
          <p:cNvSpPr/>
          <p:nvPr/>
        </p:nvSpPr>
        <p:spPr>
          <a:xfrm>
            <a:off x="5600880" y="1638360"/>
            <a:ext cx="5920920" cy="579240"/>
          </a:xfrm>
          <a:prstGeom prst="rect">
            <a:avLst/>
          </a:prstGeom>
          <a:solidFill>
            <a:srgbClr val="000000"/>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61" name=""/>
          <p:cNvSpPr txBox="1"/>
          <p:nvPr/>
        </p:nvSpPr>
        <p:spPr>
          <a:xfrm>
            <a:off x="5738040" y="1767960"/>
            <a:ext cx="5669280" cy="449640"/>
          </a:xfrm>
          <a:prstGeom prst="rect">
            <a:avLst/>
          </a:prstGeom>
          <a:noFill/>
          <a:ln w="0">
            <a:noFill/>
          </a:ln>
        </p:spPr>
        <p:txBody>
          <a:bodyPr lIns="0" rIns="0" tIns="0" bIns="0" anchor="t">
            <a:noAutofit/>
          </a:bodyPr>
          <a:p>
            <a:r>
              <a:rPr b="1" lang="en-US" sz="2070" spc="-1" strike="noStrike">
                <a:solidFill>
                  <a:srgbClr val="ffffff"/>
                </a:solidFill>
                <a:latin typeface="Noto Sans"/>
              </a:rPr>
              <a:t>Eintrag</a:t>
            </a:r>
            <a:endParaRPr b="0" lang="en-US" sz="2070" spc="-1" strike="noStrike">
              <a:solidFill>
                <a:srgbClr val="000000"/>
              </a:solidFill>
              <a:latin typeface="Arial"/>
            </a:endParaRPr>
          </a:p>
        </p:txBody>
      </p:sp>
      <p:sp>
        <p:nvSpPr>
          <p:cNvPr id="462" name=""/>
          <p:cNvSpPr/>
          <p:nvPr/>
        </p:nvSpPr>
        <p:spPr>
          <a:xfrm>
            <a:off x="647640" y="2240280"/>
            <a:ext cx="4930200" cy="579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3" name=""/>
          <p:cNvSpPr txBox="1"/>
          <p:nvPr/>
        </p:nvSpPr>
        <p:spPr>
          <a:xfrm>
            <a:off x="784800" y="2369880"/>
            <a:ext cx="4678560" cy="449640"/>
          </a:xfrm>
          <a:prstGeom prst="rect">
            <a:avLst/>
          </a:prstGeom>
          <a:noFill/>
          <a:ln w="0">
            <a:noFill/>
          </a:ln>
        </p:spPr>
        <p:txBody>
          <a:bodyPr lIns="0" rIns="0" tIns="0" bIns="0" anchor="t">
            <a:noAutofit/>
          </a:bodyPr>
          <a:p>
            <a:r>
              <a:rPr b="0" lang="en-US" sz="2070" spc="-1" strike="noStrike">
                <a:solidFill>
                  <a:srgbClr val="000000"/>
                </a:solidFill>
                <a:latin typeface="Noto Sans"/>
              </a:rPr>
              <a:t>Projektdatei</a:t>
            </a:r>
            <a:endParaRPr b="0" lang="en-US" sz="2070" spc="-1" strike="noStrike">
              <a:solidFill>
                <a:srgbClr val="000000"/>
              </a:solidFill>
              <a:latin typeface="Arial"/>
            </a:endParaRPr>
          </a:p>
        </p:txBody>
      </p:sp>
      <p:sp>
        <p:nvSpPr>
          <p:cNvPr id="464" name=""/>
          <p:cNvSpPr/>
          <p:nvPr/>
        </p:nvSpPr>
        <p:spPr>
          <a:xfrm>
            <a:off x="5600880" y="2240280"/>
            <a:ext cx="5920920" cy="579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5" name=""/>
          <p:cNvSpPr txBox="1"/>
          <p:nvPr/>
        </p:nvSpPr>
        <p:spPr>
          <a:xfrm>
            <a:off x="5738040" y="2369880"/>
            <a:ext cx="5669280" cy="449640"/>
          </a:xfrm>
          <a:prstGeom prst="rect">
            <a:avLst/>
          </a:prstGeom>
          <a:noFill/>
          <a:ln w="0">
            <a:noFill/>
          </a:ln>
        </p:spPr>
        <p:txBody>
          <a:bodyPr lIns="0" rIns="0" tIns="0" bIns="0" anchor="t">
            <a:noAutofit/>
          </a:bodyPr>
          <a:p>
            <a:r>
              <a:rPr b="0" lang="en-US" sz="2070" spc="-1" strike="noStrike">
                <a:solidFill>
                  <a:srgbClr val="000000"/>
                </a:solidFill>
                <a:latin typeface="Noto Sans"/>
              </a:rPr>
              <a:t>unit10_einstieg.qgz</a:t>
            </a:r>
            <a:endParaRPr b="0" lang="en-US" sz="2070" spc="-1" strike="noStrike">
              <a:solidFill>
                <a:srgbClr val="000000"/>
              </a:solidFill>
              <a:latin typeface="Arial"/>
            </a:endParaRPr>
          </a:p>
        </p:txBody>
      </p:sp>
      <p:sp>
        <p:nvSpPr>
          <p:cNvPr id="466" name=""/>
          <p:cNvSpPr/>
          <p:nvPr/>
        </p:nvSpPr>
        <p:spPr>
          <a:xfrm>
            <a:off x="647640" y="2842200"/>
            <a:ext cx="4930200" cy="57924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7" name=""/>
          <p:cNvSpPr txBox="1"/>
          <p:nvPr/>
        </p:nvSpPr>
        <p:spPr>
          <a:xfrm>
            <a:off x="784800" y="2971800"/>
            <a:ext cx="4678560" cy="449640"/>
          </a:xfrm>
          <a:prstGeom prst="rect">
            <a:avLst/>
          </a:prstGeom>
          <a:noFill/>
          <a:ln w="0">
            <a:noFill/>
          </a:ln>
        </p:spPr>
        <p:txBody>
          <a:bodyPr lIns="0" rIns="0" tIns="0" bIns="0" anchor="t">
            <a:noAutofit/>
          </a:bodyPr>
          <a:p>
            <a:r>
              <a:rPr b="0" lang="en-US" sz="2070" spc="-1" strike="noStrike">
                <a:solidFill>
                  <a:srgbClr val="000000"/>
                </a:solidFill>
                <a:latin typeface="Noto Sans"/>
              </a:rPr>
              <a:t>Vektor</a:t>
            </a:r>
            <a:endParaRPr b="0" lang="en-US" sz="2070" spc="-1" strike="noStrike">
              <a:solidFill>
                <a:srgbClr val="000000"/>
              </a:solidFill>
              <a:latin typeface="Arial"/>
            </a:endParaRPr>
          </a:p>
        </p:txBody>
      </p:sp>
      <p:sp>
        <p:nvSpPr>
          <p:cNvPr id="468" name=""/>
          <p:cNvSpPr/>
          <p:nvPr/>
        </p:nvSpPr>
        <p:spPr>
          <a:xfrm>
            <a:off x="5600880" y="2842200"/>
            <a:ext cx="5920920" cy="57924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69" name=""/>
          <p:cNvSpPr txBox="1"/>
          <p:nvPr/>
        </p:nvSpPr>
        <p:spPr>
          <a:xfrm>
            <a:off x="5738040" y="2971800"/>
            <a:ext cx="5669280" cy="449640"/>
          </a:xfrm>
          <a:prstGeom prst="rect">
            <a:avLst/>
          </a:prstGeom>
          <a:noFill/>
          <a:ln w="0">
            <a:noFill/>
          </a:ln>
        </p:spPr>
        <p:txBody>
          <a:bodyPr lIns="0" rIns="0" tIns="0" bIns="0" anchor="t">
            <a:noAutofit/>
          </a:bodyPr>
          <a:p>
            <a:r>
              <a:rPr b="0" lang="en-US" sz="2070" spc="-1" strike="noStrike">
                <a:solidFill>
                  <a:srgbClr val="000000"/>
                </a:solidFill>
                <a:latin typeface="Noto Sans"/>
              </a:rPr>
              <a:t>marburg_basis.gpkg / gewaesser</a:t>
            </a:r>
            <a:endParaRPr b="0" lang="en-US" sz="2070" spc="-1" strike="noStrike">
              <a:solidFill>
                <a:srgbClr val="000000"/>
              </a:solidFill>
              <a:latin typeface="Arial"/>
            </a:endParaRPr>
          </a:p>
        </p:txBody>
      </p:sp>
      <p:sp>
        <p:nvSpPr>
          <p:cNvPr id="470" name=""/>
          <p:cNvSpPr/>
          <p:nvPr/>
        </p:nvSpPr>
        <p:spPr>
          <a:xfrm>
            <a:off x="647640" y="3444120"/>
            <a:ext cx="4930200" cy="579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71" name=""/>
          <p:cNvSpPr txBox="1"/>
          <p:nvPr/>
        </p:nvSpPr>
        <p:spPr>
          <a:xfrm>
            <a:off x="784800" y="3573720"/>
            <a:ext cx="4678560" cy="449640"/>
          </a:xfrm>
          <a:prstGeom prst="rect">
            <a:avLst/>
          </a:prstGeom>
          <a:noFill/>
          <a:ln w="0">
            <a:noFill/>
          </a:ln>
        </p:spPr>
        <p:txBody>
          <a:bodyPr lIns="0" rIns="0" tIns="0" bIns="0" anchor="t">
            <a:noAutofit/>
          </a:bodyPr>
          <a:p>
            <a:r>
              <a:rPr b="0" lang="en-US" sz="2070" spc="-1" strike="noStrike">
                <a:solidFill>
                  <a:srgbClr val="000000"/>
                </a:solidFill>
                <a:latin typeface="Noto Sans"/>
              </a:rPr>
              <a:t>Raster</a:t>
            </a:r>
            <a:endParaRPr b="0" lang="en-US" sz="2070" spc="-1" strike="noStrike">
              <a:solidFill>
                <a:srgbClr val="000000"/>
              </a:solidFill>
              <a:latin typeface="Arial"/>
            </a:endParaRPr>
          </a:p>
        </p:txBody>
      </p:sp>
      <p:sp>
        <p:nvSpPr>
          <p:cNvPr id="472" name=""/>
          <p:cNvSpPr/>
          <p:nvPr/>
        </p:nvSpPr>
        <p:spPr>
          <a:xfrm>
            <a:off x="5600880" y="3444120"/>
            <a:ext cx="5920920" cy="579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73" name=""/>
          <p:cNvSpPr txBox="1"/>
          <p:nvPr/>
        </p:nvSpPr>
        <p:spPr>
          <a:xfrm>
            <a:off x="5738040" y="3573720"/>
            <a:ext cx="5669280" cy="449640"/>
          </a:xfrm>
          <a:prstGeom prst="rect">
            <a:avLst/>
          </a:prstGeom>
          <a:noFill/>
          <a:ln w="0">
            <a:noFill/>
          </a:ln>
        </p:spPr>
        <p:txBody>
          <a:bodyPr lIns="0" rIns="0" tIns="0" bIns="0" anchor="t">
            <a:noAutofit/>
          </a:bodyPr>
          <a:p>
            <a:r>
              <a:rPr b="0" lang="en-US" sz="2070" spc="-1" strike="noStrike">
                <a:solidFill>
                  <a:srgbClr val="000000"/>
                </a:solidFill>
                <a:latin typeface="Noto Sans"/>
              </a:rPr>
              <a:t>dgm_marburg_10m.tif</a:t>
            </a:r>
            <a:endParaRPr b="0" lang="en-US" sz="2070" spc="-1" strike="noStrike">
              <a:solidFill>
                <a:srgbClr val="000000"/>
              </a:solidFill>
              <a:latin typeface="Arial"/>
            </a:endParaRPr>
          </a:p>
        </p:txBody>
      </p:sp>
      <p:sp>
        <p:nvSpPr>
          <p:cNvPr id="474" name=""/>
          <p:cNvSpPr/>
          <p:nvPr/>
        </p:nvSpPr>
        <p:spPr>
          <a:xfrm>
            <a:off x="647640" y="4046400"/>
            <a:ext cx="4930200" cy="57924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75" name=""/>
          <p:cNvSpPr txBox="1"/>
          <p:nvPr/>
        </p:nvSpPr>
        <p:spPr>
          <a:xfrm>
            <a:off x="784800" y="4175640"/>
            <a:ext cx="4678560" cy="449640"/>
          </a:xfrm>
          <a:prstGeom prst="rect">
            <a:avLst/>
          </a:prstGeom>
          <a:noFill/>
          <a:ln w="0">
            <a:noFill/>
          </a:ln>
        </p:spPr>
        <p:txBody>
          <a:bodyPr lIns="0" rIns="0" tIns="0" bIns="0" anchor="t">
            <a:noAutofit/>
          </a:bodyPr>
          <a:p>
            <a:r>
              <a:rPr b="0" lang="en-US" sz="2070" spc="-1" strike="noStrike">
                <a:solidFill>
                  <a:srgbClr val="000000"/>
                </a:solidFill>
                <a:latin typeface="Noto Sans"/>
              </a:rPr>
              <a:t>Modelle, CRS, Ausdehnung</a:t>
            </a:r>
            <a:endParaRPr b="0" lang="en-US" sz="2070" spc="-1" strike="noStrike">
              <a:solidFill>
                <a:srgbClr val="000000"/>
              </a:solidFill>
              <a:latin typeface="Arial"/>
            </a:endParaRPr>
          </a:p>
        </p:txBody>
      </p:sp>
      <p:sp>
        <p:nvSpPr>
          <p:cNvPr id="476" name=""/>
          <p:cNvSpPr/>
          <p:nvPr/>
        </p:nvSpPr>
        <p:spPr>
          <a:xfrm>
            <a:off x="5600880" y="4046400"/>
            <a:ext cx="5920920" cy="57924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77" name=""/>
          <p:cNvSpPr txBox="1"/>
          <p:nvPr/>
        </p:nvSpPr>
        <p:spPr>
          <a:xfrm>
            <a:off x="5738040" y="4175640"/>
            <a:ext cx="5669280" cy="449640"/>
          </a:xfrm>
          <a:prstGeom prst="rect">
            <a:avLst/>
          </a:prstGeom>
          <a:noFill/>
          <a:ln w="0">
            <a:noFill/>
          </a:ln>
        </p:spPr>
        <p:txBody>
          <a:bodyPr lIns="0" rIns="0" tIns="0" bIns="0" anchor="t">
            <a:noAutofit/>
          </a:bodyPr>
          <a:p>
            <a:r>
              <a:rPr b="0" lang="en-US" sz="2070" spc="-1" strike="noStrike">
                <a:solidFill>
                  <a:srgbClr val="000000"/>
                </a:solidFill>
                <a:latin typeface="Noto Sans"/>
              </a:rPr>
              <a:t>[eintragen]</a:t>
            </a:r>
            <a:endParaRPr b="0" lang="en-US" sz="2070" spc="-1" strike="noStrike">
              <a:solidFill>
                <a:srgbClr val="000000"/>
              </a:solidFill>
              <a:latin typeface="Arial"/>
            </a:endParaRPr>
          </a:p>
        </p:txBody>
      </p:sp>
      <p:sp>
        <p:nvSpPr>
          <p:cNvPr id="478" name=""/>
          <p:cNvSpPr/>
          <p:nvPr/>
        </p:nvSpPr>
        <p:spPr>
          <a:xfrm>
            <a:off x="647640" y="4648320"/>
            <a:ext cx="4930200" cy="579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79" name=""/>
          <p:cNvSpPr txBox="1"/>
          <p:nvPr/>
        </p:nvSpPr>
        <p:spPr>
          <a:xfrm>
            <a:off x="784800" y="4777920"/>
            <a:ext cx="4678560" cy="449640"/>
          </a:xfrm>
          <a:prstGeom prst="rect">
            <a:avLst/>
          </a:prstGeom>
          <a:noFill/>
          <a:ln w="0">
            <a:noFill/>
          </a:ln>
        </p:spPr>
        <p:txBody>
          <a:bodyPr lIns="0" rIns="0" tIns="0" bIns="0" anchor="t">
            <a:noAutofit/>
          </a:bodyPr>
          <a:p>
            <a:r>
              <a:rPr b="0" lang="en-US" sz="2070" spc="-1" strike="noStrike">
                <a:solidFill>
                  <a:srgbClr val="000000"/>
                </a:solidFill>
                <a:latin typeface="Noto Sans"/>
              </a:rPr>
              <a:t>Projekt erneut vollständig geöffnet</a:t>
            </a:r>
            <a:endParaRPr b="0" lang="en-US" sz="2070" spc="-1" strike="noStrike">
              <a:solidFill>
                <a:srgbClr val="000000"/>
              </a:solidFill>
              <a:latin typeface="Arial"/>
            </a:endParaRPr>
          </a:p>
        </p:txBody>
      </p:sp>
      <p:sp>
        <p:nvSpPr>
          <p:cNvPr id="480" name=""/>
          <p:cNvSpPr/>
          <p:nvPr/>
        </p:nvSpPr>
        <p:spPr>
          <a:xfrm>
            <a:off x="5600880" y="4648320"/>
            <a:ext cx="5920920" cy="5792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81" name=""/>
          <p:cNvSpPr txBox="1"/>
          <p:nvPr/>
        </p:nvSpPr>
        <p:spPr>
          <a:xfrm>
            <a:off x="5738040" y="4777920"/>
            <a:ext cx="5669280" cy="449640"/>
          </a:xfrm>
          <a:prstGeom prst="rect">
            <a:avLst/>
          </a:prstGeom>
          <a:noFill/>
          <a:ln w="0">
            <a:noFill/>
          </a:ln>
        </p:spPr>
        <p:txBody>
          <a:bodyPr lIns="0" rIns="0" tIns="0" bIns="0" anchor="t">
            <a:noAutofit/>
          </a:bodyPr>
          <a:p>
            <a:r>
              <a:rPr b="0" lang="en-US" sz="2070" spc="-1" strike="noStrike">
                <a:solidFill>
                  <a:srgbClr val="000000"/>
                </a:solidFill>
                <a:latin typeface="Noto Sans"/>
              </a:rPr>
              <a:t>[später eintragen]</a:t>
            </a:r>
            <a:endParaRPr b="0" lang="en-US" sz="2070" spc="-1" strike="noStrike">
              <a:solidFill>
                <a:srgbClr val="000000"/>
              </a:solidFill>
              <a:latin typeface="Arial"/>
            </a:endParaRPr>
          </a:p>
        </p:txBody>
      </p:sp>
      <p:sp>
        <p:nvSpPr>
          <p:cNvPr id="482"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483" name=""/>
          <p:cNvSpPr txBox="1"/>
          <p:nvPr/>
        </p:nvSpPr>
        <p:spPr>
          <a:xfrm>
            <a:off x="838080" y="5623560"/>
            <a:ext cx="10515600" cy="442080"/>
          </a:xfrm>
          <a:prstGeom prst="rect">
            <a:avLst/>
          </a:prstGeom>
          <a:noFill/>
          <a:ln w="0">
            <a:noFill/>
          </a:ln>
        </p:spPr>
        <p:txBody>
          <a:bodyPr lIns="0" rIns="0" tIns="0" bIns="0" anchor="t">
            <a:noAutofit/>
          </a:bodyPr>
          <a:p>
            <a:r>
              <a:rPr b="1" lang="en-US" sz="1979" spc="-1" strike="noStrike">
                <a:solidFill>
                  <a:srgbClr val="004899"/>
                </a:solidFill>
                <a:latin typeface="Noto Sans"/>
              </a:rPr>
              <a:t>Dokumentieren heißt: Eine andere Person kann den Stand nachvollziehen.</a:t>
            </a:r>
            <a:endParaRPr b="0" lang="en-US" sz="1979"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4"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Speichern, schließen, erneut öffnen</a:t>
            </a:r>
            <a:endParaRPr b="0" lang="en-US" sz="3190" spc="-1" strike="noStrike">
              <a:solidFill>
                <a:srgbClr val="000000"/>
              </a:solidFill>
              <a:latin typeface="Arial"/>
            </a:endParaRPr>
          </a:p>
        </p:txBody>
      </p:sp>
      <p:sp>
        <p:nvSpPr>
          <p:cNvPr id="485"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FUNKTIONSTEST</a:t>
            </a:r>
            <a:endParaRPr b="0" lang="en-US" sz="1130" spc="-1" strike="noStrike">
              <a:solidFill>
                <a:srgbClr val="000000"/>
              </a:solidFill>
              <a:latin typeface="Arial"/>
            </a:endParaRPr>
          </a:p>
        </p:txBody>
      </p:sp>
      <p:sp>
        <p:nvSpPr>
          <p:cNvPr id="486"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487"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22</a:t>
            </a:r>
            <a:endParaRPr b="0" lang="en-US" sz="939" spc="-1" strike="noStrike">
              <a:solidFill>
                <a:srgbClr val="000000"/>
              </a:solidFill>
              <a:latin typeface="Arial"/>
            </a:endParaRPr>
          </a:p>
        </p:txBody>
      </p:sp>
      <p:sp>
        <p:nvSpPr>
          <p:cNvPr id="488"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89"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1</a:t>
            </a:r>
            <a:endParaRPr b="0" lang="en-US" sz="2450" spc="-1" strike="noStrike">
              <a:solidFill>
                <a:srgbClr val="000000"/>
              </a:solidFill>
              <a:latin typeface="Arial"/>
            </a:endParaRPr>
          </a:p>
        </p:txBody>
      </p:sp>
      <p:sp>
        <p:nvSpPr>
          <p:cNvPr id="490"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Projekt speichern</a:t>
            </a:r>
            <a:endParaRPr b="0" lang="en-US" sz="2720" spc="-1" strike="noStrike">
              <a:solidFill>
                <a:srgbClr val="000000"/>
              </a:solidFill>
              <a:latin typeface="Arial"/>
            </a:endParaRPr>
          </a:p>
        </p:txBody>
      </p:sp>
      <p:sp>
        <p:nvSpPr>
          <p:cNvPr id="491"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unit10_einstieg.qgz im Hauptordner.</a:t>
            </a:r>
            <a:endParaRPr b="0" lang="en-US" sz="2260" spc="-1" strike="noStrike">
              <a:solidFill>
                <a:srgbClr val="000000"/>
              </a:solidFill>
              <a:latin typeface="Arial"/>
            </a:endParaRPr>
          </a:p>
        </p:txBody>
      </p:sp>
      <p:sp>
        <p:nvSpPr>
          <p:cNvPr id="492"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93"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494"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QGIS schließen</a:t>
            </a:r>
            <a:endParaRPr b="0" lang="en-US" sz="2720" spc="-1" strike="noStrike">
              <a:solidFill>
                <a:srgbClr val="000000"/>
              </a:solidFill>
              <a:latin typeface="Arial"/>
            </a:endParaRPr>
          </a:p>
        </p:txBody>
      </p:sp>
      <p:sp>
        <p:nvSpPr>
          <p:cNvPr id="495"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Der gespeicherte Arbeitsstand wird beendet.</a:t>
            </a:r>
            <a:endParaRPr b="0" lang="en-US" sz="2260" spc="-1" strike="noStrike">
              <a:solidFill>
                <a:srgbClr val="000000"/>
              </a:solidFill>
              <a:latin typeface="Arial"/>
            </a:endParaRPr>
          </a:p>
        </p:txBody>
      </p:sp>
      <p:sp>
        <p:nvSpPr>
          <p:cNvPr id="496"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497"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498"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qgz erneut öffnen</a:t>
            </a:r>
            <a:endParaRPr b="0" lang="en-US" sz="2720" spc="-1" strike="noStrike">
              <a:solidFill>
                <a:srgbClr val="000000"/>
              </a:solidFill>
              <a:latin typeface="Arial"/>
            </a:endParaRPr>
          </a:p>
        </p:txBody>
      </p:sp>
      <p:sp>
        <p:nvSpPr>
          <p:cNvPr id="499"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Sind Gewässerlayer und DGM ohne Reparatur erreichbar?</a:t>
            </a:r>
            <a:endParaRPr b="0" lang="en-US" sz="2260" spc="-1" strike="noStrike">
              <a:solidFill>
                <a:srgbClr val="000000"/>
              </a:solidFill>
              <a:latin typeface="Arial"/>
            </a:endParaRPr>
          </a:p>
        </p:txBody>
      </p:sp>
      <p:sp>
        <p:nvSpPr>
          <p:cNvPr id="500"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01"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Der Öffnungstest ist Teil des Ergebnisses – kein optionaler Zusatz.</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Was prüfen Sie bei einem roten Ausrufezeichen?</a:t>
            </a:r>
            <a:endParaRPr b="0" lang="en-US" sz="3190" spc="-1" strike="noStrike">
              <a:solidFill>
                <a:srgbClr val="000000"/>
              </a:solidFill>
              <a:latin typeface="Arial"/>
            </a:endParaRPr>
          </a:p>
        </p:txBody>
      </p:sp>
      <p:sp>
        <p:nvSpPr>
          <p:cNvPr id="503"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PRAXIS · FEHLERDIAGNOSE</a:t>
            </a:r>
            <a:endParaRPr b="0" lang="en-US" sz="1130" spc="-1" strike="noStrike">
              <a:solidFill>
                <a:srgbClr val="000000"/>
              </a:solidFill>
              <a:latin typeface="Arial"/>
            </a:endParaRPr>
          </a:p>
        </p:txBody>
      </p:sp>
      <p:sp>
        <p:nvSpPr>
          <p:cNvPr id="504"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505"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23</a:t>
            </a:r>
            <a:endParaRPr b="0" lang="en-US" sz="939" spc="-1" strike="noStrike">
              <a:solidFill>
                <a:srgbClr val="000000"/>
              </a:solidFill>
              <a:latin typeface="Arial"/>
            </a:endParaRPr>
          </a:p>
        </p:txBody>
      </p:sp>
      <p:sp>
        <p:nvSpPr>
          <p:cNvPr id="506" name=""/>
          <p:cNvSpPr txBox="1"/>
          <p:nvPr/>
        </p:nvSpPr>
        <p:spPr>
          <a:xfrm>
            <a:off x="876240" y="1943280"/>
            <a:ext cx="1905120" cy="1905120"/>
          </a:xfrm>
          <a:prstGeom prst="rect">
            <a:avLst/>
          </a:prstGeom>
          <a:noFill/>
          <a:ln w="0">
            <a:noFill/>
          </a:ln>
        </p:spPr>
        <p:txBody>
          <a:bodyPr lIns="0" rIns="0" tIns="0" bIns="0" anchor="t">
            <a:noAutofit/>
          </a:bodyPr>
          <a:p>
            <a:pPr algn="ctr"/>
            <a:r>
              <a:rPr b="1" lang="en-US" sz="10340" spc="-1" strike="noStrike">
                <a:solidFill>
                  <a:srgbClr val="a32123"/>
                </a:solidFill>
                <a:latin typeface="Noto Sans"/>
              </a:rPr>
              <a:t>!</a:t>
            </a:r>
            <a:endParaRPr b="0" lang="en-US" sz="10340" spc="-1" strike="noStrike">
              <a:solidFill>
                <a:srgbClr val="000000"/>
              </a:solidFill>
              <a:latin typeface="Arial"/>
            </a:endParaRPr>
          </a:p>
        </p:txBody>
      </p:sp>
      <p:sp>
        <p:nvSpPr>
          <p:cNvPr id="507" name=""/>
          <p:cNvSpPr txBox="1"/>
          <p:nvPr/>
        </p:nvSpPr>
        <p:spPr>
          <a:xfrm>
            <a:off x="3276720" y="1866960"/>
            <a:ext cx="8001000" cy="1409760"/>
          </a:xfrm>
          <a:prstGeom prst="rect">
            <a:avLst/>
          </a:prstGeom>
          <a:noFill/>
          <a:ln w="0">
            <a:noFill/>
          </a:ln>
        </p:spPr>
        <p:txBody>
          <a:bodyPr lIns="0" rIns="0" tIns="0" bIns="0" anchor="t">
            <a:noAutofit/>
          </a:bodyPr>
          <a:p>
            <a:r>
              <a:rPr b="1" lang="en-US" sz="3290" spc="-1" strike="noStrike">
                <a:solidFill>
                  <a:srgbClr val="000000"/>
                </a:solidFill>
                <a:latin typeface="Noto Sans"/>
              </a:rPr>
              <a:t>Ein Layer ist nach dem Öffnen</a:t>
            </a:r>
            <a:endParaRPr b="0" lang="en-US" sz="3290" spc="-1" strike="noStrike">
              <a:solidFill>
                <a:srgbClr val="000000"/>
              </a:solidFill>
              <a:latin typeface="Arial"/>
            </a:endParaRPr>
          </a:p>
          <a:p>
            <a:r>
              <a:rPr b="1" lang="en-US" sz="3290" spc="-1" strike="noStrike">
                <a:solidFill>
                  <a:srgbClr val="000000"/>
                </a:solidFill>
                <a:latin typeface="Noto Sans"/>
              </a:rPr>
              <a:t>nicht erreichbar.</a:t>
            </a:r>
            <a:endParaRPr b="0" lang="en-US" sz="3290" spc="-1" strike="noStrike">
              <a:solidFill>
                <a:srgbClr val="000000"/>
              </a:solidFill>
              <a:latin typeface="Arial"/>
            </a:endParaRPr>
          </a:p>
        </p:txBody>
      </p:sp>
      <p:sp>
        <p:nvSpPr>
          <p:cNvPr id="508" name=""/>
          <p:cNvSpPr/>
          <p:nvPr/>
        </p:nvSpPr>
        <p:spPr>
          <a:xfrm>
            <a:off x="647640" y="361944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09" name=""/>
          <p:cNvSpPr txBox="1"/>
          <p:nvPr/>
        </p:nvSpPr>
        <p:spPr>
          <a:xfrm>
            <a:off x="647640" y="368064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510" name=""/>
          <p:cNvSpPr txBox="1"/>
          <p:nvPr/>
        </p:nvSpPr>
        <p:spPr>
          <a:xfrm>
            <a:off x="1371600" y="361944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Datenpfad und Dateiname prüfen</a:t>
            </a:r>
            <a:endParaRPr b="0" lang="en-US" sz="2720" spc="-1" strike="noStrike">
              <a:solidFill>
                <a:srgbClr val="000000"/>
              </a:solidFill>
              <a:latin typeface="Arial"/>
            </a:endParaRPr>
          </a:p>
        </p:txBody>
      </p:sp>
      <p:sp>
        <p:nvSpPr>
          <p:cNvPr id="511" name=""/>
          <p:cNvSpPr/>
          <p:nvPr/>
        </p:nvSpPr>
        <p:spPr>
          <a:xfrm>
            <a:off x="647640" y="42670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12" name=""/>
          <p:cNvSpPr txBox="1"/>
          <p:nvPr/>
        </p:nvSpPr>
        <p:spPr>
          <a:xfrm>
            <a:off x="647640" y="43282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513" name=""/>
          <p:cNvSpPr txBox="1"/>
          <p:nvPr/>
        </p:nvSpPr>
        <p:spPr>
          <a:xfrm>
            <a:off x="1371600" y="42670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Ein zufälliges CRS zuweisen</a:t>
            </a:r>
            <a:endParaRPr b="0" lang="en-US" sz="2720" spc="-1" strike="noStrike">
              <a:solidFill>
                <a:srgbClr val="000000"/>
              </a:solidFill>
              <a:latin typeface="Arial"/>
            </a:endParaRPr>
          </a:p>
        </p:txBody>
      </p:sp>
      <p:sp>
        <p:nvSpPr>
          <p:cNvPr id="514" name=""/>
          <p:cNvSpPr/>
          <p:nvPr/>
        </p:nvSpPr>
        <p:spPr>
          <a:xfrm>
            <a:off x="647640" y="49150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15" name=""/>
          <p:cNvSpPr txBox="1"/>
          <p:nvPr/>
        </p:nvSpPr>
        <p:spPr>
          <a:xfrm>
            <a:off x="647640" y="497592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516" name=""/>
          <p:cNvSpPr txBox="1"/>
          <p:nvPr/>
        </p:nvSpPr>
        <p:spPr>
          <a:xfrm>
            <a:off x="1371600" y="49150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Den Layer sofort neu erzeugen</a:t>
            </a:r>
            <a:endParaRPr b="0" lang="en-US" sz="2720" spc="-1" strike="noStrike">
              <a:solidFill>
                <a:srgbClr val="000000"/>
              </a:solidFill>
              <a:latin typeface="Arial"/>
            </a:endParaRPr>
          </a:p>
        </p:txBody>
      </p:sp>
      <p:sp>
        <p:nvSpPr>
          <p:cNvPr id="51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18" name=""/>
          <p:cNvSpPr txBox="1"/>
          <p:nvPr/>
        </p:nvSpPr>
        <p:spPr>
          <a:xfrm>
            <a:off x="838080" y="5623560"/>
            <a:ext cx="10515600" cy="442080"/>
          </a:xfrm>
          <a:prstGeom prst="rect">
            <a:avLst/>
          </a:prstGeom>
          <a:noFill/>
          <a:ln w="0">
            <a:noFill/>
          </a:ln>
        </p:spPr>
        <p:txBody>
          <a:bodyPr lIns="0" rIns="0" tIns="0" bIns="0" anchor="t">
            <a:noAutofit/>
          </a:bodyPr>
          <a:p>
            <a:r>
              <a:rPr b="1" lang="en-US" sz="2160" spc="-1" strike="noStrike">
                <a:solidFill>
                  <a:srgbClr val="004899"/>
                </a:solidFill>
                <a:latin typeface="Noto Sans"/>
              </a:rPr>
              <a:t>Welcher erste Prüfschritt passt zur beobachteten Ursache?</a:t>
            </a:r>
            <a:endParaRPr b="0" lang="en-US" sz="216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Ablage prüfen – dann Ergebnis sichern</a:t>
            </a:r>
            <a:endParaRPr b="0" lang="en-US" sz="3190" spc="-1" strike="noStrike">
              <a:solidFill>
                <a:srgbClr val="000000"/>
              </a:solidFill>
              <a:latin typeface="Arial"/>
            </a:endParaRPr>
          </a:p>
        </p:txBody>
      </p:sp>
      <p:sp>
        <p:nvSpPr>
          <p:cNvPr id="52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AUFLÖSUNG · ÖFFNUNGSTEST</a:t>
            </a:r>
            <a:endParaRPr b="0" lang="en-US" sz="1130" spc="-1" strike="noStrike">
              <a:solidFill>
                <a:srgbClr val="000000"/>
              </a:solidFill>
              <a:latin typeface="Arial"/>
            </a:endParaRPr>
          </a:p>
        </p:txBody>
      </p:sp>
      <p:sp>
        <p:nvSpPr>
          <p:cNvPr id="52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52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24</a:t>
            </a:r>
            <a:endParaRPr b="0" lang="en-US" sz="939" spc="-1" strike="noStrike">
              <a:solidFill>
                <a:srgbClr val="000000"/>
              </a:solidFill>
              <a:latin typeface="Arial"/>
            </a:endParaRPr>
          </a:p>
        </p:txBody>
      </p:sp>
      <p:sp>
        <p:nvSpPr>
          <p:cNvPr id="523"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24"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525"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Datenpfad prüfen</a:t>
            </a:r>
            <a:endParaRPr b="0" lang="en-US" sz="2720" spc="-1" strike="noStrike">
              <a:solidFill>
                <a:srgbClr val="000000"/>
              </a:solidFill>
              <a:latin typeface="Arial"/>
            </a:endParaRPr>
          </a:p>
        </p:txBody>
      </p:sp>
      <p:sp>
        <p:nvSpPr>
          <p:cNvPr id="526"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Sind data_raw und Dateien am erwarteten Ort?</a:t>
            </a:r>
            <a:endParaRPr b="0" lang="en-US" sz="2260" spc="-1" strike="noStrike">
              <a:solidFill>
                <a:srgbClr val="000000"/>
              </a:solidFill>
              <a:latin typeface="Arial"/>
            </a:endParaRPr>
          </a:p>
        </p:txBody>
      </p:sp>
      <p:sp>
        <p:nvSpPr>
          <p:cNvPr id="527"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28"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529"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Falls nötig: Pfad reparieren</a:t>
            </a:r>
            <a:endParaRPr b="0" lang="en-US" sz="2720" spc="-1" strike="noStrike">
              <a:solidFill>
                <a:srgbClr val="000000"/>
              </a:solidFill>
              <a:latin typeface="Arial"/>
            </a:endParaRPr>
          </a:p>
        </p:txBody>
      </p:sp>
      <p:sp>
        <p:nvSpPr>
          <p:cNvPr id="530"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Ursache verstehen, nicht Daten neu erfinden.</a:t>
            </a:r>
            <a:endParaRPr b="0" lang="en-US" sz="2260" spc="-1" strike="noStrike">
              <a:solidFill>
                <a:srgbClr val="000000"/>
              </a:solidFill>
              <a:latin typeface="Arial"/>
            </a:endParaRPr>
          </a:p>
        </p:txBody>
      </p:sp>
      <p:sp>
        <p:nvSpPr>
          <p:cNvPr id="531"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32"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533"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Erneut öffnen und protokollieren</a:t>
            </a:r>
            <a:endParaRPr b="0" lang="en-US" sz="2720" spc="-1" strike="noStrike">
              <a:solidFill>
                <a:srgbClr val="000000"/>
              </a:solidFill>
              <a:latin typeface="Arial"/>
            </a:endParaRPr>
          </a:p>
        </p:txBody>
      </p:sp>
      <p:sp>
        <p:nvSpPr>
          <p:cNvPr id="534"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Beide Layer erreichbar: ja / nein</a:t>
            </a:r>
            <a:endParaRPr b="0" lang="en-US" sz="2260" spc="-1" strike="noStrike">
              <a:solidFill>
                <a:srgbClr val="000000"/>
              </a:solidFill>
              <a:latin typeface="Arial"/>
            </a:endParaRPr>
          </a:p>
        </p:txBody>
      </p:sp>
      <p:sp>
        <p:nvSpPr>
          <p:cNvPr id="535"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36" name=""/>
          <p:cNvSpPr txBox="1"/>
          <p:nvPr/>
        </p:nvSpPr>
        <p:spPr>
          <a:xfrm>
            <a:off x="838080" y="5623560"/>
            <a:ext cx="10515600" cy="442080"/>
          </a:xfrm>
          <a:prstGeom prst="rect">
            <a:avLst/>
          </a:prstGeom>
          <a:noFill/>
          <a:ln w="0">
            <a:noFill/>
          </a:ln>
        </p:spPr>
        <p:txBody>
          <a:bodyPr lIns="0" rIns="0" tIns="0" bIns="0" anchor="t">
            <a:noAutofit/>
          </a:bodyPr>
          <a:p>
            <a:r>
              <a:rPr b="1" lang="en-US" sz="1979" spc="-1" strike="noStrike">
                <a:solidFill>
                  <a:srgbClr val="004899"/>
                </a:solidFill>
                <a:latin typeface="Noto Sans"/>
              </a:rPr>
              <a:t>Kernpfad fertig: Gewässerlayer und DGM öffnen ohne Pfadreparatur.</a:t>
            </a:r>
            <a:endParaRPr b="0" lang="en-US" sz="1979"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7"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Download oder Webdienst?</a:t>
            </a:r>
            <a:endParaRPr b="0" lang="en-US" sz="3190" spc="-1" strike="noStrike">
              <a:solidFill>
                <a:srgbClr val="000000"/>
              </a:solidFill>
              <a:latin typeface="Arial"/>
            </a:endParaRPr>
          </a:p>
        </p:txBody>
      </p:sp>
      <p:sp>
        <p:nvSpPr>
          <p:cNvPr id="538"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DATENQUELLEN · ÜBERGANG</a:t>
            </a:r>
            <a:endParaRPr b="0" lang="en-US" sz="1130" spc="-1" strike="noStrike">
              <a:solidFill>
                <a:srgbClr val="000000"/>
              </a:solidFill>
              <a:latin typeface="Arial"/>
            </a:endParaRPr>
          </a:p>
        </p:txBody>
      </p:sp>
      <p:sp>
        <p:nvSpPr>
          <p:cNvPr id="539"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540"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25</a:t>
            </a:r>
            <a:endParaRPr b="0" lang="en-US" sz="939" spc="-1" strike="noStrike">
              <a:solidFill>
                <a:srgbClr val="000000"/>
              </a:solidFill>
              <a:latin typeface="Arial"/>
            </a:endParaRPr>
          </a:p>
        </p:txBody>
      </p:sp>
      <p:pic>
        <p:nvPicPr>
          <p:cNvPr id="541" name="" descr="Bei einem Download liegt eine versionierbare Kopie lokal. Ein Webdienst liefert bei jeder Anfrage Inhalte von einem externen Server und benötigt eine Verbindung."/>
          <p:cNvPicPr/>
          <p:nvPr/>
        </p:nvPicPr>
        <p:blipFill>
          <a:blip r:embed="rId1">
            <a:extLst>
              <a:ext uri="{96DAC541-7B7A-43D3-8B79-37D633B846F1}">
                <asvg:svgBlip xmlns:asvg="http://schemas.microsoft.com/office/drawing/2016/SVG/main" r:embed="rId2"/>
              </a:ext>
            </a:extLst>
          </a:blip>
          <a:stretch/>
        </p:blipFill>
        <p:spPr>
          <a:xfrm>
            <a:off x="1523880" y="1638360"/>
            <a:ext cx="9144000" cy="4114800"/>
          </a:xfrm>
          <a:prstGeom prst="rect">
            <a:avLst/>
          </a:prstGeom>
          <a:ln w="0">
            <a:noFill/>
          </a:ln>
        </p:spPr>
      </p:pic>
      <p:sp>
        <p:nvSpPr>
          <p:cNvPr id="542"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43"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Das lokale Projekt funktioniert bereits – jetzt folgt die WMS-Demo.</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4"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Ein WMS liefert ein Kartenbild</a:t>
            </a:r>
            <a:endParaRPr b="0" lang="en-US" sz="3190" spc="-1" strike="noStrike">
              <a:solidFill>
                <a:srgbClr val="000000"/>
              </a:solidFill>
              <a:latin typeface="Arial"/>
            </a:endParaRPr>
          </a:p>
        </p:txBody>
      </p:sp>
      <p:sp>
        <p:nvSpPr>
          <p:cNvPr id="545"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DATENQUELLEN · WMS</a:t>
            </a:r>
            <a:endParaRPr b="0" lang="en-US" sz="1130" spc="-1" strike="noStrike">
              <a:solidFill>
                <a:srgbClr val="000000"/>
              </a:solidFill>
              <a:latin typeface="Arial"/>
            </a:endParaRPr>
          </a:p>
        </p:txBody>
      </p:sp>
      <p:sp>
        <p:nvSpPr>
          <p:cNvPr id="546"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547"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26</a:t>
            </a:r>
            <a:endParaRPr b="0" lang="en-US" sz="939" spc="-1" strike="noStrike">
              <a:solidFill>
                <a:srgbClr val="000000"/>
              </a:solidFill>
              <a:latin typeface="Arial"/>
            </a:endParaRPr>
          </a:p>
        </p:txBody>
      </p:sp>
      <p:sp>
        <p:nvSpPr>
          <p:cNvPr id="548" name=""/>
          <p:cNvSpPr/>
          <p:nvPr/>
        </p:nvSpPr>
        <p:spPr>
          <a:xfrm>
            <a:off x="647640" y="1790640"/>
            <a:ext cx="3276720" cy="297180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49" name=""/>
          <p:cNvSpPr/>
          <p:nvPr/>
        </p:nvSpPr>
        <p:spPr>
          <a:xfrm>
            <a:off x="647640" y="1790640"/>
            <a:ext cx="53280" cy="297180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50" name=""/>
          <p:cNvSpPr txBox="1"/>
          <p:nvPr/>
        </p:nvSpPr>
        <p:spPr>
          <a:xfrm>
            <a:off x="853560" y="1973520"/>
            <a:ext cx="2865240" cy="647640"/>
          </a:xfrm>
          <a:prstGeom prst="rect">
            <a:avLst/>
          </a:prstGeom>
          <a:noFill/>
          <a:ln w="0">
            <a:noFill/>
          </a:ln>
        </p:spPr>
        <p:txBody>
          <a:bodyPr lIns="0" rIns="0" tIns="0" bIns="0" anchor="t">
            <a:noAutofit/>
          </a:bodyPr>
          <a:p>
            <a:r>
              <a:rPr b="1" lang="en-US" sz="2540" spc="-1" strike="noStrike">
                <a:solidFill>
                  <a:srgbClr val="004899"/>
                </a:solidFill>
                <a:latin typeface="Noto Sans"/>
              </a:rPr>
              <a:t>QGIS fragt an</a:t>
            </a:r>
            <a:endParaRPr b="0" lang="en-US" sz="2540" spc="-1" strike="noStrike">
              <a:solidFill>
                <a:srgbClr val="000000"/>
              </a:solidFill>
              <a:latin typeface="Arial"/>
            </a:endParaRPr>
          </a:p>
        </p:txBody>
      </p:sp>
      <p:sp>
        <p:nvSpPr>
          <p:cNvPr id="551" name=""/>
          <p:cNvSpPr txBox="1"/>
          <p:nvPr/>
        </p:nvSpPr>
        <p:spPr>
          <a:xfrm>
            <a:off x="853560" y="2735640"/>
            <a:ext cx="2865240" cy="1889640"/>
          </a:xfrm>
          <a:prstGeom prst="rect">
            <a:avLst/>
          </a:prstGeom>
          <a:noFill/>
          <a:ln w="0">
            <a:noFill/>
          </a:ln>
        </p:spPr>
        <p:txBody>
          <a:bodyPr lIns="0" rIns="0" tIns="0" bIns="0" anchor="t">
            <a:noAutofit/>
          </a:bodyPr>
          <a:p>
            <a:r>
              <a:rPr b="0" lang="en-US" sz="2540" spc="-1" strike="noStrike">
                <a:solidFill>
                  <a:srgbClr val="000000"/>
                </a:solidFill>
                <a:latin typeface="Noto Sans"/>
              </a:rPr>
              <a:t>Ausschnitt</a:t>
            </a:r>
            <a:endParaRPr b="0" lang="en-US" sz="2540" spc="-1" strike="noStrike">
              <a:solidFill>
                <a:srgbClr val="000000"/>
              </a:solidFill>
              <a:latin typeface="Arial"/>
            </a:endParaRPr>
          </a:p>
          <a:p>
            <a:r>
              <a:rPr b="0" lang="en-US" sz="2540" spc="-1" strike="noStrike">
                <a:solidFill>
                  <a:srgbClr val="000000"/>
                </a:solidFill>
                <a:latin typeface="Noto Sans"/>
              </a:rPr>
              <a:t>Bildgröße</a:t>
            </a:r>
            <a:endParaRPr b="0" lang="en-US" sz="2540" spc="-1" strike="noStrike">
              <a:solidFill>
                <a:srgbClr val="000000"/>
              </a:solidFill>
              <a:latin typeface="Arial"/>
            </a:endParaRPr>
          </a:p>
          <a:p>
            <a:r>
              <a:rPr b="0" lang="en-US" sz="2540" spc="-1" strike="noStrike">
                <a:solidFill>
                  <a:srgbClr val="000000"/>
                </a:solidFill>
                <a:latin typeface="Noto Sans"/>
              </a:rPr>
              <a:t>CRS</a:t>
            </a:r>
            <a:endParaRPr b="0" lang="en-US" sz="2540" spc="-1" strike="noStrike">
              <a:solidFill>
                <a:srgbClr val="000000"/>
              </a:solidFill>
              <a:latin typeface="Arial"/>
            </a:endParaRPr>
          </a:p>
        </p:txBody>
      </p:sp>
      <p:sp>
        <p:nvSpPr>
          <p:cNvPr id="552" name=""/>
          <p:cNvSpPr/>
          <p:nvPr/>
        </p:nvSpPr>
        <p:spPr>
          <a:xfrm>
            <a:off x="4152960" y="3200400"/>
            <a:ext cx="1447920" cy="0"/>
          </a:xfrm>
          <a:prstGeom prst="line">
            <a:avLst/>
          </a:prstGeom>
          <a:ln w="34200">
            <a:solidFill>
              <a:srgbClr val="004899"/>
            </a:solidFill>
            <a:round/>
          </a:ln>
        </p:spPr>
        <p:style>
          <a:lnRef idx="0"/>
          <a:fillRef idx="0"/>
          <a:effectRef idx="0"/>
          <a:fontRef idx="minor"/>
        </p:style>
        <p:txBody>
          <a:bodyPr lIns="106920" rIns="106920" tIns="-61920" bIns="-61920" anchor="ctr" anchorCtr="1">
            <a:noAutofit/>
          </a:bodyPr>
          <a:p>
            <a:endParaRPr b="0" lang="en-US" sz="1800" spc="-1" strike="noStrike">
              <a:solidFill>
                <a:srgbClr val="000000"/>
              </a:solidFill>
              <a:latin typeface="Arial"/>
            </a:endParaRPr>
          </a:p>
        </p:txBody>
      </p:sp>
      <p:sp>
        <p:nvSpPr>
          <p:cNvPr id="553" name=""/>
          <p:cNvSpPr/>
          <p:nvPr/>
        </p:nvSpPr>
        <p:spPr>
          <a:xfrm>
            <a:off x="5394960" y="3032640"/>
            <a:ext cx="228600" cy="335520"/>
          </a:xfrm>
          <a:custGeom>
            <a:avLst/>
            <a:gdLst/>
            <a:ahLst/>
            <a:rect l="0" t="0" r="r" b="b"/>
            <a:pathLst>
              <a:path fill="none" w="635" h="932">
                <a:moveTo>
                  <a:pt x="0" y="0"/>
                </a:moveTo>
                <a:lnTo>
                  <a:pt x="635" y="466"/>
                </a:lnTo>
                <a:lnTo>
                  <a:pt x="0" y="932"/>
                </a:lnTo>
              </a:path>
            </a:pathLst>
          </a:custGeom>
          <a:ln w="34200">
            <a:solidFill>
              <a:srgbClr val="004899"/>
            </a:solidFill>
            <a:round/>
          </a:ln>
        </p:spPr>
        <p:txBody>
          <a:bodyPr lIns="106920" rIns="106920" tIns="61920" bIns="61920" anchor="ctr" anchorCtr="1">
            <a:noAutofit/>
          </a:bodyPr>
          <a:p>
            <a:endParaRPr b="0" lang="en-US" sz="1800" spc="-1" strike="noStrike">
              <a:solidFill>
                <a:srgbClr val="000000"/>
              </a:solidFill>
              <a:latin typeface="Arial"/>
            </a:endParaRPr>
          </a:p>
        </p:txBody>
      </p:sp>
      <p:sp>
        <p:nvSpPr>
          <p:cNvPr id="554" name=""/>
          <p:cNvSpPr/>
          <p:nvPr/>
        </p:nvSpPr>
        <p:spPr>
          <a:xfrm>
            <a:off x="5867280" y="1790640"/>
            <a:ext cx="5676840" cy="297180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55" name=""/>
          <p:cNvSpPr/>
          <p:nvPr/>
        </p:nvSpPr>
        <p:spPr>
          <a:xfrm>
            <a:off x="5867280" y="1790640"/>
            <a:ext cx="53280" cy="2971800"/>
          </a:xfrm>
          <a:prstGeom prst="rect">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56" name=""/>
          <p:cNvSpPr txBox="1"/>
          <p:nvPr/>
        </p:nvSpPr>
        <p:spPr>
          <a:xfrm>
            <a:off x="6073200" y="1973520"/>
            <a:ext cx="5265360" cy="647640"/>
          </a:xfrm>
          <a:prstGeom prst="rect">
            <a:avLst/>
          </a:prstGeom>
          <a:noFill/>
          <a:ln w="0">
            <a:noFill/>
          </a:ln>
        </p:spPr>
        <p:txBody>
          <a:bodyPr lIns="0" rIns="0" tIns="0" bIns="0" anchor="t">
            <a:noAutofit/>
          </a:bodyPr>
          <a:p>
            <a:r>
              <a:rPr b="1" lang="en-US" sz="2540" spc="-1" strike="noStrike">
                <a:solidFill>
                  <a:srgbClr val="a32123"/>
                </a:solidFill>
                <a:latin typeface="Noto Sans"/>
              </a:rPr>
              <a:t>WMS antwortet</a:t>
            </a:r>
            <a:endParaRPr b="0" lang="en-US" sz="2540" spc="-1" strike="noStrike">
              <a:solidFill>
                <a:srgbClr val="000000"/>
              </a:solidFill>
              <a:latin typeface="Arial"/>
            </a:endParaRPr>
          </a:p>
        </p:txBody>
      </p:sp>
      <p:sp>
        <p:nvSpPr>
          <p:cNvPr id="557" name=""/>
          <p:cNvSpPr txBox="1"/>
          <p:nvPr/>
        </p:nvSpPr>
        <p:spPr>
          <a:xfrm>
            <a:off x="6073200" y="2735640"/>
            <a:ext cx="5265360" cy="1889640"/>
          </a:xfrm>
          <a:prstGeom prst="rect">
            <a:avLst/>
          </a:prstGeom>
          <a:noFill/>
          <a:ln w="0">
            <a:noFill/>
          </a:ln>
        </p:spPr>
        <p:txBody>
          <a:bodyPr lIns="0" rIns="0" tIns="0" bIns="0" anchor="t">
            <a:noAutofit/>
          </a:bodyPr>
          <a:p>
            <a:r>
              <a:rPr b="0" lang="en-US" sz="2540" spc="-1" strike="noStrike">
                <a:solidFill>
                  <a:srgbClr val="000000"/>
                </a:solidFill>
                <a:latin typeface="Noto Sans"/>
              </a:rPr>
              <a:t>Gerendertes Kartenbild</a:t>
            </a:r>
            <a:endParaRPr b="0" lang="en-US" sz="2540" spc="-1" strike="noStrike">
              <a:solidFill>
                <a:srgbClr val="000000"/>
              </a:solidFill>
              <a:latin typeface="Arial"/>
            </a:endParaRPr>
          </a:p>
          <a:p>
            <a:r>
              <a:rPr b="0" lang="en-US" sz="2540" spc="-1" strike="noStrike">
                <a:solidFill>
                  <a:srgbClr val="000000"/>
                </a:solidFill>
                <a:latin typeface="Noto Sans"/>
              </a:rPr>
              <a:t>für den angefragten Ausschnitt</a:t>
            </a:r>
            <a:endParaRPr b="0" lang="en-US" sz="2540" spc="-1" strike="noStrike">
              <a:solidFill>
                <a:srgbClr val="000000"/>
              </a:solidFill>
              <a:latin typeface="Arial"/>
            </a:endParaRPr>
          </a:p>
          <a:p>
            <a:endParaRPr b="0" lang="en-US" sz="2540" spc="-1" strike="noStrike">
              <a:solidFill>
                <a:srgbClr val="000000"/>
              </a:solidFill>
              <a:latin typeface="Arial"/>
            </a:endParaRPr>
          </a:p>
          <a:p>
            <a:r>
              <a:rPr b="0" lang="en-US" sz="2540" spc="-1" strike="noStrike">
                <a:solidFill>
                  <a:srgbClr val="000000"/>
                </a:solidFill>
                <a:latin typeface="Noto Sans"/>
              </a:rPr>
              <a:t>Keine vollständigen Vektorfeatures</a:t>
            </a:r>
            <a:endParaRPr b="0" lang="en-US" sz="2540" spc="-1" strike="noStrike">
              <a:solidFill>
                <a:srgbClr val="000000"/>
              </a:solidFill>
              <a:latin typeface="Arial"/>
            </a:endParaRPr>
          </a:p>
        </p:txBody>
      </p:sp>
      <p:sp>
        <p:nvSpPr>
          <p:cNvPr id="558"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59"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WMS: Kartenansicht statt vollständigem ursprünglichem Datensatz.</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0"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HLNUG-WMS gemeinsam einbinden</a:t>
            </a:r>
            <a:endParaRPr b="0" lang="en-US" sz="3190" spc="-1" strike="noStrike">
              <a:solidFill>
                <a:srgbClr val="000000"/>
              </a:solidFill>
              <a:latin typeface="Arial"/>
            </a:endParaRPr>
          </a:p>
        </p:txBody>
      </p:sp>
      <p:sp>
        <p:nvSpPr>
          <p:cNvPr id="561"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BEAMER-DEMO · MAXIMAL 3 MINUTEN</a:t>
            </a:r>
            <a:endParaRPr b="0" lang="en-US" sz="1130" spc="-1" strike="noStrike">
              <a:solidFill>
                <a:srgbClr val="000000"/>
              </a:solidFill>
              <a:latin typeface="Arial"/>
            </a:endParaRPr>
          </a:p>
        </p:txBody>
      </p:sp>
      <p:sp>
        <p:nvSpPr>
          <p:cNvPr id="562"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563"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27</a:t>
            </a:r>
            <a:endParaRPr b="0" lang="en-US" sz="939" spc="-1" strike="noStrike">
              <a:solidFill>
                <a:srgbClr val="000000"/>
              </a:solidFill>
              <a:latin typeface="Arial"/>
            </a:endParaRPr>
          </a:p>
        </p:txBody>
      </p:sp>
      <p:sp>
        <p:nvSpPr>
          <p:cNvPr id="564"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65"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1</a:t>
            </a:r>
            <a:endParaRPr b="0" lang="en-US" sz="2450" spc="-1" strike="noStrike">
              <a:solidFill>
                <a:srgbClr val="000000"/>
              </a:solidFill>
              <a:latin typeface="Arial"/>
            </a:endParaRPr>
          </a:p>
        </p:txBody>
      </p:sp>
      <p:sp>
        <p:nvSpPr>
          <p:cNvPr id="566"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Datenquellenmanager → WMS/WMTS</a:t>
            </a:r>
            <a:endParaRPr b="0" lang="en-US" sz="2720" spc="-1" strike="noStrike">
              <a:solidFill>
                <a:srgbClr val="000000"/>
              </a:solidFill>
              <a:latin typeface="Arial"/>
            </a:endParaRPr>
          </a:p>
        </p:txBody>
      </p:sp>
      <p:sp>
        <p:nvSpPr>
          <p:cNvPr id="567" name=""/>
          <p:cNvSpPr txBox="1"/>
          <p:nvPr/>
        </p:nvSpPr>
        <p:spPr>
          <a:xfrm>
            <a:off x="1371600" y="2225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Neue Verbindung: HLNUG Schutzgebiete Hessen</a:t>
            </a:r>
            <a:endParaRPr b="0" lang="en-US" sz="2260" spc="-1" strike="noStrike">
              <a:solidFill>
                <a:srgbClr val="000000"/>
              </a:solidFill>
              <a:latin typeface="Arial"/>
            </a:endParaRPr>
          </a:p>
        </p:txBody>
      </p:sp>
      <p:sp>
        <p:nvSpPr>
          <p:cNvPr id="568"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69"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2</a:t>
            </a:r>
            <a:endParaRPr b="0" lang="en-US" sz="2450" spc="-1" strike="noStrike">
              <a:solidFill>
                <a:srgbClr val="000000"/>
              </a:solidFill>
              <a:latin typeface="Arial"/>
            </a:endParaRPr>
          </a:p>
        </p:txBody>
      </p:sp>
      <p:sp>
        <p:nvSpPr>
          <p:cNvPr id="570"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Dienstadresse von der Kursseite</a:t>
            </a:r>
            <a:endParaRPr b="0" lang="en-US" sz="2720" spc="-1" strike="noStrike">
              <a:solidFill>
                <a:srgbClr val="000000"/>
              </a:solidFill>
              <a:latin typeface="Arial"/>
            </a:endParaRPr>
          </a:p>
        </p:txBody>
      </p:sp>
      <p:sp>
        <p:nvSpPr>
          <p:cNvPr id="571" name=""/>
          <p:cNvSpPr txBox="1"/>
          <p:nvPr/>
        </p:nvSpPr>
        <p:spPr>
          <a:xfrm>
            <a:off x="1371600" y="3368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Verbinden und Naturschutzgebiete wählen.</a:t>
            </a:r>
            <a:endParaRPr b="0" lang="en-US" sz="2260" spc="-1" strike="noStrike">
              <a:solidFill>
                <a:srgbClr val="000000"/>
              </a:solidFill>
              <a:latin typeface="Arial"/>
            </a:endParaRPr>
          </a:p>
        </p:txBody>
      </p:sp>
      <p:sp>
        <p:nvSpPr>
          <p:cNvPr id="572"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73"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3</a:t>
            </a:r>
            <a:endParaRPr b="0" lang="en-US" sz="2450" spc="-1" strike="noStrike">
              <a:solidFill>
                <a:srgbClr val="000000"/>
              </a:solidFill>
              <a:latin typeface="Arial"/>
            </a:endParaRPr>
          </a:p>
        </p:txBody>
      </p:sp>
      <p:sp>
        <p:nvSpPr>
          <p:cNvPr id="574"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Layer hinzufügen</a:t>
            </a:r>
            <a:endParaRPr b="0" lang="en-US" sz="2720" spc="-1" strike="noStrike">
              <a:solidFill>
                <a:srgbClr val="000000"/>
              </a:solidFill>
              <a:latin typeface="Arial"/>
            </a:endParaRPr>
          </a:p>
        </p:txBody>
      </p:sp>
      <p:sp>
        <p:nvSpPr>
          <p:cNvPr id="575" name=""/>
          <p:cNvSpPr txBox="1"/>
          <p:nvPr/>
        </p:nvSpPr>
        <p:spPr>
          <a:xfrm>
            <a:off x="1371600" y="4511160"/>
            <a:ext cx="9753840" cy="609480"/>
          </a:xfrm>
          <a:prstGeom prst="rect">
            <a:avLst/>
          </a:prstGeom>
          <a:noFill/>
          <a:ln w="0">
            <a:noFill/>
          </a:ln>
        </p:spPr>
        <p:txBody>
          <a:bodyPr lIns="0" rIns="0" tIns="0" bIns="0" anchor="t">
            <a:noAutofit/>
          </a:bodyPr>
          <a:p>
            <a:r>
              <a:rPr b="0" lang="en-US" sz="2260" spc="-1" strike="noStrike">
                <a:solidFill>
                  <a:srgbClr val="414141"/>
                </a:solidFill>
                <a:latin typeface="Noto Sans"/>
              </a:rPr>
              <a:t>Unter den lokalen Gewässerlayer legen und Ausschnitt prüfen.</a:t>
            </a:r>
            <a:endParaRPr b="0" lang="en-US" sz="2260" spc="-1" strike="noStrike">
              <a:solidFill>
                <a:srgbClr val="000000"/>
              </a:solidFill>
              <a:latin typeface="Arial"/>
            </a:endParaRPr>
          </a:p>
        </p:txBody>
      </p:sp>
      <p:sp>
        <p:nvSpPr>
          <p:cNvPr id="576"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77"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Keine Fehlersuche im Plenum: Bei Ausfall sofort Offline-Ersatz.</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Offline-Ersatz: derselbe Vergleich bleibt möglich</a:t>
            </a:r>
            <a:endParaRPr b="0" lang="en-US" sz="3190" spc="-1" strike="noStrike">
              <a:solidFill>
                <a:srgbClr val="000000"/>
              </a:solidFill>
              <a:latin typeface="Arial"/>
            </a:endParaRPr>
          </a:p>
        </p:txBody>
      </p:sp>
      <p:sp>
        <p:nvSpPr>
          <p:cNvPr id="579"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WMS-DEMO · MINUTE 84–85</a:t>
            </a:r>
            <a:endParaRPr b="0" lang="en-US" sz="1130" spc="-1" strike="noStrike">
              <a:solidFill>
                <a:srgbClr val="000000"/>
              </a:solidFill>
              <a:latin typeface="Arial"/>
            </a:endParaRPr>
          </a:p>
        </p:txBody>
      </p:sp>
      <p:sp>
        <p:nvSpPr>
          <p:cNvPr id="580"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581"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28</a:t>
            </a:r>
            <a:endParaRPr b="0" lang="en-US" sz="939" spc="-1" strike="noStrike">
              <a:solidFill>
                <a:srgbClr val="000000"/>
              </a:solidFill>
              <a:latin typeface="Arial"/>
            </a:endParaRPr>
          </a:p>
        </p:txBody>
      </p:sp>
      <p:sp>
        <p:nvSpPr>
          <p:cNvPr id="582" name=""/>
          <p:cNvSpPr/>
          <p:nvPr/>
        </p:nvSpPr>
        <p:spPr>
          <a:xfrm>
            <a:off x="647640" y="1676520"/>
            <a:ext cx="3809880" cy="3809880"/>
          </a:xfrm>
          <a:prstGeom prst="rect">
            <a:avLst/>
          </a:prstGeom>
          <a:solidFill>
            <a:srgbClr val="eaf5f7"/>
          </a:solidFill>
          <a:ln w="16200">
            <a:solidFill>
              <a:srgbClr val="a6d9e2"/>
            </a:solidFill>
            <a:round/>
          </a:ln>
        </p:spPr>
        <p:txBody>
          <a:bodyPr lIns="97920" rIns="97920" tIns="52920" bIns="52920" anchor="ctr" anchorCtr="1">
            <a:noAutofit/>
          </a:bodyPr>
          <a:p>
            <a:endParaRPr b="0" lang="en-US" sz="1800" spc="-1" strike="noStrike">
              <a:solidFill>
                <a:srgbClr val="000000"/>
              </a:solidFill>
              <a:latin typeface="Arial"/>
            </a:endParaRPr>
          </a:p>
        </p:txBody>
      </p:sp>
      <p:pic>
        <p:nvPicPr>
          <p:cNvPr id="583" name="" descr=""/>
          <p:cNvPicPr/>
          <p:nvPr/>
        </p:nvPicPr>
        <p:blipFill>
          <a:blip r:embed="rId1"/>
          <a:stretch/>
        </p:blipFill>
        <p:spPr>
          <a:xfrm>
            <a:off x="762120" y="1790640"/>
            <a:ext cx="3581280" cy="3581280"/>
          </a:xfrm>
          <a:prstGeom prst="rect">
            <a:avLst/>
          </a:prstGeom>
          <a:ln w="0">
            <a:noFill/>
          </a:ln>
        </p:spPr>
      </p:pic>
      <p:sp>
        <p:nvSpPr>
          <p:cNvPr id="584" name=""/>
          <p:cNvSpPr/>
          <p:nvPr/>
        </p:nvSpPr>
        <p:spPr>
          <a:xfrm>
            <a:off x="4952880" y="1790640"/>
            <a:ext cx="659124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85" name=""/>
          <p:cNvSpPr/>
          <p:nvPr/>
        </p:nvSpPr>
        <p:spPr>
          <a:xfrm>
            <a:off x="4952880" y="1790640"/>
            <a:ext cx="53280" cy="156204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86" name=""/>
          <p:cNvSpPr txBox="1"/>
          <p:nvPr/>
        </p:nvSpPr>
        <p:spPr>
          <a:xfrm>
            <a:off x="5158800" y="1973520"/>
            <a:ext cx="6179760" cy="647640"/>
          </a:xfrm>
          <a:prstGeom prst="rect">
            <a:avLst/>
          </a:prstGeom>
          <a:noFill/>
          <a:ln w="0">
            <a:noFill/>
          </a:ln>
        </p:spPr>
        <p:txBody>
          <a:bodyPr lIns="0" rIns="0" tIns="0" bIns="0" anchor="t">
            <a:noAutofit/>
          </a:bodyPr>
          <a:p>
            <a:r>
              <a:rPr b="1" lang="en-US" sz="2540" spc="-1" strike="noStrike">
                <a:solidFill>
                  <a:srgbClr val="004899"/>
                </a:solidFill>
                <a:latin typeface="Noto Sans"/>
              </a:rPr>
              <a:t>Online erreichbar</a:t>
            </a:r>
            <a:endParaRPr b="0" lang="en-US" sz="2540" spc="-1" strike="noStrike">
              <a:solidFill>
                <a:srgbClr val="000000"/>
              </a:solidFill>
              <a:latin typeface="Arial"/>
            </a:endParaRPr>
          </a:p>
        </p:txBody>
      </p:sp>
      <p:sp>
        <p:nvSpPr>
          <p:cNvPr id="587" name=""/>
          <p:cNvSpPr txBox="1"/>
          <p:nvPr/>
        </p:nvSpPr>
        <p:spPr>
          <a:xfrm>
            <a:off x="5158800" y="2552760"/>
            <a:ext cx="6179760" cy="663120"/>
          </a:xfrm>
          <a:prstGeom prst="rect">
            <a:avLst/>
          </a:prstGeom>
          <a:noFill/>
          <a:ln w="0">
            <a:noFill/>
          </a:ln>
        </p:spPr>
        <p:txBody>
          <a:bodyPr lIns="0" rIns="0" tIns="0" bIns="0" anchor="t">
            <a:noAutofit/>
          </a:bodyPr>
          <a:p>
            <a:r>
              <a:rPr b="0" lang="en-US" sz="2160" spc="-1" strike="noStrike">
                <a:solidFill>
                  <a:srgbClr val="000000"/>
                </a:solidFill>
                <a:latin typeface="Noto Sans"/>
              </a:rPr>
              <a:t>WMS-Layer Naturschutzgebiete laden und unter gewaesser anordnen.</a:t>
            </a:r>
            <a:endParaRPr b="0" lang="en-US" sz="2160" spc="-1" strike="noStrike">
              <a:solidFill>
                <a:srgbClr val="000000"/>
              </a:solidFill>
              <a:latin typeface="Arial"/>
            </a:endParaRPr>
          </a:p>
        </p:txBody>
      </p:sp>
      <p:sp>
        <p:nvSpPr>
          <p:cNvPr id="588" name=""/>
          <p:cNvSpPr/>
          <p:nvPr/>
        </p:nvSpPr>
        <p:spPr>
          <a:xfrm>
            <a:off x="4952880" y="3695760"/>
            <a:ext cx="6591240" cy="156204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89" name=""/>
          <p:cNvSpPr/>
          <p:nvPr/>
        </p:nvSpPr>
        <p:spPr>
          <a:xfrm>
            <a:off x="4952880" y="3695760"/>
            <a:ext cx="53280" cy="1562040"/>
          </a:xfrm>
          <a:prstGeom prst="rect">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90" name=""/>
          <p:cNvSpPr txBox="1"/>
          <p:nvPr/>
        </p:nvSpPr>
        <p:spPr>
          <a:xfrm>
            <a:off x="5158800" y="3878640"/>
            <a:ext cx="6179760" cy="647640"/>
          </a:xfrm>
          <a:prstGeom prst="rect">
            <a:avLst/>
          </a:prstGeom>
          <a:noFill/>
          <a:ln w="0">
            <a:noFill/>
          </a:ln>
        </p:spPr>
        <p:txBody>
          <a:bodyPr lIns="0" rIns="0" tIns="0" bIns="0" anchor="t">
            <a:noAutofit/>
          </a:bodyPr>
          <a:p>
            <a:r>
              <a:rPr b="1" lang="en-US" sz="2540" spc="-1" strike="noStrike">
                <a:solidFill>
                  <a:srgbClr val="a32123"/>
                </a:solidFill>
                <a:latin typeface="Noto Sans"/>
              </a:rPr>
              <a:t>Dienst nicht erreichbar</a:t>
            </a:r>
            <a:endParaRPr b="0" lang="en-US" sz="2540" spc="-1" strike="noStrike">
              <a:solidFill>
                <a:srgbClr val="000000"/>
              </a:solidFill>
              <a:latin typeface="Arial"/>
            </a:endParaRPr>
          </a:p>
        </p:txBody>
      </p:sp>
      <p:sp>
        <p:nvSpPr>
          <p:cNvPr id="591" name=""/>
          <p:cNvSpPr txBox="1"/>
          <p:nvPr/>
        </p:nvSpPr>
        <p:spPr>
          <a:xfrm>
            <a:off x="5158800" y="4457880"/>
            <a:ext cx="6179760" cy="663120"/>
          </a:xfrm>
          <a:prstGeom prst="rect">
            <a:avLst/>
          </a:prstGeom>
          <a:noFill/>
          <a:ln w="0">
            <a:noFill/>
          </a:ln>
        </p:spPr>
        <p:txBody>
          <a:bodyPr lIns="0" rIns="0" tIns="0" bIns="0" anchor="t">
            <a:noAutofit/>
          </a:bodyPr>
          <a:p>
            <a:r>
              <a:rPr b="0" lang="en-US" sz="2160" spc="-1" strike="noStrike">
                <a:solidFill>
                  <a:srgbClr val="000000"/>
                </a:solidFill>
                <a:latin typeface="Noto Sans"/>
              </a:rPr>
              <a:t>Screenshot + Capabilities + quellen.md verwenden; Ausfall notieren.</a:t>
            </a:r>
            <a:endParaRPr b="0" lang="en-US" sz="2160" spc="-1" strike="noStrike">
              <a:solidFill>
                <a:srgbClr val="000000"/>
              </a:solidFill>
              <a:latin typeface="Arial"/>
            </a:endParaRPr>
          </a:p>
        </p:txBody>
      </p:sp>
      <p:sp>
        <p:nvSpPr>
          <p:cNvPr id="592"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593" name=""/>
          <p:cNvSpPr txBox="1"/>
          <p:nvPr/>
        </p:nvSpPr>
        <p:spPr>
          <a:xfrm>
            <a:off x="838080" y="5623560"/>
            <a:ext cx="10515600" cy="442080"/>
          </a:xfrm>
          <a:prstGeom prst="rect">
            <a:avLst/>
          </a:prstGeom>
          <a:noFill/>
          <a:ln w="0">
            <a:noFill/>
          </a:ln>
        </p:spPr>
        <p:txBody>
          <a:bodyPr lIns="0" rIns="0" tIns="0" bIns="0" anchor="t">
            <a:noAutofit/>
          </a:bodyPr>
          <a:p>
            <a:r>
              <a:rPr b="1" lang="en-US" sz="1979" spc="-1" strike="noStrike">
                <a:solidFill>
                  <a:srgbClr val="004899"/>
                </a:solidFill>
                <a:latin typeface="Noto Sans"/>
              </a:rPr>
              <a:t>Online oder Ersatz: lokale Datei und Kartenbilddienst unterscheiden.</a:t>
            </a:r>
            <a:endParaRPr b="0" lang="en-US" sz="1979"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Exit-Ticket: Was nehmen Sie mit?</a:t>
            </a:r>
            <a:endParaRPr b="0" lang="en-US" sz="3190" spc="-1" strike="noStrike">
              <a:solidFill>
                <a:srgbClr val="000000"/>
              </a:solidFill>
              <a:latin typeface="Arial"/>
            </a:endParaRPr>
          </a:p>
        </p:txBody>
      </p:sp>
      <p:sp>
        <p:nvSpPr>
          <p:cNvPr id="595"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ABSCHLUSS · OHNE NACHSCHLAGEN</a:t>
            </a:r>
            <a:endParaRPr b="0" lang="en-US" sz="1130" spc="-1" strike="noStrike">
              <a:solidFill>
                <a:srgbClr val="000000"/>
              </a:solidFill>
              <a:latin typeface="Arial"/>
            </a:endParaRPr>
          </a:p>
        </p:txBody>
      </p:sp>
      <p:sp>
        <p:nvSpPr>
          <p:cNvPr id="596"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597"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29</a:t>
            </a:r>
            <a:endParaRPr b="0" lang="en-US" sz="939" spc="-1" strike="noStrike">
              <a:solidFill>
                <a:srgbClr val="000000"/>
              </a:solidFill>
              <a:latin typeface="Arial"/>
            </a:endParaRPr>
          </a:p>
        </p:txBody>
      </p:sp>
      <p:sp>
        <p:nvSpPr>
          <p:cNvPr id="598" name=""/>
          <p:cNvSpPr/>
          <p:nvPr/>
        </p:nvSpPr>
        <p:spPr>
          <a:xfrm>
            <a:off x="647640" y="1752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599" name=""/>
          <p:cNvSpPr txBox="1"/>
          <p:nvPr/>
        </p:nvSpPr>
        <p:spPr>
          <a:xfrm>
            <a:off x="647640" y="1813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A</a:t>
            </a:r>
            <a:endParaRPr b="0" lang="en-US" sz="2450" spc="-1" strike="noStrike">
              <a:solidFill>
                <a:srgbClr val="000000"/>
              </a:solidFill>
              <a:latin typeface="Arial"/>
            </a:endParaRPr>
          </a:p>
        </p:txBody>
      </p:sp>
      <p:sp>
        <p:nvSpPr>
          <p:cNvPr id="600" name=""/>
          <p:cNvSpPr txBox="1"/>
          <p:nvPr/>
        </p:nvSpPr>
        <p:spPr>
          <a:xfrm>
            <a:off x="1371600" y="1752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Was enthält eine qgz-Datei – und was nicht?</a:t>
            </a:r>
            <a:endParaRPr b="0" lang="en-US" sz="2720" spc="-1" strike="noStrike">
              <a:solidFill>
                <a:srgbClr val="000000"/>
              </a:solidFill>
              <a:latin typeface="Arial"/>
            </a:endParaRPr>
          </a:p>
        </p:txBody>
      </p:sp>
      <p:sp>
        <p:nvSpPr>
          <p:cNvPr id="601" name=""/>
          <p:cNvSpPr/>
          <p:nvPr/>
        </p:nvSpPr>
        <p:spPr>
          <a:xfrm>
            <a:off x="647640" y="2895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602" name=""/>
          <p:cNvSpPr txBox="1"/>
          <p:nvPr/>
        </p:nvSpPr>
        <p:spPr>
          <a:xfrm>
            <a:off x="647640" y="2956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B</a:t>
            </a:r>
            <a:endParaRPr b="0" lang="en-US" sz="2450" spc="-1" strike="noStrike">
              <a:solidFill>
                <a:srgbClr val="000000"/>
              </a:solidFill>
              <a:latin typeface="Arial"/>
            </a:endParaRPr>
          </a:p>
        </p:txBody>
      </p:sp>
      <p:sp>
        <p:nvSpPr>
          <p:cNvPr id="603" name=""/>
          <p:cNvSpPr txBox="1"/>
          <p:nvPr/>
        </p:nvSpPr>
        <p:spPr>
          <a:xfrm>
            <a:off x="1371600" y="2895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Woran erkennen Sie Vektor oder Raster?</a:t>
            </a:r>
            <a:endParaRPr b="0" lang="en-US" sz="2720" spc="-1" strike="noStrike">
              <a:solidFill>
                <a:srgbClr val="000000"/>
              </a:solidFill>
              <a:latin typeface="Arial"/>
            </a:endParaRPr>
          </a:p>
        </p:txBody>
      </p:sp>
      <p:sp>
        <p:nvSpPr>
          <p:cNvPr id="604" name=""/>
          <p:cNvSpPr/>
          <p:nvPr/>
        </p:nvSpPr>
        <p:spPr>
          <a:xfrm>
            <a:off x="647640" y="4038480"/>
            <a:ext cx="472320" cy="472320"/>
          </a:xfrm>
          <a:prstGeom prst="ellipse">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605" name=""/>
          <p:cNvSpPr txBox="1"/>
          <p:nvPr/>
        </p:nvSpPr>
        <p:spPr>
          <a:xfrm>
            <a:off x="647640" y="4099680"/>
            <a:ext cx="472320" cy="365760"/>
          </a:xfrm>
          <a:prstGeom prst="rect">
            <a:avLst/>
          </a:prstGeom>
          <a:noFill/>
          <a:ln w="0">
            <a:noFill/>
          </a:ln>
        </p:spPr>
        <p:txBody>
          <a:bodyPr lIns="0" rIns="0" tIns="0" bIns="0" anchor="t">
            <a:noAutofit/>
          </a:bodyPr>
          <a:p>
            <a:pPr algn="ctr"/>
            <a:r>
              <a:rPr b="1" lang="en-US" sz="2450" spc="-1" strike="noStrike">
                <a:solidFill>
                  <a:srgbClr val="ffffff"/>
                </a:solidFill>
                <a:latin typeface="Noto Sans"/>
              </a:rPr>
              <a:t>C</a:t>
            </a:r>
            <a:endParaRPr b="0" lang="en-US" sz="2450" spc="-1" strike="noStrike">
              <a:solidFill>
                <a:srgbClr val="000000"/>
              </a:solidFill>
              <a:latin typeface="Arial"/>
            </a:endParaRPr>
          </a:p>
        </p:txBody>
      </p:sp>
      <p:sp>
        <p:nvSpPr>
          <p:cNvPr id="606" name=""/>
          <p:cNvSpPr txBox="1"/>
          <p:nvPr/>
        </p:nvSpPr>
        <p:spPr>
          <a:xfrm>
            <a:off x="1371600" y="4038480"/>
            <a:ext cx="9829800" cy="419040"/>
          </a:xfrm>
          <a:prstGeom prst="rect">
            <a:avLst/>
          </a:prstGeom>
          <a:noFill/>
          <a:ln w="0">
            <a:noFill/>
          </a:ln>
        </p:spPr>
        <p:txBody>
          <a:bodyPr lIns="0" rIns="0" tIns="0" bIns="0" anchor="t">
            <a:noAutofit/>
          </a:bodyPr>
          <a:p>
            <a:r>
              <a:rPr b="1" lang="en-US" sz="2720" spc="-1" strike="noStrike">
                <a:solidFill>
                  <a:srgbClr val="000000"/>
                </a:solidFill>
                <a:latin typeface="Noto Sans"/>
              </a:rPr>
              <a:t>Warum ist ein WMS meist kein Vektor-Analyselayer?</a:t>
            </a:r>
            <a:endParaRPr b="0" lang="en-US" sz="2720" spc="-1" strike="noStrike">
              <a:solidFill>
                <a:srgbClr val="000000"/>
              </a:solidFill>
              <a:latin typeface="Arial"/>
            </a:endParaRPr>
          </a:p>
        </p:txBody>
      </p:sp>
      <p:sp>
        <p:nvSpPr>
          <p:cNvPr id="60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608" name=""/>
          <p:cNvSpPr txBox="1"/>
          <p:nvPr/>
        </p:nvSpPr>
        <p:spPr>
          <a:xfrm>
            <a:off x="838080" y="5623560"/>
            <a:ext cx="10515600" cy="442080"/>
          </a:xfrm>
          <a:prstGeom prst="rect">
            <a:avLst/>
          </a:prstGeom>
          <a:noFill/>
          <a:ln w="0">
            <a:noFill/>
          </a:ln>
        </p:spPr>
        <p:txBody>
          <a:bodyPr lIns="0" rIns="0" tIns="0" bIns="0" anchor="t">
            <a:noAutofit/>
          </a:bodyPr>
          <a:p>
            <a:r>
              <a:rPr b="1" lang="en-US" sz="1979" spc="-1" strike="noStrike">
                <a:solidFill>
                  <a:srgbClr val="004899"/>
                </a:solidFill>
                <a:latin typeface="Noto Sans"/>
              </a:rPr>
              <a:t>Eine Frage auswählen → zu zweit formulieren → gemeinsam sichern</a:t>
            </a:r>
            <a:endParaRPr b="0" lang="en-US" sz="1979"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Nachbereitung und nächster Schritt</a:t>
            </a:r>
            <a:endParaRPr b="0" lang="en-US" sz="3190" spc="-1" strike="noStrike">
              <a:solidFill>
                <a:srgbClr val="000000"/>
              </a:solidFill>
              <a:latin typeface="Arial"/>
            </a:endParaRPr>
          </a:p>
        </p:txBody>
      </p:sp>
      <p:sp>
        <p:nvSpPr>
          <p:cNvPr id="61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ABSCHLUSS · UNIT 10</a:t>
            </a:r>
            <a:endParaRPr b="0" lang="en-US" sz="1130" spc="-1" strike="noStrike">
              <a:solidFill>
                <a:srgbClr val="000000"/>
              </a:solidFill>
              <a:latin typeface="Arial"/>
            </a:endParaRPr>
          </a:p>
        </p:txBody>
      </p:sp>
      <p:sp>
        <p:nvSpPr>
          <p:cNvPr id="61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61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30</a:t>
            </a:r>
            <a:endParaRPr b="0" lang="en-US" sz="939" spc="-1" strike="noStrike">
              <a:solidFill>
                <a:srgbClr val="000000"/>
              </a:solidFill>
              <a:latin typeface="Arial"/>
            </a:endParaRPr>
          </a:p>
        </p:txBody>
      </p:sp>
      <p:sp>
        <p:nvSpPr>
          <p:cNvPr id="613" name=""/>
          <p:cNvSpPr/>
          <p:nvPr/>
        </p:nvSpPr>
        <p:spPr>
          <a:xfrm>
            <a:off x="647640" y="1790640"/>
            <a:ext cx="5295960" cy="320040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614" name=""/>
          <p:cNvSpPr/>
          <p:nvPr/>
        </p:nvSpPr>
        <p:spPr>
          <a:xfrm>
            <a:off x="647640" y="1790640"/>
            <a:ext cx="53280" cy="320040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615" name=""/>
          <p:cNvSpPr txBox="1"/>
          <p:nvPr/>
        </p:nvSpPr>
        <p:spPr>
          <a:xfrm>
            <a:off x="853560" y="1973520"/>
            <a:ext cx="4884480" cy="647640"/>
          </a:xfrm>
          <a:prstGeom prst="rect">
            <a:avLst/>
          </a:prstGeom>
          <a:noFill/>
          <a:ln w="0">
            <a:noFill/>
          </a:ln>
        </p:spPr>
        <p:txBody>
          <a:bodyPr lIns="0" rIns="0" tIns="0" bIns="0" anchor="t">
            <a:noAutofit/>
          </a:bodyPr>
          <a:p>
            <a:r>
              <a:rPr b="1" lang="en-US" sz="2540" spc="-1" strike="noStrike">
                <a:solidFill>
                  <a:srgbClr val="004899"/>
                </a:solidFill>
                <a:latin typeface="Noto Sans"/>
              </a:rPr>
              <a:t>Übungsaufgabe: JiTT-Fragen</a:t>
            </a:r>
            <a:endParaRPr b="0" lang="en-US" sz="2540" spc="-1" strike="noStrike">
              <a:solidFill>
                <a:srgbClr val="000000"/>
              </a:solidFill>
              <a:latin typeface="Arial"/>
            </a:endParaRPr>
          </a:p>
        </p:txBody>
      </p:sp>
      <p:sp>
        <p:nvSpPr>
          <p:cNvPr id="616" name=""/>
          <p:cNvSpPr txBox="1"/>
          <p:nvPr/>
        </p:nvSpPr>
        <p:spPr>
          <a:xfrm>
            <a:off x="853560" y="2735640"/>
            <a:ext cx="4884480" cy="2118240"/>
          </a:xfrm>
          <a:prstGeom prst="rect">
            <a:avLst/>
          </a:prstGeom>
          <a:noFill/>
          <a:ln w="0">
            <a:noFill/>
          </a:ln>
        </p:spPr>
        <p:txBody>
          <a:bodyPr lIns="0" rIns="0" tIns="0" bIns="0" anchor="t">
            <a:noAutofit/>
          </a:bodyPr>
          <a:p>
            <a:r>
              <a:rPr b="0" lang="en-US" sz="2350" spc="-1" strike="noStrike">
                <a:solidFill>
                  <a:srgbClr val="000000"/>
                </a:solidFill>
                <a:latin typeface="Noto Sans"/>
              </a:rPr>
              <a:t>Beantworten Sie die JiTT-Fragen</a:t>
            </a:r>
            <a:endParaRPr b="0" lang="en-US" sz="2350" spc="-1" strike="noStrike">
              <a:solidFill>
                <a:srgbClr val="000000"/>
              </a:solidFill>
              <a:latin typeface="Arial"/>
            </a:endParaRPr>
          </a:p>
          <a:p>
            <a:r>
              <a:rPr b="0" lang="en-US" sz="2350" spc="-1" strike="noStrike">
                <a:solidFill>
                  <a:srgbClr val="000000"/>
                </a:solidFill>
                <a:latin typeface="Noto Sans"/>
              </a:rPr>
              <a:t>zu Unit 10 im ILIAS-Kurs.</a:t>
            </a:r>
            <a:endParaRPr b="0" lang="en-US" sz="2350" spc="-1" strike="noStrike">
              <a:solidFill>
                <a:srgbClr val="000000"/>
              </a:solidFill>
              <a:latin typeface="Arial"/>
            </a:endParaRPr>
          </a:p>
          <a:p>
            <a:endParaRPr b="0" lang="en-US" sz="2350" spc="-1" strike="noStrike">
              <a:solidFill>
                <a:srgbClr val="000000"/>
              </a:solidFill>
              <a:latin typeface="Arial"/>
            </a:endParaRPr>
          </a:p>
          <a:p>
            <a:r>
              <a:rPr b="0" lang="en-US" sz="2350" spc="-1" strike="noStrike">
                <a:solidFill>
                  <a:srgbClr val="000000"/>
                </a:solidFill>
                <a:latin typeface="Noto Sans"/>
              </a:rPr>
              <a:t>Fragen und Frist stehen in ILIAS.</a:t>
            </a:r>
            <a:endParaRPr b="0" lang="en-US" sz="2350" spc="-1" strike="noStrike">
              <a:solidFill>
                <a:srgbClr val="000000"/>
              </a:solidFill>
              <a:latin typeface="Arial"/>
            </a:endParaRPr>
          </a:p>
        </p:txBody>
      </p:sp>
      <p:sp>
        <p:nvSpPr>
          <p:cNvPr id="617" name=""/>
          <p:cNvSpPr/>
          <p:nvPr/>
        </p:nvSpPr>
        <p:spPr>
          <a:xfrm>
            <a:off x="6248520" y="1790640"/>
            <a:ext cx="5295960" cy="320040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618" name=""/>
          <p:cNvSpPr/>
          <p:nvPr/>
        </p:nvSpPr>
        <p:spPr>
          <a:xfrm>
            <a:off x="6248520" y="1790640"/>
            <a:ext cx="53280" cy="320040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619" name=""/>
          <p:cNvSpPr txBox="1"/>
          <p:nvPr/>
        </p:nvSpPr>
        <p:spPr>
          <a:xfrm>
            <a:off x="6454080" y="1973520"/>
            <a:ext cx="4884480" cy="647640"/>
          </a:xfrm>
          <a:prstGeom prst="rect">
            <a:avLst/>
          </a:prstGeom>
          <a:noFill/>
          <a:ln w="0">
            <a:noFill/>
          </a:ln>
        </p:spPr>
        <p:txBody>
          <a:bodyPr lIns="0" rIns="0" tIns="0" bIns="0" anchor="t">
            <a:noAutofit/>
          </a:bodyPr>
          <a:p>
            <a:r>
              <a:rPr b="1" lang="en-US" sz="2540" spc="-1" strike="noStrike">
                <a:solidFill>
                  <a:srgbClr val="004899"/>
                </a:solidFill>
                <a:latin typeface="Noto Sans"/>
              </a:rPr>
              <a:t>Ausblick: Unit 11</a:t>
            </a:r>
            <a:endParaRPr b="0" lang="en-US" sz="2540" spc="-1" strike="noStrike">
              <a:solidFill>
                <a:srgbClr val="000000"/>
              </a:solidFill>
              <a:latin typeface="Arial"/>
            </a:endParaRPr>
          </a:p>
        </p:txBody>
      </p:sp>
      <p:sp>
        <p:nvSpPr>
          <p:cNvPr id="620" name=""/>
          <p:cNvSpPr txBox="1"/>
          <p:nvPr/>
        </p:nvSpPr>
        <p:spPr>
          <a:xfrm>
            <a:off x="6454080" y="2735640"/>
            <a:ext cx="4884480" cy="2118240"/>
          </a:xfrm>
          <a:prstGeom prst="rect">
            <a:avLst/>
          </a:prstGeom>
          <a:noFill/>
          <a:ln w="0">
            <a:noFill/>
          </a:ln>
        </p:spPr>
        <p:txBody>
          <a:bodyPr lIns="0" rIns="0" tIns="0" bIns="0" anchor="t">
            <a:noAutofit/>
          </a:bodyPr>
          <a:p>
            <a:r>
              <a:rPr b="0" lang="en-US" sz="2350" spc="-1" strike="noStrike">
                <a:solidFill>
                  <a:srgbClr val="000000"/>
                </a:solidFill>
                <a:latin typeface="Noto Sans"/>
              </a:rPr>
              <a:t>QGIS kurz wiederfinden.</a:t>
            </a:r>
            <a:endParaRPr b="0" lang="en-US" sz="2350" spc="-1" strike="noStrike">
              <a:solidFill>
                <a:srgbClr val="000000"/>
              </a:solidFill>
              <a:latin typeface="Arial"/>
            </a:endParaRPr>
          </a:p>
          <a:p>
            <a:endParaRPr b="0" lang="en-US" sz="2350" spc="-1" strike="noStrike">
              <a:solidFill>
                <a:srgbClr val="000000"/>
              </a:solidFill>
              <a:latin typeface="Arial"/>
            </a:endParaRPr>
          </a:p>
          <a:p>
            <a:r>
              <a:rPr b="0" lang="en-US" sz="2350" spc="-1" strike="noStrike">
                <a:solidFill>
                  <a:srgbClr val="000000"/>
                </a:solidFill>
                <a:latin typeface="Noto Sans"/>
              </a:rPr>
              <a:t>Eine CSV als Punktlayer importieren</a:t>
            </a:r>
            <a:endParaRPr b="0" lang="en-US" sz="2350" spc="-1" strike="noStrike">
              <a:solidFill>
                <a:srgbClr val="000000"/>
              </a:solidFill>
              <a:latin typeface="Arial"/>
            </a:endParaRPr>
          </a:p>
          <a:p>
            <a:r>
              <a:rPr b="0" lang="en-US" sz="2350" spc="-1" strike="noStrike">
                <a:solidFill>
                  <a:srgbClr val="000000"/>
                </a:solidFill>
                <a:latin typeface="Noto Sans"/>
              </a:rPr>
              <a:t>und Beobachtungen prüfen.</a:t>
            </a:r>
            <a:endParaRPr b="0" lang="en-US" sz="2350" spc="-1" strike="noStrike">
              <a:solidFill>
                <a:srgbClr val="000000"/>
              </a:solidFill>
              <a:latin typeface="Arial"/>
            </a:endParaRPr>
          </a:p>
        </p:txBody>
      </p:sp>
      <p:sp>
        <p:nvSpPr>
          <p:cNvPr id="621" name=""/>
          <p:cNvSpPr txBox="1"/>
          <p:nvPr/>
        </p:nvSpPr>
        <p:spPr>
          <a:xfrm>
            <a:off x="838080" y="5067360"/>
            <a:ext cx="10515600" cy="365760"/>
          </a:xfrm>
          <a:prstGeom prst="rect">
            <a:avLst/>
          </a:prstGeom>
          <a:noFill/>
          <a:ln w="0">
            <a:noFill/>
          </a:ln>
        </p:spPr>
        <p:txBody>
          <a:bodyPr lIns="0" rIns="0" tIns="0" bIns="0" anchor="t">
            <a:noAutofit/>
          </a:bodyPr>
          <a:p>
            <a:r>
              <a:rPr b="1" lang="en-US" sz="2160" spc="-1" strike="noStrike">
                <a:solidFill>
                  <a:srgbClr val="004899"/>
                </a:solidFill>
                <a:latin typeface="Noto Sans"/>
                <a:hlinkClick r:id="rId1"/>
              </a:rPr>
              <a:t>Hinweis zu den JiTT-Fragen: HTML-Lernumgebung → Unit 10</a:t>
            </a:r>
            <a:endParaRPr b="0" lang="en-US" sz="2160" spc="-1" strike="noStrike">
              <a:solidFill>
                <a:srgbClr val="000000"/>
              </a:solidFill>
              <a:latin typeface="Arial"/>
            </a:endParaRPr>
          </a:p>
        </p:txBody>
      </p:sp>
      <p:sp>
        <p:nvSpPr>
          <p:cNvPr id="622"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623" name=""/>
          <p:cNvSpPr txBox="1"/>
          <p:nvPr/>
        </p:nvSpPr>
        <p:spPr>
          <a:xfrm>
            <a:off x="838080" y="5623560"/>
            <a:ext cx="10515600" cy="442080"/>
          </a:xfrm>
          <a:prstGeom prst="rect">
            <a:avLst/>
          </a:prstGeom>
          <a:noFill/>
          <a:ln w="0">
            <a:noFill/>
          </a:ln>
        </p:spPr>
        <p:txBody>
          <a:bodyPr lIns="0" rIns="0" tIns="0" bIns="0" anchor="t">
            <a:noAutofit/>
          </a:bodyPr>
          <a:p>
            <a:r>
              <a:rPr b="1" lang="en-US" sz="2070" spc="-1" strike="noStrike">
                <a:solidFill>
                  <a:srgbClr val="004899"/>
                </a:solidFill>
                <a:latin typeface="Noto Sans"/>
              </a:rPr>
              <a:t>Die JiTT-Fragen sind Ihre einzige Übungsaufgabe zu Unit 10.</a:t>
            </a:r>
            <a:endParaRPr b="0" lang="en-US" sz="2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4"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WMS oder WFS?</a:t>
            </a:r>
            <a:endParaRPr b="0" lang="en-US" sz="3190" spc="-1" strike="noStrike">
              <a:solidFill>
                <a:srgbClr val="000000"/>
              </a:solidFill>
              <a:latin typeface="Arial"/>
            </a:endParaRPr>
          </a:p>
        </p:txBody>
      </p:sp>
      <p:sp>
        <p:nvSpPr>
          <p:cNvPr id="625"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RESERVE · DATENQUELLEN UNTERSCHEIDEN</a:t>
            </a:r>
            <a:endParaRPr b="0" lang="en-US" sz="1130" spc="-1" strike="noStrike">
              <a:solidFill>
                <a:srgbClr val="000000"/>
              </a:solidFill>
              <a:latin typeface="Arial"/>
            </a:endParaRPr>
          </a:p>
        </p:txBody>
      </p:sp>
      <p:sp>
        <p:nvSpPr>
          <p:cNvPr id="626"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627"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31</a:t>
            </a:r>
            <a:endParaRPr b="0" lang="en-US" sz="939" spc="-1" strike="noStrike">
              <a:solidFill>
                <a:srgbClr val="000000"/>
              </a:solidFill>
              <a:latin typeface="Arial"/>
            </a:endParaRPr>
          </a:p>
        </p:txBody>
      </p:sp>
      <p:pic>
        <p:nvPicPr>
          <p:cNvPr id="628" name="" descr="Dasselbe schematische Gebiet mit Fluss und Fläche: WMS liefert ein gerendertes Bild, WFS liefert Geometrien mit Attributen. Begrenzte WMS-Objektabfragen sind möglich."/>
          <p:cNvPicPr/>
          <p:nvPr/>
        </p:nvPicPr>
        <p:blipFill>
          <a:blip r:embed="rId1">
            <a:extLst>
              <a:ext uri="{96DAC541-7B7A-43D3-8B79-37D633B846F1}">
                <asvg:svgBlip xmlns:asvg="http://schemas.microsoft.com/office/drawing/2016/SVG/main" r:embed="rId2"/>
              </a:ext>
            </a:extLst>
          </a:blip>
          <a:stretch/>
        </p:blipFill>
        <p:spPr>
          <a:xfrm>
            <a:off x="914400" y="1600200"/>
            <a:ext cx="2895480" cy="3817800"/>
          </a:xfrm>
          <a:prstGeom prst="rect">
            <a:avLst/>
          </a:prstGeom>
          <a:ln w="0">
            <a:noFill/>
          </a:ln>
        </p:spPr>
      </p:pic>
      <p:sp>
        <p:nvSpPr>
          <p:cNvPr id="629" name=""/>
          <p:cNvSpPr/>
          <p:nvPr/>
        </p:nvSpPr>
        <p:spPr>
          <a:xfrm>
            <a:off x="4191120" y="1866960"/>
            <a:ext cx="7353360" cy="15238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630" name=""/>
          <p:cNvSpPr/>
          <p:nvPr/>
        </p:nvSpPr>
        <p:spPr>
          <a:xfrm>
            <a:off x="4191120" y="1866960"/>
            <a:ext cx="53280" cy="1523880"/>
          </a:xfrm>
          <a:prstGeom prst="rect">
            <a:avLst/>
          </a:prstGeom>
          <a:solidFill>
            <a:srgbClr val="004899"/>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631" name=""/>
          <p:cNvSpPr txBox="1"/>
          <p:nvPr/>
        </p:nvSpPr>
        <p:spPr>
          <a:xfrm>
            <a:off x="4396680" y="2049840"/>
            <a:ext cx="6941880" cy="647640"/>
          </a:xfrm>
          <a:prstGeom prst="rect">
            <a:avLst/>
          </a:prstGeom>
          <a:noFill/>
          <a:ln w="0">
            <a:noFill/>
          </a:ln>
        </p:spPr>
        <p:txBody>
          <a:bodyPr lIns="0" rIns="0" tIns="0" bIns="0" anchor="t">
            <a:noAutofit/>
          </a:bodyPr>
          <a:p>
            <a:r>
              <a:rPr b="1" lang="en-US" sz="2540" spc="-1" strike="noStrike">
                <a:solidFill>
                  <a:srgbClr val="004899"/>
                </a:solidFill>
                <a:latin typeface="Noto Sans"/>
              </a:rPr>
              <a:t>WMS</a:t>
            </a:r>
            <a:endParaRPr b="0" lang="en-US" sz="2540" spc="-1" strike="noStrike">
              <a:solidFill>
                <a:srgbClr val="000000"/>
              </a:solidFill>
              <a:latin typeface="Arial"/>
            </a:endParaRPr>
          </a:p>
        </p:txBody>
      </p:sp>
      <p:sp>
        <p:nvSpPr>
          <p:cNvPr id="632" name=""/>
          <p:cNvSpPr txBox="1"/>
          <p:nvPr/>
        </p:nvSpPr>
        <p:spPr>
          <a:xfrm>
            <a:off x="4396680" y="2629080"/>
            <a:ext cx="6941880" cy="624960"/>
          </a:xfrm>
          <a:prstGeom prst="rect">
            <a:avLst/>
          </a:prstGeom>
          <a:noFill/>
          <a:ln w="0">
            <a:noFill/>
          </a:ln>
        </p:spPr>
        <p:txBody>
          <a:bodyPr lIns="0" rIns="0" tIns="0" bIns="0" anchor="t">
            <a:noAutofit/>
          </a:bodyPr>
          <a:p>
            <a:r>
              <a:rPr b="0" lang="en-US" sz="2540" spc="-1" strike="noStrike">
                <a:solidFill>
                  <a:srgbClr val="000000"/>
                </a:solidFill>
                <a:latin typeface="Noto Sans"/>
              </a:rPr>
              <a:t>Kartenbild für Orientierung und Hintergrund</a:t>
            </a:r>
            <a:endParaRPr b="0" lang="en-US" sz="2540" spc="-1" strike="noStrike">
              <a:solidFill>
                <a:srgbClr val="000000"/>
              </a:solidFill>
              <a:latin typeface="Arial"/>
            </a:endParaRPr>
          </a:p>
        </p:txBody>
      </p:sp>
      <p:sp>
        <p:nvSpPr>
          <p:cNvPr id="633" name=""/>
          <p:cNvSpPr/>
          <p:nvPr/>
        </p:nvSpPr>
        <p:spPr>
          <a:xfrm>
            <a:off x="4191120" y="3695760"/>
            <a:ext cx="7353360" cy="152388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634" name=""/>
          <p:cNvSpPr/>
          <p:nvPr/>
        </p:nvSpPr>
        <p:spPr>
          <a:xfrm>
            <a:off x="4191120" y="3695760"/>
            <a:ext cx="53280" cy="1523880"/>
          </a:xfrm>
          <a:prstGeom prst="rect">
            <a:avLst/>
          </a:prstGeom>
          <a:solidFill>
            <a:srgbClr val="a32123"/>
          </a:solidFill>
          <a:ln w="0">
            <a:noFill/>
          </a:ln>
        </p:spPr>
        <p:txBody>
          <a:bodyPr lIns="90000" rIns="90000" tIns="45000" bIns="45000" anchor="ctr" anchorCtr="1">
            <a:noAutofit/>
          </a:bodyPr>
          <a:p>
            <a:endParaRPr b="0" lang="en-US" sz="1800" spc="-1" strike="noStrike">
              <a:solidFill>
                <a:srgbClr val="ffffff"/>
              </a:solidFill>
              <a:latin typeface="Arial"/>
            </a:endParaRPr>
          </a:p>
        </p:txBody>
      </p:sp>
      <p:sp>
        <p:nvSpPr>
          <p:cNvPr id="635" name=""/>
          <p:cNvSpPr txBox="1"/>
          <p:nvPr/>
        </p:nvSpPr>
        <p:spPr>
          <a:xfrm>
            <a:off x="4396680" y="3878640"/>
            <a:ext cx="6941880" cy="647640"/>
          </a:xfrm>
          <a:prstGeom prst="rect">
            <a:avLst/>
          </a:prstGeom>
          <a:noFill/>
          <a:ln w="0">
            <a:noFill/>
          </a:ln>
        </p:spPr>
        <p:txBody>
          <a:bodyPr lIns="0" rIns="0" tIns="0" bIns="0" anchor="t">
            <a:noAutofit/>
          </a:bodyPr>
          <a:p>
            <a:r>
              <a:rPr b="1" lang="en-US" sz="2540" spc="-1" strike="noStrike">
                <a:solidFill>
                  <a:srgbClr val="a32123"/>
                </a:solidFill>
                <a:latin typeface="Noto Sans"/>
              </a:rPr>
              <a:t>WFS</a:t>
            </a:r>
            <a:endParaRPr b="0" lang="en-US" sz="2540" spc="-1" strike="noStrike">
              <a:solidFill>
                <a:srgbClr val="000000"/>
              </a:solidFill>
              <a:latin typeface="Arial"/>
            </a:endParaRPr>
          </a:p>
        </p:txBody>
      </p:sp>
      <p:sp>
        <p:nvSpPr>
          <p:cNvPr id="636" name=""/>
          <p:cNvSpPr txBox="1"/>
          <p:nvPr/>
        </p:nvSpPr>
        <p:spPr>
          <a:xfrm>
            <a:off x="4396680" y="4457880"/>
            <a:ext cx="6941880" cy="624960"/>
          </a:xfrm>
          <a:prstGeom prst="rect">
            <a:avLst/>
          </a:prstGeom>
          <a:noFill/>
          <a:ln w="0">
            <a:noFill/>
          </a:ln>
        </p:spPr>
        <p:txBody>
          <a:bodyPr lIns="0" rIns="0" tIns="0" bIns="0" anchor="t">
            <a:noAutofit/>
          </a:bodyPr>
          <a:p>
            <a:r>
              <a:rPr b="0" lang="en-US" sz="2540" spc="-1" strike="noStrike">
                <a:solidFill>
                  <a:srgbClr val="000000"/>
                </a:solidFill>
                <a:latin typeface="Noto Sans"/>
              </a:rPr>
              <a:t>Vektorfeatures mit Geometrien und Attributen</a:t>
            </a:r>
            <a:endParaRPr b="0" lang="en-US" sz="2540" spc="-1" strike="noStrike">
              <a:solidFill>
                <a:srgbClr val="000000"/>
              </a:solidFill>
              <a:latin typeface="Arial"/>
            </a:endParaRPr>
          </a:p>
        </p:txBody>
      </p:sp>
      <p:sp>
        <p:nvSpPr>
          <p:cNvPr id="637" name=""/>
          <p:cNvSpPr/>
          <p:nvPr/>
        </p:nvSpPr>
        <p:spPr>
          <a:xfrm>
            <a:off x="647640" y="5517000"/>
            <a:ext cx="10896840" cy="594360"/>
          </a:xfrm>
          <a:prstGeom prst="rect">
            <a:avLst/>
          </a:prstGeom>
          <a:solidFill>
            <a:srgbClr val="eaf5f7"/>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638" name=""/>
          <p:cNvSpPr txBox="1"/>
          <p:nvPr/>
        </p:nvSpPr>
        <p:spPr>
          <a:xfrm>
            <a:off x="838080" y="5623560"/>
            <a:ext cx="10515600" cy="442080"/>
          </a:xfrm>
          <a:prstGeom prst="rect">
            <a:avLst/>
          </a:prstGeom>
          <a:noFill/>
          <a:ln w="0">
            <a:noFill/>
          </a:ln>
        </p:spPr>
        <p:txBody>
          <a:bodyPr lIns="0" rIns="0" tIns="0" bIns="0" anchor="t">
            <a:noAutofit/>
          </a:bodyPr>
          <a:p>
            <a:r>
              <a:rPr b="1" lang="en-US" sz="1979" spc="-1" strike="noStrike">
                <a:solidFill>
                  <a:srgbClr val="004899"/>
                </a:solidFill>
                <a:latin typeface="Noto Sans"/>
              </a:rPr>
              <a:t>Ähnlicher sichtbarer Inhalt – technisch unterschiedliche Lieferung.</a:t>
            </a:r>
            <a:endParaRPr b="0" lang="en-US" sz="1979"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9" name=""/>
          <p:cNvSpPr txBox="1"/>
          <p:nvPr/>
        </p:nvSpPr>
        <p:spPr>
          <a:xfrm>
            <a:off x="762120" y="365760"/>
            <a:ext cx="10668240" cy="868680"/>
          </a:xfrm>
          <a:prstGeom prst="rect">
            <a:avLst/>
          </a:prstGeom>
          <a:noFill/>
          <a:ln w="0">
            <a:noFill/>
          </a:ln>
        </p:spPr>
        <p:txBody>
          <a:bodyPr lIns="0" rIns="0" tIns="0" bIns="0" anchor="t">
            <a:noAutofit/>
          </a:bodyPr>
          <a:p>
            <a:r>
              <a:rPr b="1" lang="en-US" sz="3190" spc="-1" strike="noStrike">
                <a:solidFill>
                  <a:srgbClr val="000000"/>
                </a:solidFill>
                <a:latin typeface="Noto Sans"/>
              </a:rPr>
              <a:t>Materialien und Quellen</a:t>
            </a:r>
            <a:endParaRPr b="0" lang="en-US" sz="3190" spc="-1" strike="noStrike">
              <a:solidFill>
                <a:srgbClr val="000000"/>
              </a:solidFill>
              <a:latin typeface="Arial"/>
            </a:endParaRPr>
          </a:p>
        </p:txBody>
      </p:sp>
      <p:sp>
        <p:nvSpPr>
          <p:cNvPr id="640" name=""/>
          <p:cNvSpPr txBox="1"/>
          <p:nvPr/>
        </p:nvSpPr>
        <p:spPr>
          <a:xfrm>
            <a:off x="762120" y="1318320"/>
            <a:ext cx="10668240" cy="228600"/>
          </a:xfrm>
          <a:prstGeom prst="rect">
            <a:avLst/>
          </a:prstGeom>
          <a:noFill/>
          <a:ln w="0">
            <a:noFill/>
          </a:ln>
        </p:spPr>
        <p:txBody>
          <a:bodyPr lIns="0" rIns="0" tIns="0" bIns="0" anchor="t">
            <a:noAutofit/>
          </a:bodyPr>
          <a:p>
            <a:r>
              <a:rPr b="1" lang="en-US" sz="1130" spc="-1" strike="noStrike">
                <a:solidFill>
                  <a:srgbClr val="004899"/>
                </a:solidFill>
                <a:latin typeface="Noto Sans"/>
              </a:rPr>
              <a:t>RESERVE · ZUM NACHSCHLAGEN</a:t>
            </a:r>
            <a:endParaRPr b="0" lang="en-US" sz="1130" spc="-1" strike="noStrike">
              <a:solidFill>
                <a:srgbClr val="000000"/>
              </a:solidFill>
              <a:latin typeface="Arial"/>
            </a:endParaRPr>
          </a:p>
        </p:txBody>
      </p:sp>
      <p:sp>
        <p:nvSpPr>
          <p:cNvPr id="641" name=""/>
          <p:cNvSpPr txBox="1"/>
          <p:nvPr/>
        </p:nvSpPr>
        <p:spPr>
          <a:xfrm>
            <a:off x="762120" y="6492240"/>
            <a:ext cx="8382240" cy="228600"/>
          </a:xfrm>
          <a:prstGeom prst="rect">
            <a:avLst/>
          </a:prstGeom>
          <a:noFill/>
          <a:ln w="0">
            <a:noFill/>
          </a:ln>
        </p:spPr>
        <p:txBody>
          <a:bodyPr lIns="0" rIns="0" tIns="0" bIns="0" anchor="t">
            <a:noAutofit/>
          </a:bodyPr>
          <a:p>
            <a:r>
              <a:rPr b="0" lang="en-US" sz="939" spc="-1" strike="noStrike">
                <a:solidFill>
                  <a:srgbClr val="414141"/>
                </a:solidFill>
                <a:latin typeface="Noto Sans"/>
              </a:rPr>
              <a:t>Universität Marburg | Fachbereich 19 · Geographie | Geodaten · Unit 10</a:t>
            </a:r>
            <a:endParaRPr b="0" lang="en-US" sz="939" spc="-1" strike="noStrike">
              <a:solidFill>
                <a:srgbClr val="000000"/>
              </a:solidFill>
              <a:latin typeface="Arial"/>
            </a:endParaRPr>
          </a:p>
        </p:txBody>
      </p:sp>
      <p:sp>
        <p:nvSpPr>
          <p:cNvPr id="642" name=""/>
          <p:cNvSpPr txBox="1"/>
          <p:nvPr/>
        </p:nvSpPr>
        <p:spPr>
          <a:xfrm>
            <a:off x="11521440" y="6477120"/>
            <a:ext cx="320040" cy="190440"/>
          </a:xfrm>
          <a:prstGeom prst="rect">
            <a:avLst/>
          </a:prstGeom>
          <a:noFill/>
          <a:ln w="0">
            <a:noFill/>
          </a:ln>
        </p:spPr>
        <p:txBody>
          <a:bodyPr lIns="0" rIns="0" tIns="0" bIns="0" anchor="t">
            <a:noAutofit/>
          </a:bodyPr>
          <a:p>
            <a:pPr algn="ctr"/>
            <a:r>
              <a:rPr b="0" lang="en-US" sz="939" spc="-1" strike="noStrike">
                <a:solidFill>
                  <a:srgbClr val="000000"/>
                </a:solidFill>
                <a:latin typeface="Noto Sans"/>
              </a:rPr>
              <a:t>32</a:t>
            </a:r>
            <a:endParaRPr b="0" lang="en-US" sz="939" spc="-1" strike="noStrike">
              <a:solidFill>
                <a:srgbClr val="000000"/>
              </a:solidFill>
              <a:latin typeface="Arial"/>
            </a:endParaRPr>
          </a:p>
        </p:txBody>
      </p:sp>
      <p:sp>
        <p:nvSpPr>
          <p:cNvPr id="643" name=""/>
          <p:cNvSpPr txBox="1"/>
          <p:nvPr/>
        </p:nvSpPr>
        <p:spPr>
          <a:xfrm>
            <a:off x="838080" y="169164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1"/>
              </a:rPr>
              <a:t>GeoMOER · Überblick Unit 10</a:t>
            </a:r>
            <a:endParaRPr b="0" lang="en-US" sz="2350" spc="-1" strike="noStrike">
              <a:solidFill>
                <a:srgbClr val="000000"/>
              </a:solidFill>
              <a:latin typeface="Arial"/>
            </a:endParaRPr>
          </a:p>
        </p:txBody>
      </p:sp>
      <p:sp>
        <p:nvSpPr>
          <p:cNvPr id="644" name=""/>
          <p:cNvSpPr txBox="1"/>
          <p:nvPr/>
        </p:nvSpPr>
        <p:spPr>
          <a:xfrm>
            <a:off x="838080" y="223272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2"/>
              </a:rPr>
              <a:t>GeoMOER · QGIS-Kernpfad Unit 10</a:t>
            </a:r>
            <a:endParaRPr b="0" lang="en-US" sz="2350" spc="-1" strike="noStrike">
              <a:solidFill>
                <a:srgbClr val="000000"/>
              </a:solidFill>
              <a:latin typeface="Arial"/>
            </a:endParaRPr>
          </a:p>
        </p:txBody>
      </p:sp>
      <p:sp>
        <p:nvSpPr>
          <p:cNvPr id="645" name=""/>
          <p:cNvSpPr txBox="1"/>
          <p:nvPr/>
        </p:nvSpPr>
        <p:spPr>
          <a:xfrm>
            <a:off x="838080" y="277380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3"/>
              </a:rPr>
              <a:t>GeoMOER · Einführung in QGIS</a:t>
            </a:r>
            <a:endParaRPr b="0" lang="en-US" sz="2350" spc="-1" strike="noStrike">
              <a:solidFill>
                <a:srgbClr val="000000"/>
              </a:solidFill>
              <a:latin typeface="Arial"/>
            </a:endParaRPr>
          </a:p>
        </p:txBody>
      </p:sp>
      <p:sp>
        <p:nvSpPr>
          <p:cNvPr id="646" name=""/>
          <p:cNvSpPr txBox="1"/>
          <p:nvPr/>
        </p:nvSpPr>
        <p:spPr>
          <a:xfrm>
            <a:off x="838080" y="331488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4"/>
              </a:rPr>
              <a:t>GeoMOER · Datenquellen und WMS</a:t>
            </a:r>
            <a:endParaRPr b="0" lang="en-US" sz="2350" spc="-1" strike="noStrike">
              <a:solidFill>
                <a:srgbClr val="000000"/>
              </a:solidFill>
              <a:latin typeface="Arial"/>
            </a:endParaRPr>
          </a:p>
        </p:txBody>
      </p:sp>
      <p:sp>
        <p:nvSpPr>
          <p:cNvPr id="647" name=""/>
          <p:cNvSpPr txBox="1"/>
          <p:nvPr/>
        </p:nvSpPr>
        <p:spPr>
          <a:xfrm>
            <a:off x="838080" y="385560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5"/>
              </a:rPr>
              <a:t>QGIS 3.40 · Benutzerhandbuch</a:t>
            </a:r>
            <a:endParaRPr b="0" lang="en-US" sz="2350" spc="-1" strike="noStrike">
              <a:solidFill>
                <a:srgbClr val="000000"/>
              </a:solidFill>
              <a:latin typeface="Arial"/>
            </a:endParaRPr>
          </a:p>
        </p:txBody>
      </p:sp>
      <p:sp>
        <p:nvSpPr>
          <p:cNvPr id="648" name=""/>
          <p:cNvSpPr txBox="1"/>
          <p:nvPr/>
        </p:nvSpPr>
        <p:spPr>
          <a:xfrm>
            <a:off x="838080" y="4396680"/>
            <a:ext cx="10515600" cy="457200"/>
          </a:xfrm>
          <a:prstGeom prst="rect">
            <a:avLst/>
          </a:prstGeom>
          <a:noFill/>
          <a:ln w="0">
            <a:noFill/>
          </a:ln>
        </p:spPr>
        <p:txBody>
          <a:bodyPr lIns="0" rIns="0" tIns="0" bIns="0" anchor="t">
            <a:noAutofit/>
          </a:bodyPr>
          <a:p>
            <a:r>
              <a:rPr b="1" lang="en-US" sz="2350" spc="-1" strike="noStrike">
                <a:solidFill>
                  <a:srgbClr val="004899"/>
                </a:solidFill>
                <a:latin typeface="Noto Sans"/>
                <a:hlinkClick r:id="rId6"/>
              </a:rPr>
              <a:t>HLNUG · Geodienste Naturschutz</a:t>
            </a:r>
            <a:endParaRPr b="0" lang="en-US" sz="2350" spc="-1" strike="noStrike">
              <a:solidFill>
                <a:srgbClr val="000000"/>
              </a:solidFill>
              <a:latin typeface="Arial"/>
            </a:endParaRPr>
          </a:p>
        </p:txBody>
      </p:sp>
      <p:sp>
        <p:nvSpPr>
          <p:cNvPr id="649" name=""/>
          <p:cNvSpPr txBox="1"/>
          <p:nvPr/>
        </p:nvSpPr>
        <p:spPr>
          <a:xfrm>
            <a:off x="838080" y="5151240"/>
            <a:ext cx="10591920" cy="945000"/>
          </a:xfrm>
          <a:prstGeom prst="rect">
            <a:avLst/>
          </a:prstGeom>
          <a:noFill/>
          <a:ln w="0">
            <a:noFill/>
          </a:ln>
        </p:spPr>
        <p:txBody>
          <a:bodyPr lIns="0" rIns="0" tIns="0" bIns="0" anchor="t">
            <a:noAutofit/>
          </a:bodyPr>
          <a:p>
            <a:r>
              <a:rPr b="0" lang="en-US" sz="1600" spc="-1" strike="noStrike">
                <a:solidFill>
                  <a:srgbClr val="414141"/>
                </a:solidFill>
                <a:latin typeface="Noto Sans"/>
              </a:rPr>
              <a:t>Paketstand: 08.09.2026 · Abgleich der Folien: 09.09.2026</a:t>
            </a:r>
            <a:endParaRPr b="0" lang="en-US" sz="1600" spc="-1" strike="noStrike">
              <a:solidFill>
                <a:srgbClr val="000000"/>
              </a:solidFill>
              <a:latin typeface="Arial"/>
            </a:endParaRPr>
          </a:p>
          <a:p>
            <a:r>
              <a:rPr b="0" lang="en-US" sz="1600" spc="-1" strike="noStrike">
                <a:solidFill>
                  <a:srgbClr val="414141"/>
                </a:solidFill>
                <a:latin typeface="Noto Sans"/>
              </a:rPr>
              <a:t>Layout: Universität-Marburg-Vorlage · Titel-/Abschlussbild: FB19-Vorlage</a:t>
            </a:r>
            <a:endParaRPr b="0" lang="en-US" sz="1600" spc="-1" strike="noStrike">
              <a:solidFill>
                <a:srgbClr val="000000"/>
              </a:solidFill>
              <a:latin typeface="Arial"/>
            </a:endParaRPr>
          </a:p>
          <a:p>
            <a:r>
              <a:rPr b="0" lang="en-US" sz="1600" spc="-1" strike="noStrike">
                <a:solidFill>
                  <a:srgbClr val="414141"/>
                </a:solidFill>
                <a:latin typeface="Noto Sans"/>
              </a:rPr>
              <a:t>Lehrabbildungen: vorhandene SVGs der Unit 10</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0" name=""/>
          <p:cNvSpPr/>
          <p:nvPr/>
        </p:nvSpPr>
        <p:spPr>
          <a:xfrm>
            <a:off x="335160" y="335160"/>
            <a:ext cx="6164640" cy="6149520"/>
          </a:xfrm>
          <a:prstGeom prst="rect">
            <a:avLst/>
          </a:prstGeom>
          <a:solidFill>
            <a:srgbClr val="f7deed"/>
          </a:solidFill>
          <a:ln w="0">
            <a:noFill/>
          </a:ln>
        </p:spPr>
        <p:txBody>
          <a:bodyPr lIns="90000" rIns="90000" tIns="45000" bIns="45000" anchor="ctr" anchorCtr="1">
            <a:noAutofit/>
          </a:bodyPr>
          <a:p>
            <a:endParaRPr b="0" lang="en-US" sz="1800" spc="-1" strike="noStrike">
              <a:solidFill>
                <a:srgbClr val="000000"/>
              </a:solidFill>
              <a:latin typeface="Arial"/>
            </a:endParaRPr>
          </a:p>
        </p:txBody>
      </p:sp>
      <p:pic>
        <p:nvPicPr>
          <p:cNvPr id="651" name="" descr=""/>
          <p:cNvPicPr/>
          <p:nvPr/>
        </p:nvPicPr>
        <p:blipFill>
          <a:blip r:embed="rId1"/>
          <a:stretch/>
        </p:blipFill>
        <p:spPr>
          <a:xfrm>
            <a:off x="6972480" y="2666880"/>
            <a:ext cx="4876920" cy="1671120"/>
          </a:xfrm>
          <a:prstGeom prst="rect">
            <a:avLst/>
          </a:prstGeom>
          <a:ln w="0">
            <a:noFill/>
          </a:ln>
        </p:spPr>
      </p:pic>
      <p:sp>
        <p:nvSpPr>
          <p:cNvPr id="652" name=""/>
          <p:cNvSpPr txBox="1"/>
          <p:nvPr/>
        </p:nvSpPr>
        <p:spPr>
          <a:xfrm>
            <a:off x="762120" y="2895480"/>
            <a:ext cx="5334120" cy="1905120"/>
          </a:xfrm>
          <a:prstGeom prst="rect">
            <a:avLst/>
          </a:prstGeom>
          <a:noFill/>
          <a:ln w="0">
            <a:noFill/>
          </a:ln>
        </p:spPr>
        <p:txBody>
          <a:bodyPr lIns="0" rIns="0" tIns="0" bIns="0" anchor="t">
            <a:noAutofit/>
          </a:bodyPr>
          <a:p>
            <a:r>
              <a:rPr b="0" lang="en-US" sz="3859" spc="-1" strike="noStrike">
                <a:solidFill>
                  <a:srgbClr val="000000"/>
                </a:solidFill>
                <a:latin typeface="Noto Sans"/>
              </a:rPr>
              <a:t>Vielen Dank für Ihre Aufmerksamkeit</a:t>
            </a:r>
            <a:endParaRPr b="0" lang="en-US" sz="3859" spc="-1" strike="noStrike">
              <a:solidFill>
                <a:srgbClr val="ffffff"/>
              </a:solidFill>
              <a:latin typeface="Arial"/>
            </a:endParaRPr>
          </a:p>
        </p:txBody>
      </p:sp>
      <p:sp>
        <p:nvSpPr>
          <p:cNvPr id="653" name=""/>
          <p:cNvSpPr txBox="1"/>
          <p:nvPr/>
        </p:nvSpPr>
        <p:spPr>
          <a:xfrm>
            <a:off x="1257480" y="5410080"/>
            <a:ext cx="4724280" cy="838080"/>
          </a:xfrm>
          <a:prstGeom prst="rect">
            <a:avLst/>
          </a:prstGeom>
          <a:noFill/>
          <a:ln w="0">
            <a:noFill/>
          </a:ln>
        </p:spPr>
        <p:txBody>
          <a:bodyPr lIns="0" rIns="0" tIns="0" bIns="0" anchor="t">
            <a:noAutofit/>
          </a:bodyPr>
          <a:p>
            <a:r>
              <a:rPr b="0" lang="en-US" sz="1690" spc="-1" strike="noStrike">
                <a:solidFill>
                  <a:srgbClr val="000000"/>
                </a:solidFill>
                <a:latin typeface="Noto Sans"/>
              </a:rPr>
              <a:t>Geodaten · Unit 10</a:t>
            </a:r>
            <a:endParaRPr b="0" lang="en-US" sz="1690" spc="-1" strike="noStrike">
              <a:solidFill>
                <a:srgbClr val="ffffff"/>
              </a:solidFill>
              <a:latin typeface="Arial"/>
            </a:endParaRPr>
          </a:p>
          <a:p>
            <a:r>
              <a:rPr b="0" lang="en-US" sz="1690" spc="-1" strike="noStrike">
                <a:solidFill>
                  <a:srgbClr val="000000"/>
                </a:solidFill>
                <a:latin typeface="Noto Sans"/>
              </a:rPr>
              <a:t>Fachbereich 19 · Geographie</a:t>
            </a:r>
            <a:endParaRPr b="0" lang="en-US" sz="169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6.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7.xml><?xml version="1.0" encoding="utf-8"?>
<a:theme xmlns:a="http://schemas.openxmlformats.org/drawingml/2006/main" xmlns:r="http://schemas.openxmlformats.org/officeDocument/2006/relationships"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pitchFamily="0" charset="1"/>
        <a:ea typeface=""/>
        <a:cs typeface=""/>
      </a:majorFont>
      <a:minorFont>
        <a:latin typeface="Noto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8.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Words>1825</Words>
  <Paragraphs>216</Paragraphs>
  <Company>Universität Marburg</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2025-02-27T00:25:01Z</dcterms:created>
  <dc:creator>GeoMOER</dc:creator>
  <dc:description/>
  <dc:language>en-US</dc:language>
  <cp:lastModifiedBy/>
  <dcterms:modified xsi:type="dcterms:W3CDTF">2026-09-15T13:19:49Z</dcterms:modified>
  <cp:revision>35</cp:revision>
  <dc:subject>Geodaten · Unit 10 · Präsenzlehre</dc:subject>
  <dc:title>Unit 10 – Geodatenmodelle, QGIS und Datenquellen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Breitbild</vt:lpwstr>
  </property>
  <property fmtid="{D5CDD505-2E9C-101B-9397-08002B2CF9AE}" pid="3" name="Slides">
    <vt:i4>22</vt:i4>
  </property>
</Properties>
</file>