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17.xml" ContentType="application/vnd.openxmlformats-officedocument.presentationml.slideMaster+xml"/>
  <Override PartName="/ppt/slideMasters/slideMaster5.xml" ContentType="application/vnd.openxmlformats-officedocument.presentationml.slideMaster+xml"/>
  <Override PartName="/ppt/slideMasters/slideMaster16.xml" ContentType="application/vnd.openxmlformats-officedocument.presentationml.slideMaster+xml"/>
  <Override PartName="/ppt/slideMasters/slideMaster4.xml" ContentType="application/vnd.openxmlformats-officedocument.presentationml.slideMaster+xml"/>
  <Override PartName="/ppt/slideMasters/slideMaster15.xml" ContentType="application/vnd.openxmlformats-officedocument.presentationml.slideMaster+xml"/>
  <Override PartName="/ppt/slideMasters/slideMaster3.xml" ContentType="application/vnd.openxmlformats-officedocument.presentationml.slideMaster+xml"/>
  <Override PartName="/ppt/slideMasters/_rels/slideMaster6.xml.rels" ContentType="application/vnd.openxmlformats-package.relationships+xml"/>
  <Override PartName="/ppt/slideMasters/_rels/slideMaster17.xml.rels" ContentType="application/vnd.openxmlformats-package.relationships+xml"/>
  <Override PartName="/ppt/slideMasters/_rels/slideMaster5.xml.rels" ContentType="application/vnd.openxmlformats-package.relationships+xml"/>
  <Override PartName="/ppt/slideMasters/_rels/slideMaster16.xml.rels" ContentType="application/vnd.openxmlformats-package.relationships+xml"/>
  <Override PartName="/ppt/slideMasters/_rels/slideMaster11.xml.rels" ContentType="application/vnd.openxmlformats-package.relationships+xml"/>
  <Override PartName="/ppt/slideMasters/_rels/slideMaster10.xml.rels" ContentType="application/vnd.openxmlformats-package.relationships+xml"/>
  <Override PartName="/ppt/slideMasters/_rels/slideMaster9.xml.rels" ContentType="application/vnd.openxmlformats-package.relationships+xml"/>
  <Override PartName="/ppt/slideMasters/_rels/slideMaster4.xml.rels" ContentType="application/vnd.openxmlformats-package.relationships+xml"/>
  <Override PartName="/ppt/slideMasters/_rels/slideMaster15.xml.rels" ContentType="application/vnd.openxmlformats-package.relationships+xml"/>
  <Override PartName="/ppt/slideMasters/_rels/slideMaster8.xml.rels" ContentType="application/vnd.openxmlformats-package.relationships+xml"/>
  <Override PartName="/ppt/slideMasters/_rels/slideMaster12.xml.rels" ContentType="application/vnd.openxmlformats-package.relationships+xml"/>
  <Override PartName="/ppt/slideMasters/_rels/slideMaster1.xml.rels" ContentType="application/vnd.openxmlformats-package.relationships+xml"/>
  <Override PartName="/ppt/slideMasters/_rels/slideMaster7.xml.rels" ContentType="application/vnd.openxmlformats-package.relationships+xml"/>
  <Override PartName="/ppt/slideMasters/_rels/slideMaster13.xml.rels" ContentType="application/vnd.openxmlformats-package.relationships+xml"/>
  <Override PartName="/ppt/slideMasters/_rels/slideMaster2.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slideMaster14.xml" ContentType="application/vnd.openxmlformats-officedocument.presentationml.slideMaster+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presProps.xml" ContentType="application/vnd.openxmlformats-officedocument.presentationml.presProps+xml"/>
  <Override PartName="/ppt/theme/theme10.xml" ContentType="application/vnd.openxmlformats-officedocument.theme+xml"/>
  <Override PartName="/ppt/theme/theme9.xml" ContentType="application/vnd.openxmlformats-officedocument.theme+xml"/>
  <Override PartName="/ppt/theme/theme8.xml" ContentType="application/vnd.openxmlformats-officedocument.theme+xml"/>
  <Override PartName="/ppt/theme/theme7.xml" ContentType="application/vnd.openxmlformats-officedocument.theme+xml"/>
  <Override PartName="/ppt/theme/theme6.xml" ContentType="application/vnd.openxmlformats-officedocument.theme+xml"/>
  <Override PartName="/ppt/theme/theme18.xml" ContentType="application/vnd.openxmlformats-officedocument.theme+xml"/>
  <Override PartName="/ppt/theme/theme17.xml" ContentType="application/vnd.openxmlformats-officedocument.theme+xml"/>
  <Override PartName="/ppt/theme/theme16.xml" ContentType="application/vnd.openxmlformats-officedocument.theme+xml"/>
  <Override PartName="/ppt/theme/theme15.xml" ContentType="application/vnd.openxmlformats-officedocument.theme+xml"/>
  <Override PartName="/ppt/theme/theme5.xml" ContentType="application/vnd.openxmlformats-officedocument.theme+xml"/>
  <Override PartName="/ppt/theme/theme14.xml" ContentType="application/vnd.openxmlformats-officedocument.theme+xml"/>
  <Override PartName="/ppt/theme/theme4.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13.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10.xml.rels" ContentType="application/vnd.openxmlformats-package.relationships+xml"/>
  <Override PartName="/ppt/slideLayouts/_rels/slideLayout9.xml.rels" ContentType="application/vnd.openxmlformats-package.relationships+xml"/>
  <Override PartName="/ppt/slideLayouts/_rels/slideLayout17.xml.rels" ContentType="application/vnd.openxmlformats-package.relationships+xml"/>
  <Override PartName="/ppt/slideLayouts/_rels/slideLayout13.xml.rels" ContentType="application/vnd.openxmlformats-package.relationships+xml"/>
  <Override PartName="/ppt/slideLayouts/_rels/slideLayout8.xml.rels" ContentType="application/vnd.openxmlformats-package.relationships+xml"/>
  <Override PartName="/ppt/slideLayouts/_rels/slideLayout16.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15.xml.rels" ContentType="application/vnd.openxmlformats-package.relationships+xml"/>
  <Override PartName="/ppt/slideLayouts/_rels/slideLayout18.xml.rels" ContentType="application/vnd.openxmlformats-package.relationships+xml"/>
  <Override PartName="/ppt/slideLayouts/_rels/slideLayout14.xml.rels" ContentType="application/vnd.openxmlformats-package.relationships+xml"/>
  <Override PartName="/ppt/slideLayouts/_rels/slideLayout6.xml.rels" ContentType="application/vnd.openxmlformats-package.relationships+xml"/>
  <Override PartName="/ppt/slideLayouts/_rels/slideLayout1.xml.rels" ContentType="application/vnd.openxmlformats-package.relationships+xml"/>
  <Override PartName="/ppt/slideLayouts/_rels/slideLayout2.xml.rels" ContentType="application/vnd.openxmlformats-package.relationship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2.svg" ContentType="image/svg"/>
  <Override PartName="/ppt/media/image8.svg" ContentType="image/svg"/>
  <Override PartName="/ppt/media/image1.png" ContentType="image/png"/>
  <Override PartName="/ppt/media/image2.jpeg" ContentType="image/jpeg"/>
  <Override PartName="/ppt/media/image3.png" ContentType="image/png"/>
  <Override PartName="/ppt/media/image4.svg" ContentType="image/svg"/>
  <Override PartName="/ppt/media/image7.png" ContentType="image/png"/>
  <Override PartName="/ppt/media/image11.png" ContentType="image/png"/>
  <Override PartName="/ppt/media/image14.png" ContentType="image/png"/>
  <Override PartName="/ppt/media/image5.png" ContentType="image/png"/>
  <Override PartName="/ppt/media/image15.svg" ContentType="image/svg"/>
  <Override PartName="/ppt/media/image6.svg" ContentType="image/svg"/>
  <Override PartName="/ppt/media/image9.png" ContentType="image/png"/>
  <Override PartName="/ppt/media/image10.svg" ContentType="image/svg"/>
  <Override PartName="/ppt/media/image13.png" ContentType="image/png"/>
  <Override PartName="/ppt/slides/_rels/slide14.xml.rels" ContentType="application/vnd.openxmlformats-package.relationships+xml"/>
  <Override PartName="/ppt/slides/_rels/slide6.xml.rels" ContentType="application/vnd.openxmlformats-package.relationships+xml"/>
  <Override PartName="/ppt/slides/_rels/slide23.xml.rels" ContentType="application/vnd.openxmlformats-package.relationships+xml"/>
  <Override PartName="/ppt/slides/_rels/slide15.xml.rels" ContentType="application/vnd.openxmlformats-package.relationships+xml"/>
  <Override PartName="/ppt/slides/_rels/slide19.xml.rels" ContentType="application/vnd.openxmlformats-package.relationships+xml"/>
  <Override PartName="/ppt/slides/_rels/slide33.xml.rels" ContentType="application/vnd.openxmlformats-package.relationships+xml"/>
  <Override PartName="/ppt/slides/_rels/slide32.xml.rels" ContentType="application/vnd.openxmlformats-package.relationships+xml"/>
  <Override PartName="/ppt/slides/_rels/slide31.xml.rels" ContentType="application/vnd.openxmlformats-package.relationships+xml"/>
  <Override PartName="/ppt/slides/_rels/slide29.xml.rels" ContentType="application/vnd.openxmlformats-package.relationships+xml"/>
  <Override PartName="/ppt/slides/_rels/slide5.xml.rels" ContentType="application/vnd.openxmlformats-package.relationships+xml"/>
  <Override PartName="/ppt/slides/_rels/slide22.xml.rels" ContentType="application/vnd.openxmlformats-package.relationships+xml"/>
  <Override PartName="/ppt/slides/_rels/slide30.xml.rels" ContentType="application/vnd.openxmlformats-package.relationships+xml"/>
  <Override PartName="/ppt/slides/_rels/slide28.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27.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18.xml.rels" ContentType="application/vnd.openxmlformats-package.relationships+xml"/>
  <Override PartName="/ppt/slides/_rels/slide11.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_rels/slide2.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19.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slides/slide7.xml" ContentType="application/vnd.openxmlformats-officedocument.presentationml.slide+xml"/>
  <Override PartName="/ppt/slides/slide15.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notesSlides/_rels/notesSlide24.xml.rels" ContentType="application/vnd.openxmlformats-package.relationships+xml"/>
  <Override PartName="/ppt/notesSlides/_rels/notesSlide23.xml.rels" ContentType="application/vnd.openxmlformats-package.relationships+xml"/>
  <Override PartName="/ppt/notesSlides/_rels/notesSlide7.xml.rels" ContentType="application/vnd.openxmlformats-package.relationships+xml"/>
  <Override PartName="/ppt/notesSlides/_rels/notesSlide16.xml.rels" ContentType="application/vnd.openxmlformats-package.relationships+xml"/>
  <Override PartName="/ppt/notesSlides/_rels/notesSlide33.xml.rels" ContentType="application/vnd.openxmlformats-package.relationships+xml"/>
  <Override PartName="/ppt/notesSlides/_rels/notesSlide2.xml.rels" ContentType="application/vnd.openxmlformats-package.relationships+xml"/>
  <Override PartName="/ppt/notesSlides/_rels/notesSlide11.xml.rels" ContentType="application/vnd.openxmlformats-package.relationships+xml"/>
  <Override PartName="/ppt/notesSlides/_rels/notesSlide32.xml.rels" ContentType="application/vnd.openxmlformats-package.relationships+xml"/>
  <Override PartName="/ppt/notesSlides/_rels/notesSlide1.xml.rels" ContentType="application/vnd.openxmlformats-package.relationships+xml"/>
  <Override PartName="/ppt/notesSlides/_rels/notesSlide10.xml.rels" ContentType="application/vnd.openxmlformats-package.relationships+xml"/>
  <Override PartName="/ppt/notesSlides/_rels/notesSlide31.xml.rels" ContentType="application/vnd.openxmlformats-package.relationships+xml"/>
  <Override PartName="/ppt/notesSlides/_rels/notesSlide29.xml.rels" ContentType="application/vnd.openxmlformats-package.relationships+xml"/>
  <Override PartName="/ppt/notesSlides/_rels/notesSlide30.xml.rels" ContentType="application/vnd.openxmlformats-package.relationships+xml"/>
  <Override PartName="/ppt/notesSlides/_rels/notesSlide28.xml.rels" ContentType="application/vnd.openxmlformats-package.relationships+xml"/>
  <Override PartName="/ppt/notesSlides/_rels/notesSlide27.xml.rels" ContentType="application/vnd.openxmlformats-package.relationships+xml"/>
  <Override PartName="/ppt/notesSlides/_rels/notesSlide25.xml.rels" ContentType="application/vnd.openxmlformats-package.relationships+xml"/>
  <Override PartName="/ppt/notesSlides/_rels/notesSlide26.xml.rels" ContentType="application/vnd.openxmlformats-package.relationships+xml"/>
  <Override PartName="/ppt/notesSlides/_rels/notesSlide12.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17.xml.rels" ContentType="application/vnd.openxmlformats-package.relationships+xml"/>
  <Override PartName="/ppt/notesSlides/_rels/notesSlide4.xml.rels" ContentType="application/vnd.openxmlformats-package.relationships+xml"/>
  <Override PartName="/ppt/notesSlides/_rels/notesSlide13.xml.rels" ContentType="application/vnd.openxmlformats-package.relationships+xml"/>
  <Override PartName="/ppt/notesSlides/_rels/notesSlide9.xml.rels" ContentType="application/vnd.openxmlformats-package.relationships+xml"/>
  <Override PartName="/ppt/notesSlides/_rels/notesSlide18.xml.rels" ContentType="application/vnd.openxmlformats-package.relationships+xml"/>
  <Override PartName="/ppt/notesSlides/_rels/notesSlide20.xml.rels" ContentType="application/vnd.openxmlformats-package.relationships+xml"/>
  <Override PartName="/ppt/notesSlides/_rels/notesSlide14.xml.rels" ContentType="application/vnd.openxmlformats-package.relationships+xml"/>
  <Override PartName="/ppt/notesSlides/_rels/notesSlide5.xml.rels" ContentType="application/vnd.openxmlformats-package.relationships+xml"/>
  <Override PartName="/ppt/notesSlides/_rels/notesSlide19.xml.rels" ContentType="application/vnd.openxmlformats-package.relationships+xml"/>
  <Override PartName="/ppt/notesSlides/_rels/notesSlide21.xml.rels" ContentType="application/vnd.openxmlformats-package.relationships+xml"/>
  <Override PartName="/ppt/notesSlides/_rels/notesSlide15.xml.rels" ContentType="application/vnd.openxmlformats-package.relationships+xml"/>
  <Override PartName="/ppt/notesSlides/_rels/notesSlide6.xml.rels" ContentType="application/vnd.openxmlformats-package.relationships+xml"/>
  <Override PartName="/ppt/notesSlides/_rels/notesSlide22.xml.rels" ContentType="application/vnd.openxmlformats-package.relationships+xml"/>
  <Override PartName="/ppt/notesSlides/notesSlide26.xml" ContentType="application/vnd.openxmlformats-officedocument.presentationml.notesSlide+xml"/>
  <Override PartName="/ppt/notesSlides/notesSlide9.xml" ContentType="application/vnd.openxmlformats-officedocument.presentationml.notesSlide+xml"/>
  <Override PartName="/ppt/notesSlides/notesSlide25.xml" ContentType="application/vnd.openxmlformats-officedocument.presentationml.notesSlide+xml"/>
  <Override PartName="/ppt/notesSlides/notesSlide8.xml" ContentType="application/vnd.openxmlformats-officedocument.presentationml.notesSlide+xml"/>
  <Override PartName="/ppt/notesSlides/notesSlide27.xml" ContentType="application/vnd.openxmlformats-officedocument.presentationml.notesSlide+xml"/>
  <Override PartName="/ppt/notesSlides/notesSlide1.xml" ContentType="application/vnd.openxmlformats-officedocument.presentationml.notesSlide+xml"/>
  <Override PartName="/ppt/notesSlides/notesSlide28.xml" ContentType="application/vnd.openxmlformats-officedocument.presentationml.notesSlide+xml"/>
  <Override PartName="/ppt/notesSlides/notesSlide2.xml" ContentType="application/vnd.openxmlformats-officedocument.presentationml.notesSlide+xml"/>
  <Override PartName="/ppt/notesSlides/notesSlide30.xml" ContentType="application/vnd.openxmlformats-officedocument.presentationml.notesSlide+xml"/>
  <Override PartName="/ppt/notesSlides/notesSlide29.xml" ContentType="application/vnd.openxmlformats-officedocument.presentationml.notesSlide+xml"/>
  <Override PartName="/ppt/notesSlides/notesSlide3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3.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notesSlides/notesSlide4.xml" ContentType="application/vnd.openxmlformats-officedocument.presentationml.notesSlide+xml"/>
  <Override PartName="/ppt/notesSlides/notesSlide21.xml" ContentType="application/vnd.openxmlformats-officedocument.presentationml.notesSlide+xml"/>
  <Override PartName="/ppt/notesSlides/notesSlide5.xml" ContentType="application/vnd.openxmlformats-officedocument.presentationml.notesSlide+xml"/>
  <Override PartName="/ppt/notesSlides/notesSlide22.xml" ContentType="application/vnd.openxmlformats-officedocument.presentationml.notesSlide+xml"/>
  <Override PartName="/ppt/notesSlides/notesSlide6.xml" ContentType="application/vnd.openxmlformats-officedocument.presentationml.notesSlide+xml"/>
  <Override PartName="/ppt/notesSlides/notesSlide23.xml" ContentType="application/vnd.openxmlformats-officedocument.presentationml.notesSlide+xml"/>
  <Override PartName="/ppt/notesSlides/notesSlide7.xml" ContentType="application/vnd.openxmlformats-officedocument.presentationml.notesSlide+xml"/>
  <Override PartName="/ppt/notesSlides/notesSlide2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9" r:id="rId17"/>
    <p:sldMasterId id="2147483681" r:id="rId18"/>
  </p:sldMasterIdLst>
  <p:notesMasterIdLst>
    <p:notesMasterId r:id="rId19"/>
  </p:notesMasterIdLst>
  <p:sldIdLst>
    <p:sldId id="256" r:id="rId20"/>
    <p:sldId id="257" r:id="rId21"/>
    <p:sldId id="258" r:id="rId22"/>
    <p:sldId id="259" r:id="rId23"/>
    <p:sldId id="260" r:id="rId24"/>
    <p:sldId id="261" r:id="rId25"/>
    <p:sldId id="262" r:id="rId26"/>
    <p:sldId id="263" r:id="rId27"/>
    <p:sldId id="264" r:id="rId28"/>
    <p:sldId id="265" r:id="rId29"/>
    <p:sldId id="266" r:id="rId30"/>
    <p:sldId id="267" r:id="rId31"/>
    <p:sldId id="268" r:id="rId32"/>
    <p:sldId id="269" r:id="rId33"/>
    <p:sldId id="270" r:id="rId34"/>
    <p:sldId id="271" r:id="rId35"/>
    <p:sldId id="272" r:id="rId36"/>
    <p:sldId id="273" r:id="rId37"/>
    <p:sldId id="274" r:id="rId38"/>
    <p:sldId id="275" r:id="rId39"/>
    <p:sldId id="276" r:id="rId40"/>
    <p:sldId id="277" r:id="rId41"/>
    <p:sldId id="278" r:id="rId42"/>
    <p:sldId id="279" r:id="rId43"/>
    <p:sldId id="280" r:id="rId44"/>
    <p:sldId id="281" r:id="rId45"/>
    <p:sldId id="282" r:id="rId46"/>
    <p:sldId id="283" r:id="rId47"/>
    <p:sldId id="284" r:id="rId48"/>
    <p:sldId id="285" r:id="rId49"/>
    <p:sldId id="286" r:id="rId50"/>
    <p:sldId id="287" r:id="rId51"/>
    <p:sldId id="288" r:id="rId52"/>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notesMaster" Target="notesMasters/notesMaster1.xml"/><Relationship Id="rId20" Type="http://schemas.openxmlformats.org/officeDocument/2006/relationships/slide" Target="slides/slide1.xml"/><Relationship Id="rId21" Type="http://schemas.openxmlformats.org/officeDocument/2006/relationships/slide" Target="slides/slide2.xml"/><Relationship Id="rId22" Type="http://schemas.openxmlformats.org/officeDocument/2006/relationships/slide" Target="slides/slide3.xml"/><Relationship Id="rId23" Type="http://schemas.openxmlformats.org/officeDocument/2006/relationships/slide" Target="slides/slide4.xml"/><Relationship Id="rId24" Type="http://schemas.openxmlformats.org/officeDocument/2006/relationships/slide" Target="slides/slide5.xml"/><Relationship Id="rId25" Type="http://schemas.openxmlformats.org/officeDocument/2006/relationships/slide" Target="slides/slide6.xml"/><Relationship Id="rId26" Type="http://schemas.openxmlformats.org/officeDocument/2006/relationships/slide" Target="slides/slide7.xml"/><Relationship Id="rId27" Type="http://schemas.openxmlformats.org/officeDocument/2006/relationships/slide" Target="slides/slide8.xml"/><Relationship Id="rId28" Type="http://schemas.openxmlformats.org/officeDocument/2006/relationships/slide" Target="slides/slide9.xml"/><Relationship Id="rId29" Type="http://schemas.openxmlformats.org/officeDocument/2006/relationships/slide" Target="slides/slide10.xml"/><Relationship Id="rId30" Type="http://schemas.openxmlformats.org/officeDocument/2006/relationships/slide" Target="slides/slide11.xml"/><Relationship Id="rId31" Type="http://schemas.openxmlformats.org/officeDocument/2006/relationships/slide" Target="slides/slide12.xml"/><Relationship Id="rId32" Type="http://schemas.openxmlformats.org/officeDocument/2006/relationships/slide" Target="slides/slide13.xml"/><Relationship Id="rId33" Type="http://schemas.openxmlformats.org/officeDocument/2006/relationships/slide" Target="slides/slide14.xml"/><Relationship Id="rId34" Type="http://schemas.openxmlformats.org/officeDocument/2006/relationships/slide" Target="slides/slide15.xml"/><Relationship Id="rId35" Type="http://schemas.openxmlformats.org/officeDocument/2006/relationships/slide" Target="slides/slide16.xml"/><Relationship Id="rId36" Type="http://schemas.openxmlformats.org/officeDocument/2006/relationships/slide" Target="slides/slide17.xml"/><Relationship Id="rId37" Type="http://schemas.openxmlformats.org/officeDocument/2006/relationships/slide" Target="slides/slide18.xml"/><Relationship Id="rId38" Type="http://schemas.openxmlformats.org/officeDocument/2006/relationships/slide" Target="slides/slide19.xml"/><Relationship Id="rId39" Type="http://schemas.openxmlformats.org/officeDocument/2006/relationships/slide" Target="slides/slide20.xml"/><Relationship Id="rId40" Type="http://schemas.openxmlformats.org/officeDocument/2006/relationships/slide" Target="slides/slide21.xml"/><Relationship Id="rId41" Type="http://schemas.openxmlformats.org/officeDocument/2006/relationships/slide" Target="slides/slide22.xml"/><Relationship Id="rId42" Type="http://schemas.openxmlformats.org/officeDocument/2006/relationships/slide" Target="slides/slide23.xml"/><Relationship Id="rId43" Type="http://schemas.openxmlformats.org/officeDocument/2006/relationships/slide" Target="slides/slide24.xml"/><Relationship Id="rId44" Type="http://schemas.openxmlformats.org/officeDocument/2006/relationships/slide" Target="slides/slide25.xml"/><Relationship Id="rId45" Type="http://schemas.openxmlformats.org/officeDocument/2006/relationships/slide" Target="slides/slide26.xml"/><Relationship Id="rId46" Type="http://schemas.openxmlformats.org/officeDocument/2006/relationships/slide" Target="slides/slide27.xml"/><Relationship Id="rId47" Type="http://schemas.openxmlformats.org/officeDocument/2006/relationships/slide" Target="slides/slide28.xml"/><Relationship Id="rId48" Type="http://schemas.openxmlformats.org/officeDocument/2006/relationships/slide" Target="slides/slide29.xml"/><Relationship Id="rId49" Type="http://schemas.openxmlformats.org/officeDocument/2006/relationships/slide" Target="slides/slide30.xml"/><Relationship Id="rId50" Type="http://schemas.openxmlformats.org/officeDocument/2006/relationships/slide" Target="slides/slide31.xml"/><Relationship Id="rId51" Type="http://schemas.openxmlformats.org/officeDocument/2006/relationships/slide" Target="slides/slide32.xml"/><Relationship Id="rId52" Type="http://schemas.openxmlformats.org/officeDocument/2006/relationships/slide" Target="slides/slide33.xml"/><Relationship Id="rId5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8.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de-DE" sz="1800" spc="-1" strike="noStrike">
                <a:solidFill>
                  <a:schemeClr val="dk1"/>
                </a:solidFill>
                <a:latin typeface="Noto Sans"/>
              </a:rPr>
              <a:t>Click to move the slide</a:t>
            </a:r>
            <a:endParaRPr b="0" lang="de-DE" sz="1800" spc="-1" strike="noStrike">
              <a:solidFill>
                <a:schemeClr val="dk1"/>
              </a:solidFill>
              <a:latin typeface="Noto Sans"/>
            </a:endParaRPr>
          </a:p>
        </p:txBody>
      </p:sp>
      <p:sp>
        <p:nvSpPr>
          <p:cNvPr id="8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87"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88" name="PlaceHolder 4"/>
          <p:cNvSpPr>
            <a:spLocks noGrp="1"/>
          </p:cNvSpPr>
          <p:nvPr>
            <p:ph type="dt" idx="25"/>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89" name="PlaceHolder 5"/>
          <p:cNvSpPr>
            <a:spLocks noGrp="1"/>
          </p:cNvSpPr>
          <p:nvPr>
            <p:ph type="ftr" idx="26"/>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90" name="PlaceHolder 6"/>
          <p:cNvSpPr>
            <a:spLocks noGrp="1"/>
          </p:cNvSpPr>
          <p:nvPr>
            <p:ph type="sldNum" idx="27"/>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14A447F7-E69B-4778-AE6E-F838E545B382}"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4" name="PlaceHolder 1"/>
          <p:cNvSpPr>
            <a:spLocks noGrp="1"/>
          </p:cNvSpPr>
          <p:nvPr>
            <p:ph type="sldImg"/>
          </p:nvPr>
        </p:nvSpPr>
        <p:spPr>
          <a:xfrm>
            <a:off x="216000" y="812520"/>
            <a:ext cx="7127280" cy="4008960"/>
          </a:xfrm>
          <a:prstGeom prst="rect">
            <a:avLst/>
          </a:prstGeom>
          <a:ln w="0">
            <a:noFill/>
          </a:ln>
        </p:spPr>
      </p:sp>
      <p:sp>
        <p:nvSpPr>
          <p:cNvPr id="655"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Titelfolie vor dem Einstieg zeigen.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Titelfolie beim Ankommen zeigen. Die Sitzung ist für 90 Minuten mit 100–150 Bachelor- und Lehramtsstudierenden ausgelegt. Vorbereitendes Lesen wird nicht vorausgesetzt. QGIS und das vollständig entpackte Marburger Übungspaket müssen vor Sitzungsbeginn verfügbar sein. Keine Installation oder freie Datensuche während des verbindlichen Präsenzwegs einplanen.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/home/dirk/GeoMOER/moer-bsc-geodaten/docs/slides/Vorlagen/präs_ms02_powerpoint_de.pptx</a:t>
            </a:r>
            <a:endParaRPr b="0" lang="en-US" sz="2000" spc="-1" strike="noStrike">
              <a:solidFill>
                <a:srgbClr val="000000"/>
              </a:solidFill>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6" name="PlaceHolder 1"/>
          <p:cNvSpPr>
            <a:spLocks noGrp="1"/>
          </p:cNvSpPr>
          <p:nvPr>
            <p:ph type="sldImg"/>
          </p:nvPr>
        </p:nvSpPr>
        <p:spPr>
          <a:xfrm>
            <a:off x="216000" y="812520"/>
            <a:ext cx="7127280" cy="4008960"/>
          </a:xfrm>
          <a:prstGeom prst="rect">
            <a:avLst/>
          </a:prstGeom>
          <a:ln w="0">
            <a:noFill/>
          </a:ln>
        </p:spPr>
      </p:sp>
      <p:sp>
        <p:nvSpPr>
          <p:cNvPr id="657"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0–10 (10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VOR DEM TERMIN: Den gesamten Platzhalter durch die aktuelle JiTT-Auswertung zu Unit 09 ersetzen. Bei Bedarf die Folie duplizieren. Nur tatsächliche, zusammengefasste und anonymisierte Rückmeldungen einsetzen. Die gesamte Phase dauert zehn Minuten. Verständnisfragen zu Koordinaten, CRS oder Projektionen klären; keinen neuen Test daraus machen.</a:t>
            </a:r>
            <a:endParaRPr b="0" lang="en-US" sz="2000" spc="-1" strike="noStrike">
              <a:solidFill>
                <a:srgbClr val="000000"/>
              </a:solidFill>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8" name="PlaceHolder 1"/>
          <p:cNvSpPr>
            <a:spLocks noGrp="1"/>
          </p:cNvSpPr>
          <p:nvPr>
            <p:ph type="sldImg"/>
          </p:nvPr>
        </p:nvSpPr>
        <p:spPr>
          <a:xfrm>
            <a:off x="216000" y="812520"/>
            <a:ext cx="7127280" cy="4008960"/>
          </a:xfrm>
          <a:prstGeom prst="rect">
            <a:avLst/>
          </a:prstGeom>
          <a:ln w="0">
            <a:noFill/>
          </a:ln>
        </p:spPr>
      </p:sp>
      <p:sp>
        <p:nvSpPr>
          <p:cNvPr id="65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10–11 (1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Den roten Faden ankündigen: ein Modell passend zur Frage wählen, lokale Daten in QGIS prüfen und das Projekt so sichern, dass es wieder geöffnet werden kann. Der WMS folgt erst nach dem abgeschlossenen lokalen Kernpfad. Alle Studierenden bearbeiten dieselben Aufgaben.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https://geomoer.github.io/moer-bsc-geodaten/unit10/unit10-00_overview.html</a:t>
            </a:r>
            <a:endParaRPr b="0" lang="en-US" sz="2000" spc="-1" strike="noStrike">
              <a:solidFill>
                <a:srgbClr val="000000"/>
              </a:solidFill>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0" name="PlaceHolder 1"/>
          <p:cNvSpPr>
            <a:spLocks noGrp="1"/>
          </p:cNvSpPr>
          <p:nvPr>
            <p:ph type="sldImg"/>
          </p:nvPr>
        </p:nvSpPr>
        <p:spPr>
          <a:xfrm>
            <a:off x="216000" y="812520"/>
            <a:ext cx="7127280" cy="4008960"/>
          </a:xfrm>
          <a:prstGeom prst="rect">
            <a:avLst/>
          </a:prstGeom>
          <a:ln w="0">
            <a:noFill/>
          </a:ln>
        </p:spPr>
      </p:sp>
      <p:sp>
        <p:nvSpPr>
          <p:cNvPr id="661"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11–14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Abbildung aus der Kursseite gemeinsam lesen. Vektorfeatures modellieren einzelne Objekte mit Geometrien und Attributen. Raster teilen den Raum in Zellen mit Werten. Die Zuordnung ist keine starre Naturregel; Fragestellung, Maßstab und vorhandene Daten entscheiden.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https://geomoer.github.io/moer-bsc-geodaten/unit10/unit10-01_datenmodelle.html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Bild: assets/images/unit10/datenmodelle.svg</a:t>
            </a:r>
            <a:endParaRPr b="0" lang="en-US" sz="2000" spc="-1" strike="noStrike">
              <a:solidFill>
                <a:srgbClr val="000000"/>
              </a:solidFill>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2" name="PlaceHolder 1"/>
          <p:cNvSpPr>
            <a:spLocks noGrp="1"/>
          </p:cNvSpPr>
          <p:nvPr>
            <p:ph type="sldImg"/>
          </p:nvPr>
        </p:nvSpPr>
        <p:spPr>
          <a:xfrm>
            <a:off x="216000" y="812520"/>
            <a:ext cx="7127280" cy="4008960"/>
          </a:xfrm>
          <a:prstGeom prst="rect">
            <a:avLst/>
          </a:prstGeom>
          <a:ln w="0">
            <a:noFill/>
          </a:ln>
        </p:spPr>
      </p:sp>
      <p:sp>
        <p:nvSpPr>
          <p:cNvPr id="66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14–16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Punkt als Position, Linie als Verlauf und Polygon als Fläche erklären. Ein Punktsymbol besitzt auf dem Bildschirm eine sichtbare Größe; die Punktgeometrie selbst keine Fläche. Ein Fluss kann je nach Frage als Linie oder Polygon modelliert werden. Damit die Modellwahl an die benötigte Information binden.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https://geomoer.github.io/moer-bsc-geodaten/unit10/unit10-01_datenmodelle.html</a:t>
            </a:r>
            <a:endParaRPr b="0" lang="en-US" sz="2000" spc="-1" strike="noStrike">
              <a:solidFill>
                <a:srgbClr val="000000"/>
              </a:solidFill>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4" name="PlaceHolder 1"/>
          <p:cNvSpPr>
            <a:spLocks noGrp="1"/>
          </p:cNvSpPr>
          <p:nvPr>
            <p:ph type="sldImg"/>
          </p:nvPr>
        </p:nvSpPr>
        <p:spPr>
          <a:xfrm>
            <a:off x="216000" y="812520"/>
            <a:ext cx="7127280" cy="4008960"/>
          </a:xfrm>
          <a:prstGeom prst="rect">
            <a:avLst/>
          </a:prstGeom>
          <a:ln w="0">
            <a:noFill/>
          </a:ln>
        </p:spPr>
      </p:sp>
      <p:sp>
        <p:nvSpPr>
          <p:cNvPr id="665"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16–18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Links ein kontinuierliches Höhenraster, rechts ein kategoriales Landbedeckungsraster. Raster bedeutet regelmäßige Zellanordnung, nicht automatisch kontinuierliche Werte. Zellgröße, Ausdehnung, Einheit und NoData gehören zur Interpretation. Die Vertiefung folgt in Unit 13.</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https://geomoer.github.io/moer-bsc-geodaten/unit10/unit10-01_datenmodelle.html</a:t>
            </a:r>
            <a:endParaRPr b="0" lang="en-US" sz="2000" spc="-1" strike="noStrike">
              <a:solidFill>
                <a:srgbClr val="000000"/>
              </a:solidFill>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6" name="PlaceHolder 1"/>
          <p:cNvSpPr>
            <a:spLocks noGrp="1"/>
          </p:cNvSpPr>
          <p:nvPr>
            <p:ph type="sldImg"/>
          </p:nvPr>
        </p:nvSpPr>
        <p:spPr>
          <a:xfrm>
            <a:off x="216000" y="812520"/>
            <a:ext cx="7127280" cy="4008960"/>
          </a:xfrm>
          <a:prstGeom prst="rect">
            <a:avLst/>
          </a:prstGeom>
          <a:ln w="0">
            <a:noFill/>
          </a:ln>
        </p:spPr>
      </p:sp>
      <p:sp>
        <p:nvSpPr>
          <p:cNvPr id="667"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18–20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30 Sekunden allein entscheiden, eine Minute zu zweit begründen, anschließend drei kurze Antworten sammeln. Gefragt sind Datenmodell und gegebenenfalls Geometrietyp. Die Lösung folgt auf der nächsten Folie.</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https://geomoer.github.io/moer-bsc-geodaten/unit10/unit10-01_datenmodelle.html</a:t>
            </a:r>
            <a:endParaRPr b="0" lang="en-US" sz="2000" spc="-1" strike="noStrike">
              <a:solidFill>
                <a:srgbClr val="000000"/>
              </a:solidFill>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8" name="PlaceHolder 1"/>
          <p:cNvSpPr>
            <a:spLocks noGrp="1"/>
          </p:cNvSpPr>
          <p:nvPr>
            <p:ph type="sldImg"/>
          </p:nvPr>
        </p:nvSpPr>
        <p:spPr>
          <a:xfrm>
            <a:off x="216000" y="812520"/>
            <a:ext cx="7127280" cy="4008960"/>
          </a:xfrm>
          <a:prstGeom prst="rect">
            <a:avLst/>
          </a:prstGeom>
          <a:ln w="0">
            <a:noFill/>
          </a:ln>
        </p:spPr>
      </p:sp>
      <p:sp>
        <p:nvSpPr>
          <p:cNvPr id="66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20–22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A: Polygonvektor beschreibt Fläche und Grenze. B: kontinuierliches Raster beschreibt ein flächendeckendes Höhenfeld. C: Punktvektor beschreibt einzelne Fundorte. Andere Modellierungen sind möglich, wenn eine andere Frage oder Datengrundlage genannt wird.</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https://geomoer.github.io/moer-bsc-geodaten/unit10/unit10-01_datenmodelle.html</a:t>
            </a:r>
            <a:endParaRPr b="0" lang="en-US" sz="2000" spc="-1" strike="noStrike">
              <a:solidFill>
                <a:srgbClr val="000000"/>
              </a:solidFill>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0" name="PlaceHolder 1"/>
          <p:cNvSpPr>
            <a:spLocks noGrp="1"/>
          </p:cNvSpPr>
          <p:nvPr>
            <p:ph type="sldImg"/>
          </p:nvPr>
        </p:nvSpPr>
        <p:spPr>
          <a:xfrm>
            <a:off x="216000" y="812520"/>
            <a:ext cx="7127280" cy="4008960"/>
          </a:xfrm>
          <a:prstGeom prst="rect">
            <a:avLst/>
          </a:prstGeom>
          <a:ln w="0">
            <a:noFill/>
          </a:ln>
        </p:spPr>
      </p:sp>
      <p:sp>
        <p:nvSpPr>
          <p:cNvPr id="671"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22–26 (4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Abbildung aus der Kursseite erläutern. Das QGIS-Projekt speichert Arbeitsstand und Verweise. Layer sind die im Projekt verwendeten Informationsebenen. Die eigentlichen Daten kommen aus lokalen Dateien oder Webdiensten. Eine qgz-Datei enthält diese Daten normalerweise nicht vollständig.</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https://geomoer.github.io/moer-bsc-geodaten/unit10/unit10-02_qgigs.html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Bild: assets/images/unit10/projekt-layer-datei.svg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https://docs.qgis.org/3.40/en/docs/user_manual/introduction/project_files.html</a:t>
            </a:r>
            <a:endParaRPr b="0" lang="en-US" sz="2000" spc="-1" strike="noStrike">
              <a:solidFill>
                <a:srgbClr val="000000"/>
              </a:solidFill>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2" name="PlaceHolder 1"/>
          <p:cNvSpPr>
            <a:spLocks noGrp="1"/>
          </p:cNvSpPr>
          <p:nvPr>
            <p:ph type="sldImg"/>
          </p:nvPr>
        </p:nvSpPr>
        <p:spPr>
          <a:xfrm>
            <a:off x="216000" y="812520"/>
            <a:ext cx="7127280" cy="4008960"/>
          </a:xfrm>
          <a:prstGeom prst="rect">
            <a:avLst/>
          </a:prstGeom>
          <a:ln w="0">
            <a:noFill/>
          </a:ln>
        </p:spPr>
      </p:sp>
      <p:sp>
        <p:nvSpPr>
          <p:cNvPr id="67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26–28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30 Sekunden allein entscheiden, dann A, B oder C per Handzeichen. Nur die Projektdatei wurde kopiert; auf dem ursprünglichen Rechner waren alle Layer sichtbar. Die Dateien wurden nicht durch QGIS gelöscht. Die Lösung folgt auf der nächsten Folie.</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https://geomoer.github.io/moer-bsc-geodaten/unit10/unit10-02_qgigs.html</a:t>
            </a:r>
            <a:endParaRPr b="0" lang="en-US" sz="2000" spc="-1" strike="noStrike">
              <a:solidFill>
                <a:srgbClr val="000000"/>
              </a:solidFill>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4" name="PlaceHolder 1"/>
          <p:cNvSpPr>
            <a:spLocks noGrp="1"/>
          </p:cNvSpPr>
          <p:nvPr>
            <p:ph type="sldImg"/>
          </p:nvPr>
        </p:nvSpPr>
        <p:spPr>
          <a:xfrm>
            <a:off x="216000" y="812520"/>
            <a:ext cx="7127280" cy="4008960"/>
          </a:xfrm>
          <a:prstGeom prst="rect">
            <a:avLst/>
          </a:prstGeom>
          <a:ln w="0">
            <a:noFill/>
          </a:ln>
        </p:spPr>
      </p:sp>
      <p:sp>
        <p:nvSpPr>
          <p:cNvPr id="675"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28–30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B ist richtig. Die Projektdatei verweist auf Datendateien. Deshalb den vollständig entpackten Arbeitsordner mit stabiler Struktur verwenden. Relative Pfade erleichtern eine Übertragung, ersetzen die Dateien aber nicht. Das erneute Öffnen ist die entscheidende Kontrolle.</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https://geomoer.github.io/moer-bsc-geodaten/unit10/unit10-02_qgigs.html</a:t>
            </a:r>
            <a:endParaRPr b="0" lang="en-US" sz="2000" spc="-1" strike="noStrike">
              <a:solidFill>
                <a:srgbClr val="000000"/>
              </a:solidFill>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6" name="PlaceHolder 1"/>
          <p:cNvSpPr>
            <a:spLocks noGrp="1"/>
          </p:cNvSpPr>
          <p:nvPr>
            <p:ph type="sldImg"/>
          </p:nvPr>
        </p:nvSpPr>
        <p:spPr>
          <a:xfrm>
            <a:off x="216000" y="812520"/>
            <a:ext cx="7127280" cy="4008960"/>
          </a:xfrm>
          <a:prstGeom prst="rect">
            <a:avLst/>
          </a:prstGeom>
          <a:ln w="0">
            <a:noFill/>
          </a:ln>
        </p:spPr>
      </p:sp>
      <p:sp>
        <p:nvSpPr>
          <p:cNvPr id="677"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30–33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schematische QGIS-3.40-Ansicht aus der Kursseite zeigen. Browser, Layer-Bereich, Kartenansicht und Statusleiste finden lassen. Die genaue Position von Symbolen kann je nach Betriebssystem und persönlicher Konfiguration abweichen. Nur die heute benötigten Bereiche erklären.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https://geomoer.github.io/moer-bsc-geodaten/unit10/unit10-02_qgigs.html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Bild: assets/images/unit10/qgis-oberflaeche.svg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https://docs.qgis.org/3.40/en/docs/user_manual/introduction/qgis_gui.html</a:t>
            </a:r>
            <a:endParaRPr b="0" lang="en-US" sz="2000" spc="-1" strike="noStrike">
              <a:solidFill>
                <a:srgbClr val="000000"/>
              </a:solidFill>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8" name="PlaceHolder 1"/>
          <p:cNvSpPr>
            <a:spLocks noGrp="1"/>
          </p:cNvSpPr>
          <p:nvPr>
            <p:ph type="sldImg"/>
          </p:nvPr>
        </p:nvSpPr>
        <p:spPr>
          <a:xfrm>
            <a:off x="216000" y="812520"/>
            <a:ext cx="7127280" cy="4008960"/>
          </a:xfrm>
          <a:prstGeom prst="rect">
            <a:avLst/>
          </a:prstGeom>
          <a:ln w="0">
            <a:noFill/>
          </a:ln>
        </p:spPr>
      </p:sp>
      <p:sp>
        <p:nvSpPr>
          <p:cNvPr id="67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33–35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Vor Beginn den Endzustand und die Reihenfolge klären. Alle Pfade beziehen sich auf den vollständig entpackten Ordner marburg_geodaten. Die WMS-Einrichtung beginnt erst nach dem geprüften lokalen Projekt und ist auf dem eigenen Gerät freiwillig.</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https://geomoer.github.io/moer-bsc-geodaten/material/qgis-kernpfade.html#unit10</a:t>
            </a:r>
            <a:endParaRPr b="0" lang="en-US" sz="2000" spc="-1" strike="noStrike">
              <a:solidFill>
                <a:srgbClr val="000000"/>
              </a:solidFill>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0" name="PlaceHolder 1"/>
          <p:cNvSpPr>
            <a:spLocks noGrp="1"/>
          </p:cNvSpPr>
          <p:nvPr>
            <p:ph type="sldImg"/>
          </p:nvPr>
        </p:nvSpPr>
        <p:spPr>
          <a:xfrm>
            <a:off x="216000" y="812520"/>
            <a:ext cx="7127280" cy="4008960"/>
          </a:xfrm>
          <a:prstGeom prst="rect">
            <a:avLst/>
          </a:prstGeom>
          <a:ln w="0">
            <a:noFill/>
          </a:ln>
        </p:spPr>
      </p:sp>
      <p:sp>
        <p:nvSpPr>
          <p:cNvPr id="681"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35–38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Den entpackten Paketordner öffnen. Kein zusätzlicher Unterordner unit10_qgis anlegen. Neues QGIS-Projekt erstellen, Projekt-CRS EPSG:25832 prüfen und sofort im Hauptordner speichern. Die gezeigte Struktur entspricht dem aktuellen Paket. Ausgangsdaten in data_raw nicht überschreiben.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https://geomoer.github.io/moer-bsc-geodaten/unit10/unit10-02_qgigs.html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https://geomoer.github.io/moer-bsc-geodaten/material/qgis-kernpfade.html#unit10</a:t>
            </a:r>
            <a:endParaRPr b="0" lang="en-US" sz="2000" spc="-1" strike="noStrike">
              <a:solidFill>
                <a:srgbClr val="000000"/>
              </a:solidFill>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2" name="PlaceHolder 1"/>
          <p:cNvSpPr>
            <a:spLocks noGrp="1"/>
          </p:cNvSpPr>
          <p:nvPr>
            <p:ph type="sldImg"/>
          </p:nvPr>
        </p:nvSpPr>
        <p:spPr>
          <a:xfrm>
            <a:off x="216000" y="812520"/>
            <a:ext cx="7127280" cy="4008960"/>
          </a:xfrm>
          <a:prstGeom prst="rect">
            <a:avLst/>
          </a:prstGeom>
          <a:ln w="0">
            <a:noFill/>
          </a:ln>
        </p:spPr>
      </p:sp>
      <p:sp>
        <p:nvSpPr>
          <p:cNvPr id="68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38–42 (4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Im Browser den Hauptordner und data_raw öffnen. Im GeoPackage marburg_basis.gpkg den Layer gewaesser wählen. Nach dem Laden auf die Layerausdehnung zoomen. Erwartet sind 412 Multi-Linienfeatures in EPSG:25832; die Zahl dient als Kontrollwert, nicht als auswendig zu lernender Inhalt.</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https://geomoer.github.io/moer-bsc-geodaten/unit10/unit10-02_qgigs.html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https://geomoer.github.io/moer-bsc-geodaten/material/qgis-kernpfade.html#unit10</a:t>
            </a:r>
            <a:endParaRPr b="0" lang="en-US" sz="2000" spc="-1" strike="noStrike">
              <a:solidFill>
                <a:srgbClr val="000000"/>
              </a:solidFill>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4" name="PlaceHolder 1"/>
          <p:cNvSpPr>
            <a:spLocks noGrp="1"/>
          </p:cNvSpPr>
          <p:nvPr>
            <p:ph type="sldImg"/>
          </p:nvPr>
        </p:nvSpPr>
        <p:spPr>
          <a:xfrm>
            <a:off x="216000" y="812520"/>
            <a:ext cx="7127280" cy="4008960"/>
          </a:xfrm>
          <a:prstGeom prst="rect">
            <a:avLst/>
          </a:prstGeom>
          <a:ln w="0">
            <a:noFill/>
          </a:ln>
        </p:spPr>
      </p:sp>
      <p:sp>
        <p:nvSpPr>
          <p:cNvPr id="685"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42–46 (4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Das GeoTIFF aus data_raw laden. Es besitzt 2000 × 2000 Zellen à 10 Meter und EPSG:25832. NoData ist −9999. Diese Werte dienen heute nur zur Identifikation und Kontrolle; die inhaltliche Rasteranalyse folgt in Unit 13. Wenn das Raster die Gewässer verdeckt, die Layerreihenfolge ändern.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https://geomoer.github.io/moer-bsc-geodaten/unit10/unit10-02_qgigs.html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https://geomoer.github.io/moer-bsc-geodaten/material/qgis-kernpfade.html#unit10</a:t>
            </a:r>
            <a:endParaRPr b="0" lang="en-US" sz="2000" spc="-1" strike="noStrike">
              <a:solidFill>
                <a:srgbClr val="000000"/>
              </a:solidFill>
              <a:latin typeface="Arial"/>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6" name="PlaceHolder 1"/>
          <p:cNvSpPr>
            <a:spLocks noGrp="1"/>
          </p:cNvSpPr>
          <p:nvPr>
            <p:ph type="sldImg"/>
          </p:nvPr>
        </p:nvSpPr>
        <p:spPr>
          <a:xfrm>
            <a:off x="216000" y="812520"/>
            <a:ext cx="7127280" cy="4008960"/>
          </a:xfrm>
          <a:prstGeom prst="rect">
            <a:avLst/>
          </a:prstGeom>
          <a:ln w="0">
            <a:noFill/>
          </a:ln>
        </p:spPr>
      </p:sp>
      <p:sp>
        <p:nvSpPr>
          <p:cNvPr id="687"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46–49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Abbildung der Kursseite erläutern. Oben stehende Layer werden zuletzt gezeichnet und können darunterliegende Inhalte verdecken. Sichtbarkeit und Reihenfolge verändern nur die Darstellung im Projekt, nicht die gespeicherten Features. Im eigenen Projekt Gewässer über dem DGM anzeigen.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https://geomoer.github.io/moer-bsc-geodaten/unit10/unit10-02_qgigs.html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Bild: assets/images/unit10/layerreihenfolge.svg</a:t>
            </a:r>
            <a:endParaRPr b="0" lang="en-US" sz="2000" spc="-1" strike="noStrike">
              <a:solidFill>
                <a:srgbClr val="000000"/>
              </a:solidFill>
              <a:latin typeface="Arial"/>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8" name="PlaceHolder 1"/>
          <p:cNvSpPr>
            <a:spLocks noGrp="1"/>
          </p:cNvSpPr>
          <p:nvPr>
            <p:ph type="sldImg"/>
          </p:nvPr>
        </p:nvSpPr>
        <p:spPr>
          <a:xfrm>
            <a:off x="216000" y="812520"/>
            <a:ext cx="7127280" cy="4008960"/>
          </a:xfrm>
          <a:prstGeom prst="rect">
            <a:avLst/>
          </a:prstGeom>
          <a:ln w="0">
            <a:noFill/>
          </a:ln>
        </p:spPr>
      </p:sp>
      <p:sp>
        <p:nvSpPr>
          <p:cNvPr id="68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49–55 (6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Zeit zum angeleiteten Mitmachen. Sichtbarkeit beider Layer einzeln schalten, auf den Gewässerlayer zoomen und den Kartenausschnitt verschieben. Dann im Layer-Bereich benennen: Welcher Layer ist Vektor, welcher Raster? Nicht weitere Daten oder alternative Ladewege ergänzen.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https://geomoer.github.io/moer-bsc-geodaten/unit10/unit10-02_qgigs.html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https://geomoer.github.io/moer-bsc-geodaten/material/qgis-kernpfade.html#unit10</a:t>
            </a:r>
            <a:endParaRPr b="0" lang="en-US" sz="2000" spc="-1" strike="noStrike">
              <a:solidFill>
                <a:srgbClr val="000000"/>
              </a:solidFill>
              <a:latin typeface="Arial"/>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0" name="PlaceHolder 1"/>
          <p:cNvSpPr>
            <a:spLocks noGrp="1"/>
          </p:cNvSpPr>
          <p:nvPr>
            <p:ph type="sldImg"/>
          </p:nvPr>
        </p:nvSpPr>
        <p:spPr>
          <a:xfrm>
            <a:off x="216000" y="812520"/>
            <a:ext cx="7127280" cy="4008960"/>
          </a:xfrm>
          <a:prstGeom prst="rect">
            <a:avLst/>
          </a:prstGeom>
          <a:ln w="0">
            <a:noFill/>
          </a:ln>
        </p:spPr>
      </p:sp>
      <p:sp>
        <p:nvSpPr>
          <p:cNvPr id="691"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55–59 (4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Attributtabelle des Layers gewaesser öffnen. Ein Feature in der Karte auswählen beziehungsweise abfragen und die zugehörige Tabellenzeile zeigen. Raster besitzt keine gewöhnliche Featuretabelle. Die konkrete Attributausprägung wird nicht vorgegeben; Studierende wählen ein sichtbares Gewässerfeature.</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https://geomoer.github.io/moer-bsc-geodaten/unit10/unit10-02_qgigs.html</a:t>
            </a:r>
            <a:endParaRPr b="0" lang="en-US" sz="2000" spc="-1" strike="noStrike">
              <a:solidFill>
                <a:srgbClr val="000000"/>
              </a:solidFill>
              <a:latin typeface="Arial"/>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2" name="PlaceHolder 1"/>
          <p:cNvSpPr>
            <a:spLocks noGrp="1"/>
          </p:cNvSpPr>
          <p:nvPr>
            <p:ph type="sldImg"/>
          </p:nvPr>
        </p:nvSpPr>
        <p:spPr>
          <a:xfrm>
            <a:off x="216000" y="812520"/>
            <a:ext cx="7127280" cy="4008960"/>
          </a:xfrm>
          <a:prstGeom prst="rect">
            <a:avLst/>
          </a:prstGeom>
          <a:ln w="0">
            <a:noFill/>
          </a:ln>
        </p:spPr>
      </p:sp>
      <p:sp>
        <p:nvSpPr>
          <p:cNvPr id="69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59–64 (5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Für beide Layer die Eigenschaften öffnen und Datenquelle, Datenmodell, CRS und Ausdehnung finden. Die Studierenden tragen die tatsächliche Ausdehnung selbst ein. Beide Layer nutzen EPSG:25832. Unterschiedliche bekannte Layer-CRS wären nicht automatisch ein Fehler; QGIS kann für die Anzeige dynamisch transformieren.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https://geomoer.github.io/moer-bsc-geodaten/unit10/unit10-02_qgigs.html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https://geomoer.github.io/moer-bsc-geodaten/material/qgis-kernpfade.html#unit10</a:t>
            </a:r>
            <a:endParaRPr b="0" lang="en-US" sz="2000" spc="-1" strike="noStrike">
              <a:solidFill>
                <a:srgbClr val="000000"/>
              </a:solidFill>
              <a:latin typeface="Arial"/>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4" name="PlaceHolder 1"/>
          <p:cNvSpPr>
            <a:spLocks noGrp="1"/>
          </p:cNvSpPr>
          <p:nvPr>
            <p:ph type="sldImg"/>
          </p:nvPr>
        </p:nvSpPr>
        <p:spPr>
          <a:xfrm>
            <a:off x="216000" y="812520"/>
            <a:ext cx="7127280" cy="4008960"/>
          </a:xfrm>
          <a:prstGeom prst="rect">
            <a:avLst/>
          </a:prstGeom>
          <a:ln w="0">
            <a:noFill/>
          </a:ln>
        </p:spPr>
      </p:sp>
      <p:sp>
        <p:nvSpPr>
          <p:cNvPr id="695"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64–68 (4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vorbereitete Tabelle unter documentation/processing_notes.md verwenden. Keine neue Vorlage anlegen. Datenquelle, Modell, Layer-CRS und Ausdehnung beider Layer festhalten. Das Ergebnis des späteren Öffnungstests wird anschließend ergänzt.</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https://geomoer.github.io/moer-bsc-geodaten/unit10/unit10-02_qgigs.html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https://geomoer.github.io/moer-bsc-geodaten/material/qgis-kernpfade.html#unit10</a:t>
            </a:r>
            <a:endParaRPr b="0" lang="en-US" sz="2000" spc="-1" strike="noStrike">
              <a:solidFill>
                <a:srgbClr val="000000"/>
              </a:solidFill>
              <a:latin typeface="Arial"/>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6" name="PlaceHolder 1"/>
          <p:cNvSpPr>
            <a:spLocks noGrp="1"/>
          </p:cNvSpPr>
          <p:nvPr>
            <p:ph type="sldImg"/>
          </p:nvPr>
        </p:nvSpPr>
        <p:spPr>
          <a:xfrm>
            <a:off x="216000" y="812520"/>
            <a:ext cx="7127280" cy="4008960"/>
          </a:xfrm>
          <a:prstGeom prst="rect">
            <a:avLst/>
          </a:prstGeom>
          <a:ln w="0">
            <a:noFill/>
          </a:ln>
        </p:spPr>
      </p:sp>
      <p:sp>
        <p:nvSpPr>
          <p:cNvPr id="697"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68–72 (4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Jetzt den verbindlichen Öffnungstest durchführen. Erst speichern, dann QGIS schließen. Die qgz-Datei aus dem Hauptordner erneut öffnen. Nicht über die Liste zuletzt geöffneter Projekte ausweichen, damit der Speicherort sichtbar bleibt.</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https://geomoer.github.io/moer-bsc-geodaten/unit10/unit10-02_qgigs.html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https://geomoer.github.io/moer-bsc-geodaten/material/qgis-kernpfade.html#unit10</a:t>
            </a:r>
            <a:endParaRPr b="0" lang="en-US" sz="2000" spc="-1" strike="noStrike">
              <a:solidFill>
                <a:srgbClr val="000000"/>
              </a:solidFill>
              <a:latin typeface="Arial"/>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8" name="PlaceHolder 1"/>
          <p:cNvSpPr>
            <a:spLocks noGrp="1"/>
          </p:cNvSpPr>
          <p:nvPr>
            <p:ph type="sldImg"/>
          </p:nvPr>
        </p:nvSpPr>
        <p:spPr>
          <a:xfrm>
            <a:off x="216000" y="812520"/>
            <a:ext cx="7127280" cy="4008960"/>
          </a:xfrm>
          <a:prstGeom prst="rect">
            <a:avLst/>
          </a:prstGeom>
          <a:ln w="0">
            <a:noFill/>
          </a:ln>
        </p:spPr>
      </p:sp>
      <p:sp>
        <p:nvSpPr>
          <p:cNvPr id="69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72–75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Das Symbol steht hier für eine nicht erreichbare Datenquelle. 30 Sekunden zu zweit den ersten sinnvollen Prüfschritt formulieren lassen. Nicht verschiedene CRS ausprobieren: Ein nicht erreichbarer Dateipfad ist zunächst ein Ablageproblem.</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https://geomoer.github.io/moer-bsc-geodaten/unit10/unit10-02_qgigs.html</a:t>
            </a:r>
            <a:endParaRPr b="0" lang="en-US" sz="2000" spc="-1" strike="noStrike">
              <a:solidFill>
                <a:srgbClr val="000000"/>
              </a:solidFill>
              <a:latin typeface="Arial"/>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0" name="PlaceHolder 1"/>
          <p:cNvSpPr>
            <a:spLocks noGrp="1"/>
          </p:cNvSpPr>
          <p:nvPr>
            <p:ph type="sldImg"/>
          </p:nvPr>
        </p:nvSpPr>
        <p:spPr>
          <a:xfrm>
            <a:off x="216000" y="812520"/>
            <a:ext cx="7127280" cy="4008960"/>
          </a:xfrm>
          <a:prstGeom prst="rect">
            <a:avLst/>
          </a:prstGeom>
          <a:ln w="0">
            <a:noFill/>
          </a:ln>
        </p:spPr>
      </p:sp>
      <p:sp>
        <p:nvSpPr>
          <p:cNvPr id="701"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75–78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A ist richtig. Prüfen, ob Projekt und vollständig entpackter Datenordner noch zusammenliegen und ob Dateien umbenannt oder verschoben wurden. Nach einer nötigen Pfadreparatur erneut speichern, schließen und öffnen. Im Protokoll vollständig ja oder nein eintragen und ein Problem knapp notieren.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https://geomoer.github.io/moer-bsc-geodaten/unit10/unit10-02_qgigs.html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https://geomoer.github.io/moer-bsc-geodaten/material/qgis-kernpfade.html#unit10</a:t>
            </a:r>
            <a:endParaRPr b="0" lang="en-US" sz="2000" spc="-1" strike="noStrike">
              <a:solidFill>
                <a:srgbClr val="000000"/>
              </a:solidFill>
              <a:latin typeface="Arial"/>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2" name="PlaceHolder 1"/>
          <p:cNvSpPr>
            <a:spLocks noGrp="1"/>
          </p:cNvSpPr>
          <p:nvPr>
            <p:ph type="sldImg"/>
          </p:nvPr>
        </p:nvSpPr>
        <p:spPr>
          <a:xfrm>
            <a:off x="216000" y="812520"/>
            <a:ext cx="7127280" cy="4008960"/>
          </a:xfrm>
          <a:prstGeom prst="rect">
            <a:avLst/>
          </a:prstGeom>
          <a:ln w="0">
            <a:noFill/>
          </a:ln>
        </p:spPr>
      </p:sp>
      <p:sp>
        <p:nvSpPr>
          <p:cNvPr id="70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78–79 (1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Abbildung kurz als Übergang lesen. Ein Download erzeugt eine lokale, dokumentierbare Kopie. Ein Webdienst antwortet bei jeder Anfrage über das Netz. In beiden Fällen Metadaten, Datenstand, Lizenz und Quelle dokumentieren.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https://geomoer.github.io/moer-bsc-geodaten/unit10/unit10-03_datenquellen.html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Bild: assets/images/unit10/download-webdienst.svg</a:t>
            </a:r>
            <a:endParaRPr b="0" lang="en-US" sz="2000" spc="-1" strike="noStrike">
              <a:solidFill>
                <a:srgbClr val="000000"/>
              </a:solidFill>
              <a:latin typeface="Arial"/>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4" name="PlaceHolder 1"/>
          <p:cNvSpPr>
            <a:spLocks noGrp="1"/>
          </p:cNvSpPr>
          <p:nvPr>
            <p:ph type="sldImg"/>
          </p:nvPr>
        </p:nvSpPr>
        <p:spPr>
          <a:xfrm>
            <a:off x="216000" y="812520"/>
            <a:ext cx="7127280" cy="4008960"/>
          </a:xfrm>
          <a:prstGeom prst="rect">
            <a:avLst/>
          </a:prstGeom>
          <a:ln w="0">
            <a:noFill/>
          </a:ln>
        </p:spPr>
      </p:sp>
      <p:sp>
        <p:nvSpPr>
          <p:cNvPr id="705"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79–81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WMS als Web Map Service auflösen. QGIS sendet Ausschnitt, Bildgröße und CRS; der Server liefert ein gerendertes Kartenbild. Ein WMS eignet sich für Orientierung und Hintergrund, aber normalerweise nicht für eine freie Vektoranalyse. Begrenzte Objektabfragen können möglich sein.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https://geomoer.github.io/moer-bsc-geodaten/unit10/unit10-03_datenquellen.html</a:t>
            </a:r>
            <a:endParaRPr b="0" lang="en-US" sz="2000" spc="-1" strike="noStrike">
              <a:solidFill>
                <a:srgbClr val="000000"/>
              </a:solidFill>
              <a:latin typeface="Arial"/>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6" name="PlaceHolder 1"/>
          <p:cNvSpPr>
            <a:spLocks noGrp="1"/>
          </p:cNvSpPr>
          <p:nvPr>
            <p:ph type="sldImg"/>
          </p:nvPr>
        </p:nvSpPr>
        <p:spPr>
          <a:xfrm>
            <a:off x="216000" y="812520"/>
            <a:ext cx="7127280" cy="4008960"/>
          </a:xfrm>
          <a:prstGeom prst="rect">
            <a:avLst/>
          </a:prstGeom>
          <a:ln w="0">
            <a:noFill/>
          </a:ln>
        </p:spPr>
      </p:sp>
      <p:sp>
        <p:nvSpPr>
          <p:cNvPr id="707"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81–84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lokale Kernübung ist beendet. Die Lehrperson demonstriert die vorgegebene Verbindung. Studierende mit fertigem Projekt können optional mitmachen. Dienstadresse von der Kursseite kopieren, nicht aus einer Portalseiten-URL erraten. Bei der ersten Nichterreichbarkeit direkt zur nächsten Folie wechseln.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https://geomoer.github.io/moer-bsc-geodaten/unit10/unit10-03_datenquellen.html</a:t>
            </a:r>
            <a:endParaRPr b="0" lang="en-US" sz="2000" spc="-1" strike="noStrike">
              <a:solidFill>
                <a:srgbClr val="000000"/>
              </a:solidFill>
              <a:latin typeface="Arial"/>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8" name="PlaceHolder 1"/>
          <p:cNvSpPr>
            <a:spLocks noGrp="1"/>
          </p:cNvSpPr>
          <p:nvPr>
            <p:ph type="sldImg"/>
          </p:nvPr>
        </p:nvSpPr>
        <p:spPr>
          <a:xfrm>
            <a:off x="216000" y="812520"/>
            <a:ext cx="7127280" cy="4008960"/>
          </a:xfrm>
          <a:prstGeom prst="rect">
            <a:avLst/>
          </a:prstGeom>
          <a:ln w="0">
            <a:noFill/>
          </a:ln>
        </p:spPr>
      </p:sp>
      <p:sp>
        <p:nvSpPr>
          <p:cNvPr id="709" name="PlaceHolder 2"/>
          <p:cNvSpPr>
            <a:spLocks noGrp="1"/>
          </p:cNvSpPr>
          <p:nvPr>
            <p:ph type="body"/>
          </p:nvPr>
        </p:nvSpPr>
        <p:spPr>
          <a:xfrm>
            <a:off x="756000" y="5078520"/>
            <a:ext cx="6047640" cy="481680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84–85 (1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Wenn der Dienst nicht unmittelbar reagiert, ohne weiteren Versuch diese vorbereiteten Paketdateien verwenden: wms_schutzgebiete.png, wms_capabilities.xml und documentation/quellen.md. Der Screenshot zeigt nur die gerenderte Schutzgebietsdarstellung. Capabilities und Quellenblatt liefern Dienst- und Metadaten. Der Ausfall ist kein studentischer Fehler.</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https://geomoer.github.io/moer-bsc-geodaten/unit10/unit10-03_datenquellen.html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Ersatzbild aus assets/data/marburg/marburg_geodaten.zip</a:t>
            </a:r>
            <a:endParaRPr b="0" lang="en-US" sz="2000" spc="-1" strike="noStrike">
              <a:solidFill>
                <a:srgbClr val="000000"/>
              </a:solidFill>
              <a:latin typeface="Arial"/>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0" name="PlaceHolder 1"/>
          <p:cNvSpPr>
            <a:spLocks noGrp="1"/>
          </p:cNvSpPr>
          <p:nvPr>
            <p:ph type="sldImg"/>
          </p:nvPr>
        </p:nvSpPr>
        <p:spPr>
          <a:xfrm>
            <a:off x="216000" y="812520"/>
            <a:ext cx="7127280" cy="4008960"/>
          </a:xfrm>
          <a:prstGeom prst="rect">
            <a:avLst/>
          </a:prstGeom>
          <a:ln w="0">
            <a:noFill/>
          </a:ln>
        </p:spPr>
      </p:sp>
      <p:sp>
        <p:nvSpPr>
          <p:cNvPr id="711"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85–88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Eine der drei Fragen passend zum Sitzungsverlauf auswählen. Eine Minute zu zweit formulieren lassen und anschließend eine gemeinsame Antwort sichern. Nicht alle drei Fragen als Pflichtaufgabe behandeln. Erwartet: 1. qgz speichert Arbeitsstand und Verweise, nicht normalerweise alle Daten. 2. Layerart über Symbol, Eigenschaften und Attributtabelle prüfen. 3. WMS liefert primär ein Kartenbild und keine frei analysierbaren Vektorfeatures.</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https://geomoer.github.io/moer-bsc-geodaten/unit10/unit10-00_overview.html</a:t>
            </a:r>
            <a:endParaRPr b="0" lang="en-US" sz="2000" spc="-1" strike="noStrike">
              <a:solidFill>
                <a:srgbClr val="000000"/>
              </a:solidFill>
              <a:latin typeface="Arial"/>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2" name="PlaceHolder 1"/>
          <p:cNvSpPr>
            <a:spLocks noGrp="1"/>
          </p:cNvSpPr>
          <p:nvPr>
            <p:ph type="sldImg"/>
          </p:nvPr>
        </p:nvSpPr>
        <p:spPr>
          <a:xfrm>
            <a:off x="216000" y="812520"/>
            <a:ext cx="7127280" cy="4008960"/>
          </a:xfrm>
          <a:prstGeom prst="rect">
            <a:avLst/>
          </a:prstGeom>
          <a:ln w="0">
            <a:noFill/>
          </a:ln>
        </p:spPr>
      </p:sp>
      <p:sp>
        <p:nvSpPr>
          <p:cNvPr id="71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88–90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Als einzige Übungsaufgabe die JiTT-Fragen zu Unit 10 im ILIAS-Kurs nennen. Fragen und Frist stehen in ILIAS; der konkrete Link ist auf der Kursseite noch Platzhalter. Keine Fertigstellung der WMS-Einrichtung oder des Praxiswegs als Übungsaufgabe verlangen. Unit 11 beginnt nach der Winterpause mit dem kurzen QGIS-Wiedereinstieg und importiert Punktdaten.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https://geomoer.github.io/moer-bsc-geodaten/unit10/unit10-04_assignment.html</a:t>
            </a:r>
            <a:endParaRPr b="0" lang="en-US" sz="2000" spc="-1" strike="noStrike">
              <a:solidFill>
                <a:srgbClr val="000000"/>
              </a:solidFill>
              <a:latin typeface="Arial"/>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4" name="PlaceHolder 1"/>
          <p:cNvSpPr>
            <a:spLocks noGrp="1"/>
          </p:cNvSpPr>
          <p:nvPr>
            <p:ph type="sldImg"/>
          </p:nvPr>
        </p:nvSpPr>
        <p:spPr>
          <a:xfrm>
            <a:off x="216000" y="812520"/>
            <a:ext cx="7127280" cy="4008960"/>
          </a:xfrm>
          <a:prstGeom prst="rect">
            <a:avLst/>
          </a:prstGeom>
          <a:ln w="0">
            <a:noFill/>
          </a:ln>
        </p:spPr>
      </p:sp>
      <p:sp>
        <p:nvSpPr>
          <p:cNvPr id="715"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Reserve; nicht zusätzlich in die 90 Minuten einplanen.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Nur bei Bedarf zur begrifflichen Abgrenzung zeigen. Ein WMS liefert primär ein gerendertes Kartenbild. Ein WFS liefert Vektorfeatures mit Geometrien und Attributen. WFS wird in Unit 10 nicht praktisch eingerichtet. Die Abbildung ist schematisch und ersetzt keine Dienstprüfung.</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https://geomoer.github.io/moer-bsc-geodaten/unit10/unit10-03_datenquellen.html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Bild: assets/images/unit10/wms-wfs.svg</a:t>
            </a:r>
            <a:endParaRPr b="0" lang="en-US" sz="2000" spc="-1" strike="noStrike">
              <a:solidFill>
                <a:srgbClr val="000000"/>
              </a:solidFill>
              <a:latin typeface="Arial"/>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6" name="PlaceHolder 1"/>
          <p:cNvSpPr>
            <a:spLocks noGrp="1"/>
          </p:cNvSpPr>
          <p:nvPr>
            <p:ph type="sldImg"/>
          </p:nvPr>
        </p:nvSpPr>
        <p:spPr>
          <a:xfrm>
            <a:off x="216000" y="812520"/>
            <a:ext cx="7127280" cy="4008960"/>
          </a:xfrm>
          <a:prstGeom prst="rect">
            <a:avLst/>
          </a:prstGeom>
          <a:ln w="0">
            <a:noFill/>
          </a:ln>
        </p:spPr>
      </p:sp>
      <p:sp>
        <p:nvSpPr>
          <p:cNvPr id="717" name="PlaceHolder 2"/>
          <p:cNvSpPr>
            <a:spLocks noGrp="1"/>
          </p:cNvSpPr>
          <p:nvPr>
            <p:ph type="body"/>
          </p:nvPr>
        </p:nvSpPr>
        <p:spPr>
          <a:xfrm>
            <a:off x="756000" y="5078520"/>
            <a:ext cx="6047640" cy="906660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Reserve; nicht zusätzlich in die 90 Minuten einplanen.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Fachliche Grundlage sind die aktuellen fünf Unit-10-Seiten, der QGIS-Kernpfad und das Marburger Übungspaket vom 08.09.2026. Die Folien verwenden die vorhandenen Unit-10-Abbildungen sowie den vorbereiteten WMS-Ersatz aus dem Paket. QGIS-Dokumentation passend zur Kursversion 3.40 verlinken. Der HLNUG-Dienst wird nach Angabe der Kursseite verwendet; seine Live-Erreichbarkeit ist nicht Voraussetzung der Sitzung.</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https://geomoer.github.io/moer-bsc-geodaten/unit10/unit10-00_overview.html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https://geomoer.github.io/moer-bsc-geodaten/unit10/unit10-01_datenmodelle.html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https://geomoer.github.io/moer-bsc-geodaten/unit10/unit10-02_qgigs.html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https://geomoer.github.io/moer-bsc-geodaten/unit10/unit10-03_datenquellen.html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https://geomoer.github.io/moer-bsc-geodaten/unit10/unit10-04_assignment.html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https://geomoer.github.io/moer-bsc-geodaten/material/qgis-kernpfade.html#unit10</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https://docs.qgis.org/3.40/en/docs/user_manual/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https://www.hlnug.de/themen/geografische-informationssysteme/geodienste/naturschutz</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https://geodienste-umwelt.hessen.de/arcgis/services/inspire/schutzgebiete/MapServer/WmsServer</a:t>
            </a:r>
            <a:endParaRPr b="0" lang="en-US" sz="2000" spc="-1" strike="noStrike">
              <a:solidFill>
                <a:srgbClr val="000000"/>
              </a:solidFill>
              <a:latin typeface="Arial"/>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8" name="PlaceHolder 1"/>
          <p:cNvSpPr>
            <a:spLocks noGrp="1"/>
          </p:cNvSpPr>
          <p:nvPr>
            <p:ph type="sldImg"/>
          </p:nvPr>
        </p:nvSpPr>
        <p:spPr>
          <a:xfrm>
            <a:off x="216000" y="812520"/>
            <a:ext cx="7127280" cy="4008960"/>
          </a:xfrm>
          <a:prstGeom prst="rect">
            <a:avLst/>
          </a:prstGeom>
          <a:ln w="0">
            <a:noFill/>
          </a:ln>
        </p:spPr>
      </p:sp>
      <p:sp>
        <p:nvSpPr>
          <p:cNvPr id="71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Abschluss nach der Nachbereitung; kein zusätzlicher Zeitblock.</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Sitzung mit dieser Folie beenden. Die Abschlussgestaltung nutzt den Kontakt-Master der universitären Vorlage sowie das originale Foto-/Kartenmotiv aus der FB19-Titelseite.</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/home/dirk/GeoMOER/moer-bsc-geodaten/docs/slides/Vorlagen/präs_ms02_powerpoint_de.pptx</a:t>
            </a:r>
            <a:endParaRPr b="0" lang="en-US" sz="2000" spc="-1" strike="noStrike">
              <a:solidFill>
                <a:srgbClr val="000000"/>
              </a:solidFill>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7.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elfoli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el und 2 Bilder">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D32E18FD-7726-4B5C-AA5E-B4F98836F9AD}"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Zwei Titel und zwei Inhalte">
    <p:spTree>
      <p:nvGrpSpPr>
        <p:cNvPr id="1" name=""/>
        <p:cNvGrpSpPr/>
        <p:nvPr/>
      </p:nvGrpSpPr>
      <p:grpSpPr>
        <a:xfrm>
          <a:off x="0" y="0"/>
          <a:ext cx="0" cy="0"/>
          <a:chOff x="0" y="0"/>
          <a:chExt cx="0" cy="0"/>
        </a:xfrm>
      </p:grpSpPr>
      <p:sp>
        <p:nvSpPr>
          <p:cNvPr id="2" name="PlaceHolder 1"/>
          <p:cNvSpPr>
            <a:spLocks noGrp="1"/>
          </p:cNvSpPr>
          <p:nvPr>
            <p:ph type="ftr" idx="3"/>
          </p:nvPr>
        </p:nvSpPr>
        <p:spPr/>
        <p:txBody>
          <a:bodyPr/>
          <a:p>
            <a:r>
              <a:t>Footer</a:t>
            </a:r>
          </a:p>
        </p:txBody>
      </p:sp>
      <p:sp>
        <p:nvSpPr>
          <p:cNvPr id="3" name="PlaceHolder 2"/>
          <p:cNvSpPr>
            <a:spLocks noGrp="1"/>
          </p:cNvSpPr>
          <p:nvPr>
            <p:ph type="sldNum" idx="4"/>
          </p:nvPr>
        </p:nvSpPr>
        <p:spPr/>
        <p:txBody>
          <a:bodyPr/>
          <a:p>
            <a:fld id="{0F087A22-143A-4D43-9BF7-FF565138D1EC}" type="slidenum">
              <a:t>&lt;#&gt;</a:t>
            </a:fld>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Editorial">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16F340D1-9D86-48B3-8E1F-6209451B614A}" type="slidenum">
              <a:t>&lt;#&gt;</a:t>
            </a:fld>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Nur Titel">
    <p:spTree>
      <p:nvGrpSpPr>
        <p:cNvPr id="1" name=""/>
        <p:cNvGrpSpPr/>
        <p:nvPr/>
      </p:nvGrpSpPr>
      <p:grpSpPr>
        <a:xfrm>
          <a:off x="0" y="0"/>
          <a:ext cx="0" cy="0"/>
          <a:chOff x="0" y="0"/>
          <a:chExt cx="0" cy="0"/>
        </a:xfrm>
      </p:grpSpPr>
      <p:sp>
        <p:nvSpPr>
          <p:cNvPr id="25" name="PlaceHolder 1"/>
          <p:cNvSpPr>
            <a:spLocks noGrp="1"/>
          </p:cNvSpPr>
          <p:nvPr>
            <p:ph type="title"/>
          </p:nvPr>
        </p:nvSpPr>
        <p:spPr>
          <a:xfrm>
            <a:off x="334800" y="339120"/>
            <a:ext cx="6164640" cy="6150240"/>
          </a:xfrm>
          <a:prstGeom prst="rect">
            <a:avLst/>
          </a:prstGeom>
          <a:noFill/>
          <a:ln w="0">
            <a:noFill/>
          </a:ln>
        </p:spPr>
        <p:txBody>
          <a:bodyPr lIns="0" rIns="0" tIns="0" bIns="0" anchor="ctr">
            <a:noAutofit/>
          </a:bodyPr>
          <a:p>
            <a:pPr indent="0">
              <a:buNone/>
            </a:pPr>
            <a:endParaRPr b="0" lang="de-DE" sz="1800" spc="-1" strike="noStrike">
              <a:solidFill>
                <a:schemeClr val="dk1"/>
              </a:solidFill>
              <a:latin typeface="Noto Sans"/>
            </a:endParaRPr>
          </a:p>
        </p:txBody>
      </p:sp>
      <p:sp>
        <p:nvSpPr>
          <p:cNvPr id="3" name="PlaceHolder 2"/>
          <p:cNvSpPr>
            <a:spLocks noGrp="1"/>
          </p:cNvSpPr>
          <p:nvPr>
            <p:ph type="ftr" idx="7"/>
          </p:nvPr>
        </p:nvSpPr>
        <p:spPr/>
        <p:txBody>
          <a:bodyPr/>
          <a:p>
            <a:r>
              <a:t>Footer</a:t>
            </a:r>
          </a:p>
        </p:txBody>
      </p:sp>
      <p:sp>
        <p:nvSpPr>
          <p:cNvPr id="4" name="PlaceHolder 3"/>
          <p:cNvSpPr>
            <a:spLocks noGrp="1"/>
          </p:cNvSpPr>
          <p:nvPr>
            <p:ph type="sldNum" idx="8"/>
          </p:nvPr>
        </p:nvSpPr>
        <p:spPr/>
        <p:txBody>
          <a:bodyPr/>
          <a:p>
            <a:fld id="{5F6C08AC-8295-42E9-9976-C4C90F594A41}" type="slidenum">
              <a:t>&lt;#&gt;</a:t>
            </a:fld>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Vollbild">
    <p:spTree>
      <p:nvGrpSpPr>
        <p:cNvPr id="1" name=""/>
        <p:cNvGrpSpPr/>
        <p:nvPr/>
      </p:nvGrpSpPr>
      <p:grpSpPr>
        <a:xfrm>
          <a:off x="0" y="0"/>
          <a:ext cx="0" cy="0"/>
          <a:chOff x="0" y="0"/>
          <a:chExt cx="0" cy="0"/>
        </a:xfrm>
      </p:grpSpPr>
      <p:sp>
        <p:nvSpPr>
          <p:cNvPr id="2" name="PlaceHolder 1"/>
          <p:cNvSpPr>
            <a:spLocks noGrp="1"/>
          </p:cNvSpPr>
          <p:nvPr>
            <p:ph type="ftr" idx="9"/>
          </p:nvPr>
        </p:nvSpPr>
        <p:spPr/>
        <p:txBody>
          <a:bodyPr/>
          <a:p>
            <a:r>
              <a:t>Footer</a:t>
            </a:r>
          </a:p>
        </p:txBody>
      </p:sp>
      <p:sp>
        <p:nvSpPr>
          <p:cNvPr id="3" name="PlaceHolder 2"/>
          <p:cNvSpPr>
            <a:spLocks noGrp="1"/>
          </p:cNvSpPr>
          <p:nvPr>
            <p:ph type="sldNum" idx="10"/>
          </p:nvPr>
        </p:nvSpPr>
        <p:spPr/>
        <p:txBody>
          <a:bodyPr/>
          <a:p>
            <a:fld id="{25771217-0E09-4D13-BD07-811DF6BF3FD1}" type="slidenum">
              <a:t>&lt;#&gt;</a:t>
            </a:fld>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Leer">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p>
            <a:r>
              <a:t>Footer</a:t>
            </a:r>
          </a:p>
        </p:txBody>
      </p:sp>
      <p:sp>
        <p:nvSpPr>
          <p:cNvPr id="3" name="PlaceHolder 2"/>
          <p:cNvSpPr>
            <a:spLocks noGrp="1"/>
          </p:cNvSpPr>
          <p:nvPr>
            <p:ph type="sldNum" idx="12"/>
          </p:nvPr>
        </p:nvSpPr>
        <p:spPr/>
        <p:txBody>
          <a:bodyPr/>
          <a:p>
            <a:fld id="{E4DADF44-6B13-4D3B-B52B-5E8F08EB2BCF}" type="slidenum">
              <a:t>&lt;#&gt;</a:t>
            </a:fld>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Kontakt">
    <p:spTree>
      <p:nvGrpSpPr>
        <p:cNvPr id="1" name=""/>
        <p:cNvGrpSpPr/>
        <p:nvPr/>
      </p:nvGrpSpPr>
      <p:grpSpPr>
        <a:xfrm>
          <a:off x="0" y="0"/>
          <a:ext cx="0" cy="0"/>
          <a:chOff x="0" y="0"/>
          <a:chExt cx="0" cy="0"/>
        </a:xfrm>
      </p:grpSpPr>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Kontakt mit Bild">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elfolie mit Bild A">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elfolie mit Bild B">
    <p:spTree>
      <p:nvGrpSpPr>
        <p:cNvPr id="1" name=""/>
        <p:cNvGrpSpPr/>
        <p:nvPr/>
      </p:nvGrpSpPr>
      <p:grpSpPr>
        <a:xfrm>
          <a:off x="0" y="0"/>
          <a:ext cx="0" cy="0"/>
          <a:chOff x="0" y="0"/>
          <a:chExt cx="0" cy="0"/>
        </a:xfrm>
      </p:grpSpPr>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Agenda">
    <p:spTree>
      <p:nvGrpSpPr>
        <p:cNvPr id="1" name=""/>
        <p:cNvGrpSpPr/>
        <p:nvPr/>
      </p:nvGrpSpPr>
      <p:grpSpPr>
        <a:xfrm>
          <a:off x="0" y="0"/>
          <a:ext cx="0" cy="0"/>
          <a:chOff x="0" y="0"/>
          <a:chExt cx="0" cy="0"/>
        </a:xfrm>
      </p:grpSpPr>
      <p:sp>
        <p:nvSpPr>
          <p:cNvPr id="54" name="PlaceHolder 1"/>
          <p:cNvSpPr>
            <a:spLocks noGrp="1"/>
          </p:cNvSpPr>
          <p:nvPr>
            <p:ph type="title"/>
          </p:nvPr>
        </p:nvSpPr>
        <p:spPr>
          <a:xfrm>
            <a:off x="334800" y="339120"/>
            <a:ext cx="6164640" cy="6150240"/>
          </a:xfrm>
          <a:prstGeom prst="rect">
            <a:avLst/>
          </a:prstGeom>
          <a:noFill/>
          <a:ln w="0">
            <a:noFill/>
          </a:ln>
        </p:spPr>
        <p:txBody>
          <a:bodyPr lIns="0" rIns="0" tIns="0" bIns="0" anchor="ctr">
            <a:noAutofit/>
          </a:bodyPr>
          <a:p>
            <a:pPr indent="0">
              <a:buNone/>
            </a:pPr>
            <a:endParaRPr b="0" lang="de-DE" sz="1800" spc="-1" strike="noStrike">
              <a:solidFill>
                <a:schemeClr val="dk1"/>
              </a:solidFill>
              <a:latin typeface="Noto Sans"/>
            </a:endParaRPr>
          </a:p>
        </p:txBody>
      </p:sp>
      <p:sp>
        <p:nvSpPr>
          <p:cNvPr id="55"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lnSpc>
                <a:spcPct val="120000"/>
              </a:lnSpc>
              <a:spcBef>
                <a:spcPts val="1417"/>
              </a:spcBef>
              <a:buNone/>
            </a:pPr>
            <a:endParaRPr b="0" lang="de-DE" sz="1400" spc="-1" strike="noStrike">
              <a:solidFill>
                <a:schemeClr val="dk1"/>
              </a:solidFill>
              <a:latin typeface="Noto Sans"/>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4"/>
          </p:nvPr>
        </p:nvSpPr>
        <p:spPr/>
        <p:txBody>
          <a:bodyPr/>
          <a:p>
            <a:fld id="{8C94394D-B828-4D28-B6AA-B15C03A5AAFA}" type="slidenum">
              <a:t>&lt;#&gt;</a:t>
            </a:fld>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Kapiteltrenner">
    <p:spTree>
      <p:nvGrpSpPr>
        <p:cNvPr id="1" name=""/>
        <p:cNvGrpSpPr/>
        <p:nvPr/>
      </p:nvGrpSpPr>
      <p:grpSpPr>
        <a:xfrm>
          <a:off x="0" y="0"/>
          <a:ext cx="0" cy="0"/>
          <a:chOff x="0" y="0"/>
          <a:chExt cx="0" cy="0"/>
        </a:xfrm>
      </p:grpSpPr>
      <p:sp>
        <p:nvSpPr>
          <p:cNvPr id="60" name="PlaceHolder 1"/>
          <p:cNvSpPr>
            <a:spLocks noGrp="1"/>
          </p:cNvSpPr>
          <p:nvPr>
            <p:ph type="title"/>
          </p:nvPr>
        </p:nvSpPr>
        <p:spPr>
          <a:xfrm>
            <a:off x="334800" y="339120"/>
            <a:ext cx="6164640" cy="6150240"/>
          </a:xfrm>
          <a:prstGeom prst="rect">
            <a:avLst/>
          </a:prstGeom>
          <a:noFill/>
          <a:ln w="0">
            <a:noFill/>
          </a:ln>
        </p:spPr>
        <p:txBody>
          <a:bodyPr lIns="0" rIns="0" tIns="0" bIns="0" anchor="ctr">
            <a:noAutofit/>
          </a:bodyPr>
          <a:p>
            <a:pPr indent="0">
              <a:buNone/>
            </a:pPr>
            <a:endParaRPr b="0" lang="de-DE" sz="1800" spc="-1" strike="noStrike">
              <a:solidFill>
                <a:schemeClr val="dk1"/>
              </a:solidFill>
              <a:latin typeface="Noto Sans"/>
            </a:endParaRPr>
          </a:p>
        </p:txBody>
      </p:sp>
      <p:sp>
        <p:nvSpPr>
          <p:cNvPr id="3" name="PlaceHolder 2"/>
          <p:cNvSpPr>
            <a:spLocks noGrp="1"/>
          </p:cNvSpPr>
          <p:nvPr>
            <p:ph type="ftr" idx="15"/>
          </p:nvPr>
        </p:nvSpPr>
        <p:spPr/>
        <p:txBody>
          <a:bodyPr/>
          <a:p>
            <a:r>
              <a:t>Footer</a:t>
            </a:r>
          </a:p>
        </p:txBody>
      </p:sp>
      <p:sp>
        <p:nvSpPr>
          <p:cNvPr id="4" name="PlaceHolder 3"/>
          <p:cNvSpPr>
            <a:spLocks noGrp="1"/>
          </p:cNvSpPr>
          <p:nvPr>
            <p:ph type="sldNum" idx="16"/>
          </p:nvPr>
        </p:nvSpPr>
        <p:spPr/>
        <p:txBody>
          <a:bodyPr/>
          <a:p>
            <a:fld id="{41EB75DA-6289-4DDF-B603-F305C6894CEF}" type="slidenum">
              <a:t>&lt;#&gt;</a:t>
            </a:fld>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Kapiteltrenner mit Bild">
    <p:spTree>
      <p:nvGrpSpPr>
        <p:cNvPr id="1" name=""/>
        <p:cNvGrpSpPr/>
        <p:nvPr/>
      </p:nvGrpSpPr>
      <p:grpSpPr>
        <a:xfrm>
          <a:off x="0" y="0"/>
          <a:ext cx="0" cy="0"/>
          <a:chOff x="0" y="0"/>
          <a:chExt cx="0" cy="0"/>
        </a:xfrm>
      </p:grpSpPr>
      <p:sp>
        <p:nvSpPr>
          <p:cNvPr id="2" name="PlaceHolder 1"/>
          <p:cNvSpPr>
            <a:spLocks noGrp="1"/>
          </p:cNvSpPr>
          <p:nvPr>
            <p:ph type="ftr" idx="17"/>
          </p:nvPr>
        </p:nvSpPr>
        <p:spPr/>
        <p:txBody>
          <a:bodyPr/>
          <a:p>
            <a:r>
              <a:t>Footer</a:t>
            </a:r>
          </a:p>
        </p:txBody>
      </p:sp>
      <p:sp>
        <p:nvSpPr>
          <p:cNvPr id="3" name="PlaceHolder 2"/>
          <p:cNvSpPr>
            <a:spLocks noGrp="1"/>
          </p:cNvSpPr>
          <p:nvPr>
            <p:ph type="sldNum" idx="18"/>
          </p:nvPr>
        </p:nvSpPr>
        <p:spPr/>
        <p:txBody>
          <a:bodyPr/>
          <a:p>
            <a:fld id="{EB13783F-F440-4C48-8391-1F428DE82C8F}" type="slidenum">
              <a:t>&lt;#&gt;</a:t>
            </a:fld>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el und Inhalt">
    <p:spTree>
      <p:nvGrpSpPr>
        <p:cNvPr id="1" name=""/>
        <p:cNvGrpSpPr/>
        <p:nvPr/>
      </p:nvGrpSpPr>
      <p:grpSpPr>
        <a:xfrm>
          <a:off x="0" y="0"/>
          <a:ext cx="0" cy="0"/>
          <a:chOff x="0" y="0"/>
          <a:chExt cx="0" cy="0"/>
        </a:xfrm>
      </p:grpSpPr>
      <p:sp>
        <p:nvSpPr>
          <p:cNvPr id="70" name="PlaceHolder 1"/>
          <p:cNvSpPr>
            <a:spLocks noGrp="1"/>
          </p:cNvSpPr>
          <p:nvPr>
            <p:ph type="title"/>
          </p:nvPr>
        </p:nvSpPr>
        <p:spPr>
          <a:xfrm>
            <a:off x="334800" y="339120"/>
            <a:ext cx="6164640" cy="6150240"/>
          </a:xfrm>
          <a:prstGeom prst="rect">
            <a:avLst/>
          </a:prstGeom>
          <a:noFill/>
          <a:ln w="0">
            <a:noFill/>
          </a:ln>
        </p:spPr>
        <p:txBody>
          <a:bodyPr lIns="0" rIns="0" tIns="0" bIns="0" anchor="ctr">
            <a:noAutofit/>
          </a:bodyPr>
          <a:p>
            <a:pPr indent="0">
              <a:buNone/>
            </a:pPr>
            <a:endParaRPr b="0" lang="de-DE" sz="1800" spc="-1" strike="noStrike">
              <a:solidFill>
                <a:schemeClr val="dk1"/>
              </a:solidFill>
              <a:latin typeface="Noto Sans"/>
            </a:endParaRPr>
          </a:p>
        </p:txBody>
      </p:sp>
      <p:sp>
        <p:nvSpPr>
          <p:cNvPr id="71"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lnSpc>
                <a:spcPct val="120000"/>
              </a:lnSpc>
              <a:spcBef>
                <a:spcPts val="1417"/>
              </a:spcBef>
              <a:buNone/>
            </a:pPr>
            <a:endParaRPr b="0" lang="de-DE" sz="1400" spc="-1" strike="noStrike">
              <a:solidFill>
                <a:schemeClr val="dk1"/>
              </a:solidFill>
              <a:latin typeface="Noto Sans"/>
            </a:endParaRPr>
          </a:p>
        </p:txBody>
      </p:sp>
      <p:sp>
        <p:nvSpPr>
          <p:cNvPr id="4" name="PlaceHolder 3"/>
          <p:cNvSpPr>
            <a:spLocks noGrp="1"/>
          </p:cNvSpPr>
          <p:nvPr>
            <p:ph type="ftr" idx="19"/>
          </p:nvPr>
        </p:nvSpPr>
        <p:spPr/>
        <p:txBody>
          <a:bodyPr/>
          <a:p>
            <a:r>
              <a:t>Footer</a:t>
            </a:r>
          </a:p>
        </p:txBody>
      </p:sp>
      <p:sp>
        <p:nvSpPr>
          <p:cNvPr id="5" name="PlaceHolder 4"/>
          <p:cNvSpPr>
            <a:spLocks noGrp="1"/>
          </p:cNvSpPr>
          <p:nvPr>
            <p:ph type="sldNum" idx="20"/>
          </p:nvPr>
        </p:nvSpPr>
        <p:spPr/>
        <p:txBody>
          <a:bodyPr/>
          <a:p>
            <a:fld id="{DC1FFF31-E91A-44BB-A2A6-C58CE5267A31}" type="slidenum">
              <a:t>&lt;#&gt;</a:t>
            </a:fld>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el und Inhalt">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p>
            <a:r>
              <a:t>Footer</a:t>
            </a:r>
          </a:p>
        </p:txBody>
      </p:sp>
      <p:sp>
        <p:nvSpPr>
          <p:cNvPr id="3" name="PlaceHolder 2"/>
          <p:cNvSpPr>
            <a:spLocks noGrp="1"/>
          </p:cNvSpPr>
          <p:nvPr>
            <p:ph type="sldNum" idx="20"/>
          </p:nvPr>
        </p:nvSpPr>
        <p:spPr/>
        <p:txBody>
          <a:bodyPr/>
          <a:p>
            <a:fld id="{0A1D0ED5-FE62-433C-9678-5D3116DED780}" type="slidenum">
              <a:t>&lt;#&gt;</a:t>
            </a:fld>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el und zwei Inhalte">
    <p:spTree>
      <p:nvGrpSpPr>
        <p:cNvPr id="1" name=""/>
        <p:cNvGrpSpPr/>
        <p:nvPr/>
      </p:nvGrpSpPr>
      <p:grpSpPr>
        <a:xfrm>
          <a:off x="0" y="0"/>
          <a:ext cx="0" cy="0"/>
          <a:chOff x="0" y="0"/>
          <a:chExt cx="0" cy="0"/>
        </a:xfrm>
      </p:grpSpPr>
      <p:sp>
        <p:nvSpPr>
          <p:cNvPr id="77" name="PlaceHolder 1"/>
          <p:cNvSpPr>
            <a:spLocks noGrp="1"/>
          </p:cNvSpPr>
          <p:nvPr>
            <p:ph type="title"/>
          </p:nvPr>
        </p:nvSpPr>
        <p:spPr>
          <a:xfrm>
            <a:off x="334800" y="339120"/>
            <a:ext cx="6164640" cy="6150240"/>
          </a:xfrm>
          <a:prstGeom prst="rect">
            <a:avLst/>
          </a:prstGeom>
          <a:noFill/>
          <a:ln w="0">
            <a:noFill/>
          </a:ln>
        </p:spPr>
        <p:txBody>
          <a:bodyPr lIns="0" rIns="0" tIns="0" bIns="0" anchor="ctr">
            <a:noAutofit/>
          </a:bodyPr>
          <a:p>
            <a:pPr indent="0">
              <a:buNone/>
            </a:pPr>
            <a:endParaRPr b="0" lang="de-DE" sz="1800" spc="-1" strike="noStrike">
              <a:solidFill>
                <a:schemeClr val="dk1"/>
              </a:solidFill>
              <a:latin typeface="Noto Sans"/>
            </a:endParaRPr>
          </a:p>
        </p:txBody>
      </p:sp>
      <p:sp>
        <p:nvSpPr>
          <p:cNvPr id="78"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lnSpc>
                <a:spcPct val="120000"/>
              </a:lnSpc>
              <a:spcBef>
                <a:spcPts val="1417"/>
              </a:spcBef>
              <a:buNone/>
            </a:pPr>
            <a:endParaRPr b="0" lang="de-DE" sz="1400" spc="-1" strike="noStrike">
              <a:solidFill>
                <a:schemeClr val="dk1"/>
              </a:solidFill>
              <a:latin typeface="Noto Sans"/>
            </a:endParaRPr>
          </a:p>
        </p:txBody>
      </p:sp>
      <p:sp>
        <p:nvSpPr>
          <p:cNvPr id="4" name="PlaceHolder 3"/>
          <p:cNvSpPr>
            <a:spLocks noGrp="1"/>
          </p:cNvSpPr>
          <p:nvPr>
            <p:ph type="ftr" idx="21"/>
          </p:nvPr>
        </p:nvSpPr>
        <p:spPr/>
        <p:txBody>
          <a:bodyPr/>
          <a:p>
            <a:r>
              <a:t>Footer</a:t>
            </a:r>
          </a:p>
        </p:txBody>
      </p:sp>
      <p:sp>
        <p:nvSpPr>
          <p:cNvPr id="5" name="PlaceHolder 4"/>
          <p:cNvSpPr>
            <a:spLocks noGrp="1"/>
          </p:cNvSpPr>
          <p:nvPr>
            <p:ph type="sldNum" idx="22"/>
          </p:nvPr>
        </p:nvSpPr>
        <p:spPr/>
        <p:txBody>
          <a:bodyPr/>
          <a:p>
            <a:fld id="{1C90AD3A-0B05-4244-9FE2-8B7A78DBF447}" type="slidenum">
              <a:t>&lt;#&gt;</a:t>
            </a:fld>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el, Inhalt und Bild">
    <p:spTree>
      <p:nvGrpSpPr>
        <p:cNvPr id="1" name=""/>
        <p:cNvGrpSpPr/>
        <p:nvPr/>
      </p:nvGrpSpPr>
      <p:grpSpPr>
        <a:xfrm>
          <a:off x="0" y="0"/>
          <a:ext cx="0" cy="0"/>
          <a:chOff x="0" y="0"/>
          <a:chExt cx="0" cy="0"/>
        </a:xfrm>
      </p:grpSpPr>
      <p:sp>
        <p:nvSpPr>
          <p:cNvPr id="2" name="PlaceHolder 1"/>
          <p:cNvSpPr>
            <a:spLocks noGrp="1"/>
          </p:cNvSpPr>
          <p:nvPr>
            <p:ph type="ftr" idx="23"/>
          </p:nvPr>
        </p:nvSpPr>
        <p:spPr/>
        <p:txBody>
          <a:bodyPr/>
          <a:p>
            <a:r>
              <a:t>Footer</a:t>
            </a:r>
          </a:p>
        </p:txBody>
      </p:sp>
      <p:sp>
        <p:nvSpPr>
          <p:cNvPr id="3" name="PlaceHolder 2"/>
          <p:cNvSpPr>
            <a:spLocks noGrp="1"/>
          </p:cNvSpPr>
          <p:nvPr>
            <p:ph type="sldNum" idx="24"/>
          </p:nvPr>
        </p:nvSpPr>
        <p:spPr/>
        <p:txBody>
          <a:bodyPr/>
          <a:p>
            <a:fld id="{5DF23744-A802-4BA5-BCF8-A7C7AD54FED1}"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Relationship Id="rId3" Type="http://schemas.openxmlformats.org/officeDocument/2006/relationships/slideLayout" Target="../slideLayouts/slideLayout16.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7.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1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762440" y="2187000"/>
            <a:ext cx="6662520" cy="2003760"/>
          </a:xfrm>
          <a:prstGeom prst="rect">
            <a:avLst/>
          </a:prstGeom>
          <a:noFill/>
          <a:ln w="0">
            <a:noFill/>
          </a:ln>
        </p:spPr>
        <p:txBody>
          <a:bodyPr lIns="0" rIns="0" tIns="0" bIns="0" anchor="t">
            <a:noAutofit/>
          </a:bodyPr>
          <a:p>
            <a:pPr indent="0" defTabSz="914400">
              <a:lnSpc>
                <a:spcPct val="100000"/>
              </a:lnSpc>
              <a:buNone/>
            </a:pPr>
            <a:r>
              <a:rPr b="0" lang="de-DE" sz="4200" spc="-1" strike="noStrike">
                <a:solidFill>
                  <a:schemeClr val="lt1"/>
                </a:solidFill>
                <a:latin typeface="Noto Sans"/>
              </a:rPr>
              <a:t>Mastertitelformat bearbeiten</a:t>
            </a:r>
            <a:endParaRPr b="0" lang="de-DE" sz="4200" spc="-1" strike="noStrike">
              <a:solidFill>
                <a:schemeClr val="dk1"/>
              </a:solidFill>
              <a:latin typeface="Noto Sans"/>
            </a:endParaRPr>
          </a:p>
        </p:txBody>
      </p:sp>
      <p:sp>
        <p:nvSpPr>
          <p:cNvPr id="1" name="PlaceHolder 2"/>
          <p:cNvSpPr>
            <a:spLocks noGrp="1"/>
          </p:cNvSpPr>
          <p:nvPr>
            <p:ph type="body"/>
          </p:nvPr>
        </p:nvSpPr>
        <p:spPr>
          <a:xfrm>
            <a:off x="4762440" y="5524560"/>
            <a:ext cx="6662520" cy="815040"/>
          </a:xfrm>
          <a:prstGeom prst="rect">
            <a:avLst/>
          </a:prstGeom>
          <a:noFill/>
          <a:ln w="0">
            <a:noFill/>
          </a:ln>
        </p:spPr>
        <p:txBody>
          <a:bodyPr lIns="0" rIns="0" tIns="0" bIns="0" anchor="b">
            <a:noAutofit/>
          </a:bodyPr>
          <a:p>
            <a:pPr indent="0" defTabSz="914400">
              <a:lnSpc>
                <a:spcPct val="120000"/>
              </a:lnSpc>
              <a:spcBef>
                <a:spcPts val="400"/>
              </a:spcBef>
              <a:buNone/>
              <a:tabLst>
                <a:tab algn="l" pos="0"/>
              </a:tabLst>
            </a:pPr>
            <a:r>
              <a:rPr b="0" lang="de-DE" sz="1200" spc="-1" strike="noStrike">
                <a:solidFill>
                  <a:schemeClr val="lt1"/>
                </a:solidFill>
                <a:latin typeface="Noto Sans"/>
              </a:rPr>
              <a:t>Mastertextformat bearbeiten</a:t>
            </a:r>
            <a:endParaRPr b="0" lang="de-DE" sz="1200" spc="-1" strike="noStrike">
              <a:solidFill>
                <a:schemeClr val="dk1"/>
              </a:solidFill>
              <a:latin typeface="Noto Sans"/>
            </a:endParaRPr>
          </a:p>
        </p:txBody>
      </p:sp>
      <p:sp>
        <p:nvSpPr>
          <p:cNvPr id="2" name="Freihandform: Form 11"/>
          <p:cNvSpPr/>
          <p:nvPr/>
        </p:nvSpPr>
        <p:spPr>
          <a:xfrm>
            <a:off x="10878120" y="335880"/>
            <a:ext cx="982800" cy="1382040"/>
          </a:xfrm>
          <a:custGeom>
            <a:avLst/>
            <a:gdLst>
              <a:gd name="textAreaLeft" fmla="*/ 0 w 982800"/>
              <a:gd name="textAreaRight" fmla="*/ 983160 w 982800"/>
              <a:gd name="textAreaTop" fmla="*/ 0 h 1382040"/>
              <a:gd name="textAreaBottom" fmla="*/ 1382400 h 1382040"/>
            </a:gdLst>
            <a:ahLst/>
            <a:rect l="textAreaLeft" t="textAreaTop" r="textAreaRight" b="textAreaBottom"/>
            <a:pathLst>
              <a:path w="1156206" h="1625685">
                <a:moveTo>
                  <a:pt x="260996" y="1521843"/>
                </a:moveTo>
                <a:lnTo>
                  <a:pt x="248775" y="1522272"/>
                </a:lnTo>
                <a:cubicBezTo>
                  <a:pt x="238659" y="1522548"/>
                  <a:pt x="231630" y="1524377"/>
                  <a:pt x="227706" y="1527739"/>
                </a:cubicBezTo>
                <a:cubicBezTo>
                  <a:pt x="223781" y="1531121"/>
                  <a:pt x="221810" y="1535540"/>
                  <a:pt x="221810" y="1541008"/>
                </a:cubicBezTo>
                <a:cubicBezTo>
                  <a:pt x="221810" y="1545789"/>
                  <a:pt x="223219" y="1549199"/>
                  <a:pt x="226029" y="1551228"/>
                </a:cubicBezTo>
                <a:cubicBezTo>
                  <a:pt x="228839" y="1553266"/>
                  <a:pt x="232487" y="1554276"/>
                  <a:pt x="236983" y="1554276"/>
                </a:cubicBezTo>
                <a:cubicBezTo>
                  <a:pt x="243717" y="1554276"/>
                  <a:pt x="249413" y="1552285"/>
                  <a:pt x="254033" y="1548275"/>
                </a:cubicBezTo>
                <a:cubicBezTo>
                  <a:pt x="258681" y="1544284"/>
                  <a:pt x="260996" y="1538626"/>
                  <a:pt x="260996" y="1531321"/>
                </a:cubicBezTo>
                <a:close/>
                <a:moveTo>
                  <a:pt x="832448" y="1483515"/>
                </a:moveTo>
                <a:cubicBezTo>
                  <a:pt x="817703" y="1483515"/>
                  <a:pt x="810331" y="1495107"/>
                  <a:pt x="810331" y="1518262"/>
                </a:cubicBezTo>
                <a:cubicBezTo>
                  <a:pt x="810331" y="1541160"/>
                  <a:pt x="817846" y="1552599"/>
                  <a:pt x="832876" y="1552599"/>
                </a:cubicBezTo>
                <a:cubicBezTo>
                  <a:pt x="840868" y="1552599"/>
                  <a:pt x="846792" y="1550313"/>
                  <a:pt x="850669" y="1545760"/>
                </a:cubicBezTo>
                <a:cubicBezTo>
                  <a:pt x="854527" y="1541198"/>
                  <a:pt x="856460" y="1533226"/>
                  <a:pt x="856460" y="1521843"/>
                </a:cubicBezTo>
                <a:lnTo>
                  <a:pt x="856460" y="1518052"/>
                </a:lnTo>
                <a:cubicBezTo>
                  <a:pt x="856460" y="1505698"/>
                  <a:pt x="854565" y="1496850"/>
                  <a:pt x="850774" y="1491516"/>
                </a:cubicBezTo>
                <a:cubicBezTo>
                  <a:pt x="846983" y="1486172"/>
                  <a:pt x="840868" y="1483515"/>
                  <a:pt x="832448" y="1483515"/>
                </a:cubicBezTo>
                <a:close/>
                <a:moveTo>
                  <a:pt x="473948" y="1483086"/>
                </a:moveTo>
                <a:cubicBezTo>
                  <a:pt x="465804" y="1483086"/>
                  <a:pt x="460079" y="1485620"/>
                  <a:pt x="456793" y="1490678"/>
                </a:cubicBezTo>
                <a:cubicBezTo>
                  <a:pt x="453479" y="1495716"/>
                  <a:pt x="451697" y="1503450"/>
                  <a:pt x="451402" y="1513842"/>
                </a:cubicBezTo>
                <a:lnTo>
                  <a:pt x="451402" y="1517214"/>
                </a:lnTo>
                <a:cubicBezTo>
                  <a:pt x="451402" y="1528301"/>
                  <a:pt x="453069" y="1536845"/>
                  <a:pt x="456365" y="1542808"/>
                </a:cubicBezTo>
                <a:cubicBezTo>
                  <a:pt x="459670" y="1548770"/>
                  <a:pt x="465671" y="1551752"/>
                  <a:pt x="474376" y="1551752"/>
                </a:cubicBezTo>
                <a:cubicBezTo>
                  <a:pt x="480825" y="1551752"/>
                  <a:pt x="485968" y="1548770"/>
                  <a:pt x="489750" y="1542808"/>
                </a:cubicBezTo>
                <a:cubicBezTo>
                  <a:pt x="493541" y="1536845"/>
                  <a:pt x="495446" y="1528235"/>
                  <a:pt x="495446" y="1517014"/>
                </a:cubicBezTo>
                <a:cubicBezTo>
                  <a:pt x="495446" y="1505765"/>
                  <a:pt x="493503" y="1497316"/>
                  <a:pt x="489645" y="1491620"/>
                </a:cubicBezTo>
                <a:cubicBezTo>
                  <a:pt x="485778" y="1485934"/>
                  <a:pt x="480549" y="1483086"/>
                  <a:pt x="473948" y="1483086"/>
                </a:cubicBezTo>
                <a:close/>
                <a:moveTo>
                  <a:pt x="552733" y="1460134"/>
                </a:moveTo>
                <a:lnTo>
                  <a:pt x="584118" y="1460134"/>
                </a:lnTo>
                <a:lnTo>
                  <a:pt x="584118" y="1527333"/>
                </a:lnTo>
                <a:cubicBezTo>
                  <a:pt x="584118" y="1535467"/>
                  <a:pt x="585594" y="1541639"/>
                  <a:pt x="588537" y="1545859"/>
                </a:cubicBezTo>
                <a:cubicBezTo>
                  <a:pt x="591490" y="1550078"/>
                  <a:pt x="596186" y="1552183"/>
                  <a:pt x="602644" y="1552183"/>
                </a:cubicBezTo>
                <a:cubicBezTo>
                  <a:pt x="612198" y="1552183"/>
                  <a:pt x="618722" y="1548907"/>
                  <a:pt x="622237" y="1542382"/>
                </a:cubicBezTo>
                <a:cubicBezTo>
                  <a:pt x="625733" y="1535848"/>
                  <a:pt x="627504" y="1526475"/>
                  <a:pt x="627504" y="1514264"/>
                </a:cubicBezTo>
                <a:lnTo>
                  <a:pt x="627504" y="1460134"/>
                </a:lnTo>
                <a:lnTo>
                  <a:pt x="658889" y="1460134"/>
                </a:lnTo>
                <a:lnTo>
                  <a:pt x="658889" y="1575138"/>
                </a:lnTo>
                <a:lnTo>
                  <a:pt x="634877" y="1575138"/>
                </a:lnTo>
                <a:lnTo>
                  <a:pt x="630657" y="1560394"/>
                </a:lnTo>
                <a:lnTo>
                  <a:pt x="628981" y="1560394"/>
                </a:lnTo>
                <a:cubicBezTo>
                  <a:pt x="625323" y="1566290"/>
                  <a:pt x="620303" y="1570576"/>
                  <a:pt x="613912" y="1573234"/>
                </a:cubicBezTo>
                <a:cubicBezTo>
                  <a:pt x="607511" y="1575910"/>
                  <a:pt x="600749" y="1577243"/>
                  <a:pt x="593576" y="1577243"/>
                </a:cubicBezTo>
                <a:cubicBezTo>
                  <a:pt x="581241" y="1577243"/>
                  <a:pt x="571326" y="1573900"/>
                  <a:pt x="563887" y="1567233"/>
                </a:cubicBezTo>
                <a:cubicBezTo>
                  <a:pt x="556448" y="1560565"/>
                  <a:pt x="552733" y="1549850"/>
                  <a:pt x="552733" y="1535114"/>
                </a:cubicBezTo>
                <a:close/>
                <a:moveTo>
                  <a:pt x="822542" y="1458026"/>
                </a:moveTo>
                <a:cubicBezTo>
                  <a:pt x="836734" y="1458026"/>
                  <a:pt x="847821" y="1463645"/>
                  <a:pt x="855832" y="1474875"/>
                </a:cubicBezTo>
                <a:lnTo>
                  <a:pt x="856670" y="1474875"/>
                </a:lnTo>
                <a:lnTo>
                  <a:pt x="859204" y="1460131"/>
                </a:lnTo>
                <a:lnTo>
                  <a:pt x="885740" y="1460131"/>
                </a:lnTo>
                <a:lnTo>
                  <a:pt x="885740" y="1575345"/>
                </a:lnTo>
                <a:cubicBezTo>
                  <a:pt x="885740" y="1591785"/>
                  <a:pt x="880892" y="1604282"/>
                  <a:pt x="871205" y="1612845"/>
                </a:cubicBezTo>
                <a:cubicBezTo>
                  <a:pt x="861518" y="1621399"/>
                  <a:pt x="847193" y="1625685"/>
                  <a:pt x="828228" y="1625685"/>
                </a:cubicBezTo>
                <a:cubicBezTo>
                  <a:pt x="820084" y="1625685"/>
                  <a:pt x="812550" y="1625189"/>
                  <a:pt x="805587" y="1624218"/>
                </a:cubicBezTo>
                <a:cubicBezTo>
                  <a:pt x="798644" y="1623237"/>
                  <a:pt x="791852" y="1621475"/>
                  <a:pt x="785261" y="1618951"/>
                </a:cubicBezTo>
                <a:lnTo>
                  <a:pt x="785261" y="1593890"/>
                </a:lnTo>
                <a:cubicBezTo>
                  <a:pt x="799453" y="1599786"/>
                  <a:pt x="814398" y="1602739"/>
                  <a:pt x="830133" y="1602739"/>
                </a:cubicBezTo>
                <a:cubicBezTo>
                  <a:pt x="846278" y="1602739"/>
                  <a:pt x="854355" y="1594024"/>
                  <a:pt x="854355" y="1576612"/>
                </a:cubicBezTo>
                <a:lnTo>
                  <a:pt x="854355" y="1574297"/>
                </a:lnTo>
                <a:cubicBezTo>
                  <a:pt x="854355" y="1571916"/>
                  <a:pt x="854460" y="1569449"/>
                  <a:pt x="854660" y="1566925"/>
                </a:cubicBezTo>
                <a:cubicBezTo>
                  <a:pt x="854889" y="1564391"/>
                  <a:pt x="855060" y="1562143"/>
                  <a:pt x="855194" y="1560191"/>
                </a:cubicBezTo>
                <a:lnTo>
                  <a:pt x="854355" y="1560191"/>
                </a:lnTo>
                <a:cubicBezTo>
                  <a:pt x="850412" y="1566220"/>
                  <a:pt x="845716" y="1570573"/>
                  <a:pt x="840249" y="1573231"/>
                </a:cubicBezTo>
                <a:cubicBezTo>
                  <a:pt x="834762" y="1575907"/>
                  <a:pt x="828590" y="1577241"/>
                  <a:pt x="821704" y="1577241"/>
                </a:cubicBezTo>
                <a:cubicBezTo>
                  <a:pt x="808092" y="1577241"/>
                  <a:pt x="797443" y="1572021"/>
                  <a:pt x="789795" y="1561543"/>
                </a:cubicBezTo>
                <a:cubicBezTo>
                  <a:pt x="782137" y="1551085"/>
                  <a:pt x="778317" y="1536521"/>
                  <a:pt x="778317" y="1517852"/>
                </a:cubicBezTo>
                <a:cubicBezTo>
                  <a:pt x="778317" y="1499031"/>
                  <a:pt x="782242" y="1484353"/>
                  <a:pt x="790109" y="1473809"/>
                </a:cubicBezTo>
                <a:cubicBezTo>
                  <a:pt x="797977" y="1463284"/>
                  <a:pt x="808778" y="1458026"/>
                  <a:pt x="822542" y="1458026"/>
                </a:cubicBezTo>
                <a:close/>
                <a:moveTo>
                  <a:pt x="755979" y="1458025"/>
                </a:moveTo>
                <a:cubicBezTo>
                  <a:pt x="757522" y="1458025"/>
                  <a:pt x="759361" y="1458091"/>
                  <a:pt x="761466" y="1458234"/>
                </a:cubicBezTo>
                <a:cubicBezTo>
                  <a:pt x="763571" y="1458368"/>
                  <a:pt x="765257" y="1458587"/>
                  <a:pt x="766523" y="1458863"/>
                </a:cubicBezTo>
                <a:lnTo>
                  <a:pt x="764209" y="1488352"/>
                </a:lnTo>
                <a:cubicBezTo>
                  <a:pt x="763209" y="1488076"/>
                  <a:pt x="761771" y="1487838"/>
                  <a:pt x="759885" y="1487609"/>
                </a:cubicBezTo>
                <a:cubicBezTo>
                  <a:pt x="757989" y="1487409"/>
                  <a:pt x="756341" y="1487305"/>
                  <a:pt x="754932" y="1487305"/>
                </a:cubicBezTo>
                <a:cubicBezTo>
                  <a:pt x="749588" y="1487305"/>
                  <a:pt x="744464" y="1488248"/>
                  <a:pt x="739558" y="1490153"/>
                </a:cubicBezTo>
                <a:cubicBezTo>
                  <a:pt x="734634" y="1492039"/>
                  <a:pt x="730681" y="1495106"/>
                  <a:pt x="727661" y="1499306"/>
                </a:cubicBezTo>
                <a:cubicBezTo>
                  <a:pt x="724623" y="1503516"/>
                  <a:pt x="723118" y="1509279"/>
                  <a:pt x="723118" y="1516584"/>
                </a:cubicBezTo>
                <a:lnTo>
                  <a:pt x="723118" y="1575135"/>
                </a:lnTo>
                <a:lnTo>
                  <a:pt x="691733" y="1575135"/>
                </a:lnTo>
                <a:lnTo>
                  <a:pt x="691733" y="1460130"/>
                </a:lnTo>
                <a:lnTo>
                  <a:pt x="715546" y="1460130"/>
                </a:lnTo>
                <a:lnTo>
                  <a:pt x="720175" y="1479504"/>
                </a:lnTo>
                <a:lnTo>
                  <a:pt x="721642" y="1479504"/>
                </a:lnTo>
                <a:cubicBezTo>
                  <a:pt x="725023" y="1473608"/>
                  <a:pt x="729652" y="1468550"/>
                  <a:pt x="735548" y="1464349"/>
                </a:cubicBezTo>
                <a:cubicBezTo>
                  <a:pt x="741444" y="1460130"/>
                  <a:pt x="748264" y="1458025"/>
                  <a:pt x="755979" y="1458025"/>
                </a:cubicBezTo>
                <a:close/>
                <a:moveTo>
                  <a:pt x="388633" y="1458025"/>
                </a:moveTo>
                <a:cubicBezTo>
                  <a:pt x="390176" y="1458025"/>
                  <a:pt x="392015" y="1458091"/>
                  <a:pt x="394120" y="1458234"/>
                </a:cubicBezTo>
                <a:cubicBezTo>
                  <a:pt x="396225" y="1458368"/>
                  <a:pt x="397911" y="1458587"/>
                  <a:pt x="399178" y="1458863"/>
                </a:cubicBezTo>
                <a:lnTo>
                  <a:pt x="396863" y="1488352"/>
                </a:lnTo>
                <a:cubicBezTo>
                  <a:pt x="395863" y="1488076"/>
                  <a:pt x="394425" y="1487838"/>
                  <a:pt x="392539" y="1487609"/>
                </a:cubicBezTo>
                <a:cubicBezTo>
                  <a:pt x="390643" y="1487409"/>
                  <a:pt x="388995" y="1487305"/>
                  <a:pt x="387586" y="1487305"/>
                </a:cubicBezTo>
                <a:cubicBezTo>
                  <a:pt x="382242" y="1487305"/>
                  <a:pt x="377118" y="1488248"/>
                  <a:pt x="372212" y="1490153"/>
                </a:cubicBezTo>
                <a:cubicBezTo>
                  <a:pt x="367288" y="1492039"/>
                  <a:pt x="363335" y="1495106"/>
                  <a:pt x="360316" y="1499306"/>
                </a:cubicBezTo>
                <a:cubicBezTo>
                  <a:pt x="357277" y="1503516"/>
                  <a:pt x="355772" y="1509279"/>
                  <a:pt x="355772" y="1516584"/>
                </a:cubicBezTo>
                <a:lnTo>
                  <a:pt x="355772" y="1575135"/>
                </a:lnTo>
                <a:lnTo>
                  <a:pt x="324387" y="1575135"/>
                </a:lnTo>
                <a:lnTo>
                  <a:pt x="324387" y="1460130"/>
                </a:lnTo>
                <a:lnTo>
                  <a:pt x="348200" y="1460130"/>
                </a:lnTo>
                <a:lnTo>
                  <a:pt x="352829" y="1479504"/>
                </a:lnTo>
                <a:lnTo>
                  <a:pt x="354296" y="1479504"/>
                </a:lnTo>
                <a:cubicBezTo>
                  <a:pt x="357677" y="1473608"/>
                  <a:pt x="362306" y="1468550"/>
                  <a:pt x="368202" y="1464349"/>
                </a:cubicBezTo>
                <a:cubicBezTo>
                  <a:pt x="374098" y="1460130"/>
                  <a:pt x="380918" y="1458025"/>
                  <a:pt x="388633" y="1458025"/>
                </a:cubicBezTo>
                <a:close/>
                <a:moveTo>
                  <a:pt x="244355" y="1457816"/>
                </a:moveTo>
                <a:cubicBezTo>
                  <a:pt x="259795" y="1457816"/>
                  <a:pt x="271625" y="1461140"/>
                  <a:pt x="279855" y="1467817"/>
                </a:cubicBezTo>
                <a:cubicBezTo>
                  <a:pt x="288066" y="1474485"/>
                  <a:pt x="292161" y="1484696"/>
                  <a:pt x="292161" y="1498459"/>
                </a:cubicBezTo>
                <a:lnTo>
                  <a:pt x="292161" y="1575136"/>
                </a:lnTo>
                <a:lnTo>
                  <a:pt x="270254" y="1575136"/>
                </a:lnTo>
                <a:lnTo>
                  <a:pt x="264148" y="1559553"/>
                </a:lnTo>
                <a:lnTo>
                  <a:pt x="263310" y="1559553"/>
                </a:lnTo>
                <a:cubicBezTo>
                  <a:pt x="258395" y="1565725"/>
                  <a:pt x="253195" y="1570221"/>
                  <a:pt x="247727" y="1573031"/>
                </a:cubicBezTo>
                <a:cubicBezTo>
                  <a:pt x="242241" y="1575840"/>
                  <a:pt x="234735" y="1577241"/>
                  <a:pt x="225191" y="1577241"/>
                </a:cubicBezTo>
                <a:cubicBezTo>
                  <a:pt x="214933" y="1577241"/>
                  <a:pt x="206436" y="1574259"/>
                  <a:pt x="199702" y="1568297"/>
                </a:cubicBezTo>
                <a:cubicBezTo>
                  <a:pt x="192958" y="1562334"/>
                  <a:pt x="189587" y="1553161"/>
                  <a:pt x="189587" y="1540798"/>
                </a:cubicBezTo>
                <a:cubicBezTo>
                  <a:pt x="189587" y="1528577"/>
                  <a:pt x="193873" y="1519567"/>
                  <a:pt x="202445" y="1513737"/>
                </a:cubicBezTo>
                <a:cubicBezTo>
                  <a:pt x="210999" y="1507908"/>
                  <a:pt x="223848" y="1504717"/>
                  <a:pt x="240974" y="1504155"/>
                </a:cubicBezTo>
                <a:lnTo>
                  <a:pt x="260996" y="1503517"/>
                </a:lnTo>
                <a:lnTo>
                  <a:pt x="260996" y="1498459"/>
                </a:lnTo>
                <a:cubicBezTo>
                  <a:pt x="260996" y="1492430"/>
                  <a:pt x="259424" y="1488001"/>
                  <a:pt x="256252" y="1485191"/>
                </a:cubicBezTo>
                <a:cubicBezTo>
                  <a:pt x="253099" y="1482381"/>
                  <a:pt x="248708" y="1480981"/>
                  <a:pt x="243089" y="1480981"/>
                </a:cubicBezTo>
                <a:cubicBezTo>
                  <a:pt x="237478" y="1480981"/>
                  <a:pt x="231992" y="1481781"/>
                  <a:pt x="226658" y="1483410"/>
                </a:cubicBezTo>
                <a:cubicBezTo>
                  <a:pt x="221314" y="1485020"/>
                  <a:pt x="215980" y="1487029"/>
                  <a:pt x="210656" y="1489411"/>
                </a:cubicBezTo>
                <a:lnTo>
                  <a:pt x="200331" y="1468141"/>
                </a:lnTo>
                <a:cubicBezTo>
                  <a:pt x="206503" y="1464903"/>
                  <a:pt x="213361" y="1462379"/>
                  <a:pt x="220867" y="1460540"/>
                </a:cubicBezTo>
                <a:cubicBezTo>
                  <a:pt x="228372" y="1458731"/>
                  <a:pt x="236211" y="1457816"/>
                  <a:pt x="244355" y="1457816"/>
                </a:cubicBezTo>
                <a:close/>
                <a:moveTo>
                  <a:pt x="1065" y="1424737"/>
                </a:moveTo>
                <a:lnTo>
                  <a:pt x="44442" y="1424737"/>
                </a:lnTo>
                <a:lnTo>
                  <a:pt x="80046" y="1539761"/>
                </a:lnTo>
                <a:lnTo>
                  <a:pt x="80684" y="1539761"/>
                </a:lnTo>
                <a:lnTo>
                  <a:pt x="118375" y="1424737"/>
                </a:lnTo>
                <a:lnTo>
                  <a:pt x="161780" y="1424737"/>
                </a:lnTo>
                <a:lnTo>
                  <a:pt x="161780" y="1575137"/>
                </a:lnTo>
                <a:lnTo>
                  <a:pt x="132072" y="1575137"/>
                </a:lnTo>
                <a:lnTo>
                  <a:pt x="132072" y="1503947"/>
                </a:lnTo>
                <a:cubicBezTo>
                  <a:pt x="132072" y="1499165"/>
                  <a:pt x="132177" y="1493698"/>
                  <a:pt x="132386" y="1487507"/>
                </a:cubicBezTo>
                <a:cubicBezTo>
                  <a:pt x="132605" y="1481334"/>
                  <a:pt x="132815" y="1475477"/>
                  <a:pt x="133015" y="1469923"/>
                </a:cubicBezTo>
                <a:cubicBezTo>
                  <a:pt x="133243" y="1464380"/>
                  <a:pt x="133415" y="1460198"/>
                  <a:pt x="133548" y="1457389"/>
                </a:cubicBezTo>
                <a:lnTo>
                  <a:pt x="132710" y="1457389"/>
                </a:lnTo>
                <a:lnTo>
                  <a:pt x="93953" y="1575137"/>
                </a:lnTo>
                <a:lnTo>
                  <a:pt x="64673" y="1575137"/>
                </a:lnTo>
                <a:lnTo>
                  <a:pt x="28440" y="1457189"/>
                </a:lnTo>
                <a:lnTo>
                  <a:pt x="27592" y="1457189"/>
                </a:lnTo>
                <a:cubicBezTo>
                  <a:pt x="27735" y="1459998"/>
                  <a:pt x="27954" y="1464199"/>
                  <a:pt x="28230" y="1469819"/>
                </a:cubicBezTo>
                <a:cubicBezTo>
                  <a:pt x="28506" y="1475438"/>
                  <a:pt x="28792" y="1481439"/>
                  <a:pt x="29068" y="1487830"/>
                </a:cubicBezTo>
                <a:cubicBezTo>
                  <a:pt x="29364" y="1494212"/>
                  <a:pt x="29497" y="1500003"/>
                  <a:pt x="29497" y="1505194"/>
                </a:cubicBezTo>
                <a:lnTo>
                  <a:pt x="29497" y="1575137"/>
                </a:lnTo>
                <a:lnTo>
                  <a:pt x="1065" y="1575137"/>
                </a:lnTo>
                <a:close/>
                <a:moveTo>
                  <a:pt x="420017" y="1415049"/>
                </a:moveTo>
                <a:lnTo>
                  <a:pt x="451402" y="1415049"/>
                </a:lnTo>
                <a:lnTo>
                  <a:pt x="451402" y="1452330"/>
                </a:lnTo>
                <a:cubicBezTo>
                  <a:pt x="451402" y="1456692"/>
                  <a:pt x="451269" y="1460969"/>
                  <a:pt x="450993" y="1465188"/>
                </a:cubicBezTo>
                <a:cubicBezTo>
                  <a:pt x="450707" y="1469389"/>
                  <a:pt x="450431" y="1472694"/>
                  <a:pt x="450154" y="1475085"/>
                </a:cubicBezTo>
                <a:lnTo>
                  <a:pt x="451402" y="1475085"/>
                </a:lnTo>
                <a:cubicBezTo>
                  <a:pt x="454488" y="1470313"/>
                  <a:pt x="458641" y="1466274"/>
                  <a:pt x="463832" y="1462979"/>
                </a:cubicBezTo>
                <a:cubicBezTo>
                  <a:pt x="469023" y="1459674"/>
                  <a:pt x="475786" y="1458026"/>
                  <a:pt x="484063" y="1458026"/>
                </a:cubicBezTo>
                <a:cubicBezTo>
                  <a:pt x="496989" y="1458026"/>
                  <a:pt x="507447" y="1463045"/>
                  <a:pt x="515448" y="1473075"/>
                </a:cubicBezTo>
                <a:cubicBezTo>
                  <a:pt x="523449" y="1483124"/>
                  <a:pt x="527450" y="1497916"/>
                  <a:pt x="527450" y="1517424"/>
                </a:cubicBezTo>
                <a:cubicBezTo>
                  <a:pt x="527450" y="1537083"/>
                  <a:pt x="523383" y="1551961"/>
                  <a:pt x="515239" y="1562077"/>
                </a:cubicBezTo>
                <a:cubicBezTo>
                  <a:pt x="507085" y="1572192"/>
                  <a:pt x="496417" y="1577241"/>
                  <a:pt x="483225" y="1577241"/>
                </a:cubicBezTo>
                <a:cubicBezTo>
                  <a:pt x="474786" y="1577241"/>
                  <a:pt x="468157" y="1575736"/>
                  <a:pt x="463318" y="1572716"/>
                </a:cubicBezTo>
                <a:cubicBezTo>
                  <a:pt x="458470" y="1569706"/>
                  <a:pt x="454488" y="1566296"/>
                  <a:pt x="451402" y="1562506"/>
                </a:cubicBezTo>
                <a:lnTo>
                  <a:pt x="449297" y="1562506"/>
                </a:lnTo>
                <a:lnTo>
                  <a:pt x="444039" y="1575136"/>
                </a:lnTo>
                <a:lnTo>
                  <a:pt x="420017" y="1575136"/>
                </a:lnTo>
                <a:close/>
                <a:moveTo>
                  <a:pt x="1024557" y="1311207"/>
                </a:moveTo>
                <a:lnTo>
                  <a:pt x="1012336" y="1311636"/>
                </a:lnTo>
                <a:cubicBezTo>
                  <a:pt x="1002220" y="1311912"/>
                  <a:pt x="995191" y="1313741"/>
                  <a:pt x="991267" y="1317103"/>
                </a:cubicBezTo>
                <a:cubicBezTo>
                  <a:pt x="987342" y="1320485"/>
                  <a:pt x="985371" y="1324904"/>
                  <a:pt x="985371" y="1330372"/>
                </a:cubicBezTo>
                <a:cubicBezTo>
                  <a:pt x="985371" y="1335153"/>
                  <a:pt x="986771" y="1338563"/>
                  <a:pt x="989590" y="1340592"/>
                </a:cubicBezTo>
                <a:cubicBezTo>
                  <a:pt x="992400" y="1342630"/>
                  <a:pt x="996048" y="1343640"/>
                  <a:pt x="1000535" y="1343640"/>
                </a:cubicBezTo>
                <a:cubicBezTo>
                  <a:pt x="1007278" y="1343640"/>
                  <a:pt x="1012965" y="1341649"/>
                  <a:pt x="1017594" y="1337639"/>
                </a:cubicBezTo>
                <a:cubicBezTo>
                  <a:pt x="1022242" y="1333648"/>
                  <a:pt x="1024557" y="1327990"/>
                  <a:pt x="1024557" y="1320685"/>
                </a:cubicBezTo>
                <a:close/>
                <a:moveTo>
                  <a:pt x="527876" y="1269707"/>
                </a:moveTo>
                <a:cubicBezTo>
                  <a:pt x="521827" y="1269707"/>
                  <a:pt x="516798" y="1271679"/>
                  <a:pt x="512807" y="1275603"/>
                </a:cubicBezTo>
                <a:cubicBezTo>
                  <a:pt x="508797" y="1279546"/>
                  <a:pt x="506444" y="1285652"/>
                  <a:pt x="505749" y="1293948"/>
                </a:cubicBezTo>
                <a:lnTo>
                  <a:pt x="549783" y="1293948"/>
                </a:lnTo>
                <a:cubicBezTo>
                  <a:pt x="549631" y="1286919"/>
                  <a:pt x="547811" y="1281127"/>
                  <a:pt x="544297" y="1276565"/>
                </a:cubicBezTo>
                <a:cubicBezTo>
                  <a:pt x="540782" y="1272002"/>
                  <a:pt x="535315" y="1269707"/>
                  <a:pt x="527876" y="1269707"/>
                </a:cubicBezTo>
                <a:close/>
                <a:moveTo>
                  <a:pt x="805057" y="1249496"/>
                </a:moveTo>
                <a:lnTo>
                  <a:pt x="836442" y="1249496"/>
                </a:lnTo>
                <a:lnTo>
                  <a:pt x="836442" y="1364501"/>
                </a:lnTo>
                <a:lnTo>
                  <a:pt x="805057" y="1364501"/>
                </a:lnTo>
                <a:close/>
                <a:moveTo>
                  <a:pt x="296155" y="1249496"/>
                </a:moveTo>
                <a:lnTo>
                  <a:pt x="327540" y="1249496"/>
                </a:lnTo>
                <a:lnTo>
                  <a:pt x="327540" y="1364501"/>
                </a:lnTo>
                <a:lnTo>
                  <a:pt x="296155" y="1364501"/>
                </a:lnTo>
                <a:close/>
                <a:moveTo>
                  <a:pt x="343978" y="1249495"/>
                </a:moveTo>
                <a:lnTo>
                  <a:pt x="376839" y="1249495"/>
                </a:lnTo>
                <a:lnTo>
                  <a:pt x="398957" y="1314998"/>
                </a:lnTo>
                <a:cubicBezTo>
                  <a:pt x="400223" y="1318942"/>
                  <a:pt x="401233" y="1322999"/>
                  <a:pt x="402005" y="1327219"/>
                </a:cubicBezTo>
                <a:cubicBezTo>
                  <a:pt x="402776" y="1331429"/>
                  <a:pt x="403233" y="1335220"/>
                  <a:pt x="403376" y="1338601"/>
                </a:cubicBezTo>
                <a:lnTo>
                  <a:pt x="404214" y="1338601"/>
                </a:lnTo>
                <a:cubicBezTo>
                  <a:pt x="404643" y="1331000"/>
                  <a:pt x="406186" y="1323152"/>
                  <a:pt x="408863" y="1314998"/>
                </a:cubicBezTo>
                <a:lnTo>
                  <a:pt x="430970" y="1249495"/>
                </a:lnTo>
                <a:lnTo>
                  <a:pt x="463831" y="1249495"/>
                </a:lnTo>
                <a:lnTo>
                  <a:pt x="420016" y="1364500"/>
                </a:lnTo>
                <a:lnTo>
                  <a:pt x="387793" y="1364500"/>
                </a:lnTo>
                <a:close/>
                <a:moveTo>
                  <a:pt x="527656" y="1247390"/>
                </a:moveTo>
                <a:cubicBezTo>
                  <a:pt x="543525" y="1247390"/>
                  <a:pt x="556089" y="1251914"/>
                  <a:pt x="565366" y="1260963"/>
                </a:cubicBezTo>
                <a:cubicBezTo>
                  <a:pt x="574624" y="1270031"/>
                  <a:pt x="579263" y="1282928"/>
                  <a:pt x="579263" y="1299615"/>
                </a:cubicBezTo>
                <a:lnTo>
                  <a:pt x="579263" y="1314789"/>
                </a:lnTo>
                <a:lnTo>
                  <a:pt x="505111" y="1314789"/>
                </a:lnTo>
                <a:cubicBezTo>
                  <a:pt x="505406" y="1323638"/>
                  <a:pt x="508025" y="1330591"/>
                  <a:pt x="513017" y="1335648"/>
                </a:cubicBezTo>
                <a:cubicBezTo>
                  <a:pt x="517998" y="1340687"/>
                  <a:pt x="524923" y="1343230"/>
                  <a:pt x="533772" y="1343230"/>
                </a:cubicBezTo>
                <a:cubicBezTo>
                  <a:pt x="541211" y="1343230"/>
                  <a:pt x="547945" y="1342487"/>
                  <a:pt x="553984" y="1341021"/>
                </a:cubicBezTo>
                <a:cubicBezTo>
                  <a:pt x="560013" y="1339544"/>
                  <a:pt x="566271" y="1337258"/>
                  <a:pt x="572738" y="1334172"/>
                </a:cubicBezTo>
                <a:lnTo>
                  <a:pt x="572738" y="1358394"/>
                </a:lnTo>
                <a:cubicBezTo>
                  <a:pt x="567109" y="1361214"/>
                  <a:pt x="561184" y="1363261"/>
                  <a:pt x="554946" y="1364605"/>
                </a:cubicBezTo>
                <a:cubicBezTo>
                  <a:pt x="548688" y="1365938"/>
                  <a:pt x="541144" y="1366605"/>
                  <a:pt x="532295" y="1366605"/>
                </a:cubicBezTo>
                <a:cubicBezTo>
                  <a:pt x="520779" y="1366605"/>
                  <a:pt x="510597" y="1364462"/>
                  <a:pt x="501748" y="1360185"/>
                </a:cubicBezTo>
                <a:cubicBezTo>
                  <a:pt x="492909" y="1355899"/>
                  <a:pt x="485946" y="1349403"/>
                  <a:pt x="480889" y="1340687"/>
                </a:cubicBezTo>
                <a:cubicBezTo>
                  <a:pt x="475831" y="1332000"/>
                  <a:pt x="473316" y="1321047"/>
                  <a:pt x="473316" y="1307845"/>
                </a:cubicBezTo>
                <a:cubicBezTo>
                  <a:pt x="473316" y="1294358"/>
                  <a:pt x="475593" y="1283166"/>
                  <a:pt x="480155" y="1274250"/>
                </a:cubicBezTo>
                <a:cubicBezTo>
                  <a:pt x="484708" y="1265316"/>
                  <a:pt x="491071" y="1258620"/>
                  <a:pt x="499215" y="1254124"/>
                </a:cubicBezTo>
                <a:cubicBezTo>
                  <a:pt x="507359" y="1249638"/>
                  <a:pt x="516836" y="1247390"/>
                  <a:pt x="527656" y="1247390"/>
                </a:cubicBezTo>
                <a:close/>
                <a:moveTo>
                  <a:pt x="738919" y="1247389"/>
                </a:moveTo>
                <a:cubicBezTo>
                  <a:pt x="746091" y="1247389"/>
                  <a:pt x="752892" y="1248094"/>
                  <a:pt x="759360" y="1249494"/>
                </a:cubicBezTo>
                <a:cubicBezTo>
                  <a:pt x="765818" y="1250904"/>
                  <a:pt x="772485" y="1253218"/>
                  <a:pt x="779362" y="1256438"/>
                </a:cubicBezTo>
                <a:lnTo>
                  <a:pt x="769894" y="1278983"/>
                </a:lnTo>
                <a:cubicBezTo>
                  <a:pt x="764275" y="1276593"/>
                  <a:pt x="758941" y="1274592"/>
                  <a:pt x="753892" y="1272983"/>
                </a:cubicBezTo>
                <a:cubicBezTo>
                  <a:pt x="748835" y="1271373"/>
                  <a:pt x="743710" y="1270563"/>
                  <a:pt x="738510" y="1270563"/>
                </a:cubicBezTo>
                <a:cubicBezTo>
                  <a:pt x="729242" y="1270563"/>
                  <a:pt x="724613" y="1273087"/>
                  <a:pt x="724613" y="1278136"/>
                </a:cubicBezTo>
                <a:cubicBezTo>
                  <a:pt x="724613" y="1279955"/>
                  <a:pt x="725194" y="1281622"/>
                  <a:pt x="726394" y="1283098"/>
                </a:cubicBezTo>
                <a:cubicBezTo>
                  <a:pt x="727594" y="1284565"/>
                  <a:pt x="729908" y="1286146"/>
                  <a:pt x="733357" y="1287823"/>
                </a:cubicBezTo>
                <a:cubicBezTo>
                  <a:pt x="736776" y="1289509"/>
                  <a:pt x="741872" y="1291766"/>
                  <a:pt x="748606" y="1294566"/>
                </a:cubicBezTo>
                <a:cubicBezTo>
                  <a:pt x="755207" y="1297233"/>
                  <a:pt x="760903" y="1300015"/>
                  <a:pt x="765684" y="1302891"/>
                </a:cubicBezTo>
                <a:cubicBezTo>
                  <a:pt x="770447" y="1305768"/>
                  <a:pt x="774133" y="1309359"/>
                  <a:pt x="776733" y="1313626"/>
                </a:cubicBezTo>
                <a:cubicBezTo>
                  <a:pt x="779324" y="1317912"/>
                  <a:pt x="780629" y="1323494"/>
                  <a:pt x="780629" y="1330371"/>
                </a:cubicBezTo>
                <a:cubicBezTo>
                  <a:pt x="780629" y="1342029"/>
                  <a:pt x="776533" y="1350992"/>
                  <a:pt x="768304" y="1357231"/>
                </a:cubicBezTo>
                <a:cubicBezTo>
                  <a:pt x="760093" y="1363489"/>
                  <a:pt x="747835" y="1366604"/>
                  <a:pt x="731556" y="1366604"/>
                </a:cubicBezTo>
                <a:cubicBezTo>
                  <a:pt x="723546" y="1366604"/>
                  <a:pt x="716678" y="1366080"/>
                  <a:pt x="710916" y="1365032"/>
                </a:cubicBezTo>
                <a:cubicBezTo>
                  <a:pt x="705153" y="1363965"/>
                  <a:pt x="699390" y="1362251"/>
                  <a:pt x="693637" y="1359870"/>
                </a:cubicBezTo>
                <a:lnTo>
                  <a:pt x="693637" y="1333952"/>
                </a:lnTo>
                <a:cubicBezTo>
                  <a:pt x="699819" y="1336762"/>
                  <a:pt x="706496" y="1339077"/>
                  <a:pt x="713659" y="1340915"/>
                </a:cubicBezTo>
                <a:cubicBezTo>
                  <a:pt x="720803" y="1342734"/>
                  <a:pt x="727127" y="1343639"/>
                  <a:pt x="732614" y="1343639"/>
                </a:cubicBezTo>
                <a:cubicBezTo>
                  <a:pt x="738786" y="1343639"/>
                  <a:pt x="743177" y="1342734"/>
                  <a:pt x="745777" y="1340915"/>
                </a:cubicBezTo>
                <a:cubicBezTo>
                  <a:pt x="748368" y="1339077"/>
                  <a:pt x="749673" y="1336695"/>
                  <a:pt x="749673" y="1333752"/>
                </a:cubicBezTo>
                <a:cubicBezTo>
                  <a:pt x="749673" y="1331781"/>
                  <a:pt x="749139" y="1330028"/>
                  <a:pt x="748092" y="1328485"/>
                </a:cubicBezTo>
                <a:cubicBezTo>
                  <a:pt x="747034" y="1326942"/>
                  <a:pt x="744748" y="1325180"/>
                  <a:pt x="741234" y="1323227"/>
                </a:cubicBezTo>
                <a:cubicBezTo>
                  <a:pt x="737719" y="1321255"/>
                  <a:pt x="732252" y="1318712"/>
                  <a:pt x="724813" y="1315626"/>
                </a:cubicBezTo>
                <a:cubicBezTo>
                  <a:pt x="717650" y="1312540"/>
                  <a:pt x="711754" y="1309492"/>
                  <a:pt x="707125" y="1306472"/>
                </a:cubicBezTo>
                <a:cubicBezTo>
                  <a:pt x="702476" y="1303463"/>
                  <a:pt x="699047" y="1299805"/>
                  <a:pt x="696809" y="1295519"/>
                </a:cubicBezTo>
                <a:cubicBezTo>
                  <a:pt x="694542" y="1291233"/>
                  <a:pt x="693428" y="1285870"/>
                  <a:pt x="693428" y="1279412"/>
                </a:cubicBezTo>
                <a:cubicBezTo>
                  <a:pt x="693428" y="1268725"/>
                  <a:pt x="697562" y="1260724"/>
                  <a:pt x="705858" y="1255390"/>
                </a:cubicBezTo>
                <a:cubicBezTo>
                  <a:pt x="714135" y="1250065"/>
                  <a:pt x="725156" y="1247389"/>
                  <a:pt x="738919" y="1247389"/>
                </a:cubicBezTo>
                <a:close/>
                <a:moveTo>
                  <a:pt x="668986" y="1247388"/>
                </a:moveTo>
                <a:cubicBezTo>
                  <a:pt x="670529" y="1247388"/>
                  <a:pt x="672367" y="1247455"/>
                  <a:pt x="674472" y="1247598"/>
                </a:cubicBezTo>
                <a:cubicBezTo>
                  <a:pt x="676577" y="1247731"/>
                  <a:pt x="678263" y="1247950"/>
                  <a:pt x="679530" y="1248226"/>
                </a:cubicBezTo>
                <a:lnTo>
                  <a:pt x="677215" y="1277715"/>
                </a:lnTo>
                <a:cubicBezTo>
                  <a:pt x="676215" y="1277439"/>
                  <a:pt x="674777" y="1277201"/>
                  <a:pt x="672891" y="1276973"/>
                </a:cubicBezTo>
                <a:cubicBezTo>
                  <a:pt x="670995" y="1276773"/>
                  <a:pt x="669348" y="1276668"/>
                  <a:pt x="667938" y="1276668"/>
                </a:cubicBezTo>
                <a:cubicBezTo>
                  <a:pt x="662594" y="1276668"/>
                  <a:pt x="657470" y="1277611"/>
                  <a:pt x="652565" y="1279516"/>
                </a:cubicBezTo>
                <a:cubicBezTo>
                  <a:pt x="647640" y="1281402"/>
                  <a:pt x="643687" y="1284469"/>
                  <a:pt x="640668" y="1288669"/>
                </a:cubicBezTo>
                <a:cubicBezTo>
                  <a:pt x="637629" y="1292879"/>
                  <a:pt x="636124" y="1298642"/>
                  <a:pt x="636124" y="1305948"/>
                </a:cubicBezTo>
                <a:lnTo>
                  <a:pt x="636124" y="1364498"/>
                </a:lnTo>
                <a:lnTo>
                  <a:pt x="604739" y="1364498"/>
                </a:lnTo>
                <a:lnTo>
                  <a:pt x="604739" y="1249493"/>
                </a:lnTo>
                <a:lnTo>
                  <a:pt x="628552" y="1249493"/>
                </a:lnTo>
                <a:lnTo>
                  <a:pt x="633181" y="1268867"/>
                </a:lnTo>
                <a:lnTo>
                  <a:pt x="634648" y="1268867"/>
                </a:lnTo>
                <a:cubicBezTo>
                  <a:pt x="638029" y="1262971"/>
                  <a:pt x="642659" y="1257913"/>
                  <a:pt x="648555" y="1253713"/>
                </a:cubicBezTo>
                <a:cubicBezTo>
                  <a:pt x="654450" y="1249493"/>
                  <a:pt x="661270" y="1247388"/>
                  <a:pt x="668986" y="1247388"/>
                </a:cubicBezTo>
                <a:close/>
                <a:moveTo>
                  <a:pt x="223079" y="1247388"/>
                </a:moveTo>
                <a:cubicBezTo>
                  <a:pt x="235443" y="1247388"/>
                  <a:pt x="245330" y="1250731"/>
                  <a:pt x="252769" y="1257399"/>
                </a:cubicBezTo>
                <a:cubicBezTo>
                  <a:pt x="260208" y="1264066"/>
                  <a:pt x="263942" y="1274763"/>
                  <a:pt x="263942" y="1289508"/>
                </a:cubicBezTo>
                <a:lnTo>
                  <a:pt x="263942" y="1364498"/>
                </a:lnTo>
                <a:lnTo>
                  <a:pt x="232557" y="1364498"/>
                </a:lnTo>
                <a:lnTo>
                  <a:pt x="232557" y="1297308"/>
                </a:lnTo>
                <a:cubicBezTo>
                  <a:pt x="232557" y="1289022"/>
                  <a:pt x="231080" y="1282802"/>
                  <a:pt x="228137" y="1278668"/>
                </a:cubicBezTo>
                <a:cubicBezTo>
                  <a:pt x="225184" y="1274525"/>
                  <a:pt x="220470" y="1272448"/>
                  <a:pt x="214012" y="1272448"/>
                </a:cubicBezTo>
                <a:cubicBezTo>
                  <a:pt x="204468" y="1272448"/>
                  <a:pt x="197933" y="1275725"/>
                  <a:pt x="194438" y="1282250"/>
                </a:cubicBezTo>
                <a:cubicBezTo>
                  <a:pt x="190923" y="1288765"/>
                  <a:pt x="189151" y="1298147"/>
                  <a:pt x="189151" y="1310367"/>
                </a:cubicBezTo>
                <a:lnTo>
                  <a:pt x="189151" y="1364498"/>
                </a:lnTo>
                <a:lnTo>
                  <a:pt x="157766" y="1364498"/>
                </a:lnTo>
                <a:lnTo>
                  <a:pt x="157766" y="1249493"/>
                </a:lnTo>
                <a:lnTo>
                  <a:pt x="181789" y="1249493"/>
                </a:lnTo>
                <a:lnTo>
                  <a:pt x="185999" y="1264238"/>
                </a:lnTo>
                <a:lnTo>
                  <a:pt x="187684" y="1264238"/>
                </a:lnTo>
                <a:cubicBezTo>
                  <a:pt x="191333" y="1258342"/>
                  <a:pt x="196352" y="1254055"/>
                  <a:pt x="202753" y="1251379"/>
                </a:cubicBezTo>
                <a:cubicBezTo>
                  <a:pt x="209144" y="1248721"/>
                  <a:pt x="215917" y="1247388"/>
                  <a:pt x="223079" y="1247388"/>
                </a:cubicBezTo>
                <a:close/>
                <a:moveTo>
                  <a:pt x="1007907" y="1247180"/>
                </a:moveTo>
                <a:cubicBezTo>
                  <a:pt x="1023356" y="1247180"/>
                  <a:pt x="1035187" y="1250505"/>
                  <a:pt x="1043407" y="1257172"/>
                </a:cubicBezTo>
                <a:cubicBezTo>
                  <a:pt x="1051617" y="1263849"/>
                  <a:pt x="1055722" y="1274060"/>
                  <a:pt x="1055722" y="1287824"/>
                </a:cubicBezTo>
                <a:lnTo>
                  <a:pt x="1055722" y="1364500"/>
                </a:lnTo>
                <a:lnTo>
                  <a:pt x="1033815" y="1364500"/>
                </a:lnTo>
                <a:lnTo>
                  <a:pt x="1027709" y="1348917"/>
                </a:lnTo>
                <a:lnTo>
                  <a:pt x="1026871" y="1348917"/>
                </a:lnTo>
                <a:cubicBezTo>
                  <a:pt x="1021947" y="1355089"/>
                  <a:pt x="1016756" y="1359585"/>
                  <a:pt x="1011288" y="1362395"/>
                </a:cubicBezTo>
                <a:cubicBezTo>
                  <a:pt x="1005802" y="1365205"/>
                  <a:pt x="998296" y="1366605"/>
                  <a:pt x="988743" y="1366605"/>
                </a:cubicBezTo>
                <a:cubicBezTo>
                  <a:pt x="978494" y="1366605"/>
                  <a:pt x="969997" y="1363623"/>
                  <a:pt x="963254" y="1357661"/>
                </a:cubicBezTo>
                <a:cubicBezTo>
                  <a:pt x="956520" y="1351698"/>
                  <a:pt x="953138" y="1342526"/>
                  <a:pt x="953138" y="1330162"/>
                </a:cubicBezTo>
                <a:cubicBezTo>
                  <a:pt x="953138" y="1317942"/>
                  <a:pt x="957424" y="1308931"/>
                  <a:pt x="965997" y="1303102"/>
                </a:cubicBezTo>
                <a:cubicBezTo>
                  <a:pt x="974550" y="1297272"/>
                  <a:pt x="987409" y="1294081"/>
                  <a:pt x="1004535" y="1293519"/>
                </a:cubicBezTo>
                <a:lnTo>
                  <a:pt x="1024557" y="1292881"/>
                </a:lnTo>
                <a:lnTo>
                  <a:pt x="1024557" y="1287824"/>
                </a:lnTo>
                <a:cubicBezTo>
                  <a:pt x="1024557" y="1281794"/>
                  <a:pt x="1022975" y="1277365"/>
                  <a:pt x="1019804" y="1274555"/>
                </a:cubicBezTo>
                <a:cubicBezTo>
                  <a:pt x="1016651" y="1271745"/>
                  <a:pt x="1012260" y="1270345"/>
                  <a:pt x="1006640" y="1270345"/>
                </a:cubicBezTo>
                <a:cubicBezTo>
                  <a:pt x="1001039" y="1270345"/>
                  <a:pt x="995553" y="1271145"/>
                  <a:pt x="990219" y="1272774"/>
                </a:cubicBezTo>
                <a:cubicBezTo>
                  <a:pt x="984875" y="1274384"/>
                  <a:pt x="979541" y="1276393"/>
                  <a:pt x="974207" y="1278775"/>
                </a:cubicBezTo>
                <a:lnTo>
                  <a:pt x="963892" y="1257506"/>
                </a:lnTo>
                <a:cubicBezTo>
                  <a:pt x="970064" y="1254267"/>
                  <a:pt x="976922" y="1251743"/>
                  <a:pt x="984428" y="1249905"/>
                </a:cubicBezTo>
                <a:cubicBezTo>
                  <a:pt x="991934" y="1248095"/>
                  <a:pt x="999773" y="1247180"/>
                  <a:pt x="1007907" y="1247180"/>
                </a:cubicBezTo>
                <a:close/>
                <a:moveTo>
                  <a:pt x="1102705" y="1225057"/>
                </a:moveTo>
                <a:lnTo>
                  <a:pt x="1122707" y="1225057"/>
                </a:lnTo>
                <a:lnTo>
                  <a:pt x="1122707" y="1249498"/>
                </a:lnTo>
                <a:lnTo>
                  <a:pt x="1154930" y="1249498"/>
                </a:lnTo>
                <a:lnTo>
                  <a:pt x="1154930" y="1273082"/>
                </a:lnTo>
                <a:lnTo>
                  <a:pt x="1122707" y="1273082"/>
                </a:lnTo>
                <a:lnTo>
                  <a:pt x="1122707" y="1328489"/>
                </a:lnTo>
                <a:cubicBezTo>
                  <a:pt x="1122707" y="1332841"/>
                  <a:pt x="1123974" y="1336099"/>
                  <a:pt x="1126498" y="1338271"/>
                </a:cubicBezTo>
                <a:cubicBezTo>
                  <a:pt x="1129032" y="1340452"/>
                  <a:pt x="1132327" y="1341547"/>
                  <a:pt x="1136404" y="1341547"/>
                </a:cubicBezTo>
                <a:cubicBezTo>
                  <a:pt x="1139900" y="1341547"/>
                  <a:pt x="1143281" y="1341185"/>
                  <a:pt x="1146520" y="1340481"/>
                </a:cubicBezTo>
                <a:cubicBezTo>
                  <a:pt x="1149739" y="1339785"/>
                  <a:pt x="1152959" y="1338937"/>
                  <a:pt x="1156206" y="1337966"/>
                </a:cubicBezTo>
                <a:lnTo>
                  <a:pt x="1156206" y="1361350"/>
                </a:lnTo>
                <a:cubicBezTo>
                  <a:pt x="1152825" y="1362750"/>
                  <a:pt x="1148644" y="1363969"/>
                  <a:pt x="1143672" y="1365036"/>
                </a:cubicBezTo>
                <a:cubicBezTo>
                  <a:pt x="1138680" y="1366074"/>
                  <a:pt x="1133232" y="1366608"/>
                  <a:pt x="1127336" y="1366608"/>
                </a:cubicBezTo>
                <a:cubicBezTo>
                  <a:pt x="1120459" y="1366608"/>
                  <a:pt x="1114306" y="1365474"/>
                  <a:pt x="1108905" y="1363236"/>
                </a:cubicBezTo>
                <a:cubicBezTo>
                  <a:pt x="1103505" y="1360988"/>
                  <a:pt x="1099228" y="1357092"/>
                  <a:pt x="1096066" y="1351539"/>
                </a:cubicBezTo>
                <a:cubicBezTo>
                  <a:pt x="1092894" y="1346005"/>
                  <a:pt x="1091322" y="1338309"/>
                  <a:pt x="1091322" y="1328489"/>
                </a:cubicBezTo>
                <a:lnTo>
                  <a:pt x="1091322" y="1273082"/>
                </a:lnTo>
                <a:lnTo>
                  <a:pt x="1076377" y="1273082"/>
                </a:lnTo>
                <a:lnTo>
                  <a:pt x="1076377" y="1259813"/>
                </a:lnTo>
                <a:lnTo>
                  <a:pt x="1093637" y="1249269"/>
                </a:lnTo>
                <a:close/>
                <a:moveTo>
                  <a:pt x="884063" y="1225057"/>
                </a:moveTo>
                <a:lnTo>
                  <a:pt x="904065" y="1225057"/>
                </a:lnTo>
                <a:lnTo>
                  <a:pt x="904065" y="1249498"/>
                </a:lnTo>
                <a:lnTo>
                  <a:pt x="936289" y="1249498"/>
                </a:lnTo>
                <a:lnTo>
                  <a:pt x="936289" y="1273082"/>
                </a:lnTo>
                <a:lnTo>
                  <a:pt x="904065" y="1273082"/>
                </a:lnTo>
                <a:lnTo>
                  <a:pt x="904065" y="1328489"/>
                </a:lnTo>
                <a:cubicBezTo>
                  <a:pt x="904065" y="1332841"/>
                  <a:pt x="905332" y="1336099"/>
                  <a:pt x="907856" y="1338271"/>
                </a:cubicBezTo>
                <a:cubicBezTo>
                  <a:pt x="910390" y="1340452"/>
                  <a:pt x="913686" y="1341547"/>
                  <a:pt x="917762" y="1341547"/>
                </a:cubicBezTo>
                <a:cubicBezTo>
                  <a:pt x="921258" y="1341547"/>
                  <a:pt x="924639" y="1341185"/>
                  <a:pt x="927878" y="1340481"/>
                </a:cubicBezTo>
                <a:cubicBezTo>
                  <a:pt x="931097" y="1339785"/>
                  <a:pt x="934317" y="1338937"/>
                  <a:pt x="937565" y="1337966"/>
                </a:cubicBezTo>
                <a:lnTo>
                  <a:pt x="937565" y="1361350"/>
                </a:lnTo>
                <a:cubicBezTo>
                  <a:pt x="934183" y="1362750"/>
                  <a:pt x="930002" y="1363969"/>
                  <a:pt x="925030" y="1365036"/>
                </a:cubicBezTo>
                <a:cubicBezTo>
                  <a:pt x="920039" y="1366074"/>
                  <a:pt x="914591" y="1366608"/>
                  <a:pt x="908695" y="1366608"/>
                </a:cubicBezTo>
                <a:cubicBezTo>
                  <a:pt x="901818" y="1366608"/>
                  <a:pt x="895664" y="1365474"/>
                  <a:pt x="890264" y="1363236"/>
                </a:cubicBezTo>
                <a:cubicBezTo>
                  <a:pt x="884863" y="1360988"/>
                  <a:pt x="880586" y="1357092"/>
                  <a:pt x="877424" y="1351539"/>
                </a:cubicBezTo>
                <a:cubicBezTo>
                  <a:pt x="874252" y="1346005"/>
                  <a:pt x="872681" y="1338309"/>
                  <a:pt x="872681" y="1328489"/>
                </a:cubicBezTo>
                <a:lnTo>
                  <a:pt x="872681" y="1273082"/>
                </a:lnTo>
                <a:lnTo>
                  <a:pt x="857736" y="1273082"/>
                </a:lnTo>
                <a:lnTo>
                  <a:pt x="857736" y="1259813"/>
                </a:lnTo>
                <a:lnTo>
                  <a:pt x="874995" y="1249269"/>
                </a:lnTo>
                <a:close/>
                <a:moveTo>
                  <a:pt x="0" y="1214095"/>
                </a:moveTo>
                <a:lnTo>
                  <a:pt x="31814" y="1214095"/>
                </a:lnTo>
                <a:lnTo>
                  <a:pt x="31814" y="1306154"/>
                </a:lnTo>
                <a:cubicBezTo>
                  <a:pt x="31814" y="1318508"/>
                  <a:pt x="34328" y="1327214"/>
                  <a:pt x="39386" y="1332272"/>
                </a:cubicBezTo>
                <a:cubicBezTo>
                  <a:pt x="44444" y="1337330"/>
                  <a:pt x="51949" y="1339854"/>
                  <a:pt x="61932" y="1339854"/>
                </a:cubicBezTo>
                <a:cubicBezTo>
                  <a:pt x="72314" y="1339854"/>
                  <a:pt x="79877" y="1337120"/>
                  <a:pt x="84572" y="1331643"/>
                </a:cubicBezTo>
                <a:cubicBezTo>
                  <a:pt x="89268" y="1326166"/>
                  <a:pt x="91640" y="1317603"/>
                  <a:pt x="91640" y="1305945"/>
                </a:cubicBezTo>
                <a:lnTo>
                  <a:pt x="91640" y="1214095"/>
                </a:lnTo>
                <a:lnTo>
                  <a:pt x="123434" y="1214095"/>
                </a:lnTo>
                <a:lnTo>
                  <a:pt x="123434" y="1311412"/>
                </a:lnTo>
                <a:cubicBezTo>
                  <a:pt x="123434" y="1321814"/>
                  <a:pt x="121158" y="1331196"/>
                  <a:pt x="116596" y="1339539"/>
                </a:cubicBezTo>
                <a:cubicBezTo>
                  <a:pt x="112033" y="1347893"/>
                  <a:pt x="105146" y="1354494"/>
                  <a:pt x="95955" y="1359342"/>
                </a:cubicBezTo>
                <a:cubicBezTo>
                  <a:pt x="86754" y="1364190"/>
                  <a:pt x="75133" y="1366609"/>
                  <a:pt x="61093" y="1366609"/>
                </a:cubicBezTo>
                <a:cubicBezTo>
                  <a:pt x="41158" y="1366609"/>
                  <a:pt x="25984" y="1361514"/>
                  <a:pt x="15592" y="1351331"/>
                </a:cubicBezTo>
                <a:cubicBezTo>
                  <a:pt x="5191" y="1341149"/>
                  <a:pt x="0" y="1327709"/>
                  <a:pt x="0" y="1311003"/>
                </a:cubicBezTo>
                <a:close/>
                <a:moveTo>
                  <a:pt x="1028548" y="1206089"/>
                </a:moveTo>
                <a:cubicBezTo>
                  <a:pt x="1032472" y="1206089"/>
                  <a:pt x="1035882" y="1207194"/>
                  <a:pt x="1038768" y="1209366"/>
                </a:cubicBezTo>
                <a:cubicBezTo>
                  <a:pt x="1041644" y="1211547"/>
                  <a:pt x="1043083" y="1215091"/>
                  <a:pt x="1043083" y="1219996"/>
                </a:cubicBezTo>
                <a:cubicBezTo>
                  <a:pt x="1043083" y="1224644"/>
                  <a:pt x="1041644" y="1228083"/>
                  <a:pt x="1038768" y="1230331"/>
                </a:cubicBezTo>
                <a:cubicBezTo>
                  <a:pt x="1035882" y="1232579"/>
                  <a:pt x="1032472" y="1233693"/>
                  <a:pt x="1028548" y="1233693"/>
                </a:cubicBezTo>
                <a:cubicBezTo>
                  <a:pt x="1024490" y="1233693"/>
                  <a:pt x="1021042" y="1232579"/>
                  <a:pt x="1018232" y="1230331"/>
                </a:cubicBezTo>
                <a:cubicBezTo>
                  <a:pt x="1015422" y="1228083"/>
                  <a:pt x="1014012" y="1224644"/>
                  <a:pt x="1014012" y="1219996"/>
                </a:cubicBezTo>
                <a:cubicBezTo>
                  <a:pt x="1014012" y="1215091"/>
                  <a:pt x="1015422" y="1211547"/>
                  <a:pt x="1018232" y="1209366"/>
                </a:cubicBezTo>
                <a:cubicBezTo>
                  <a:pt x="1021042" y="1207194"/>
                  <a:pt x="1024490" y="1206089"/>
                  <a:pt x="1028548" y="1206089"/>
                </a:cubicBezTo>
                <a:close/>
                <a:moveTo>
                  <a:pt x="986847" y="1206089"/>
                </a:moveTo>
                <a:cubicBezTo>
                  <a:pt x="990771" y="1206089"/>
                  <a:pt x="994181" y="1207194"/>
                  <a:pt x="997058" y="1209366"/>
                </a:cubicBezTo>
                <a:cubicBezTo>
                  <a:pt x="999935" y="1211547"/>
                  <a:pt x="1001382" y="1215091"/>
                  <a:pt x="1001382" y="1219996"/>
                </a:cubicBezTo>
                <a:cubicBezTo>
                  <a:pt x="1001382" y="1224644"/>
                  <a:pt x="999935" y="1228083"/>
                  <a:pt x="997058" y="1230331"/>
                </a:cubicBezTo>
                <a:cubicBezTo>
                  <a:pt x="994181" y="1232579"/>
                  <a:pt x="990771" y="1233693"/>
                  <a:pt x="986847" y="1233693"/>
                </a:cubicBezTo>
                <a:cubicBezTo>
                  <a:pt x="982913" y="1233693"/>
                  <a:pt x="979541" y="1232579"/>
                  <a:pt x="976732" y="1230331"/>
                </a:cubicBezTo>
                <a:cubicBezTo>
                  <a:pt x="973922" y="1228083"/>
                  <a:pt x="972531" y="1224644"/>
                  <a:pt x="972531" y="1219996"/>
                </a:cubicBezTo>
                <a:cubicBezTo>
                  <a:pt x="972531" y="1215091"/>
                  <a:pt x="973922" y="1211547"/>
                  <a:pt x="976732" y="1209366"/>
                </a:cubicBezTo>
                <a:cubicBezTo>
                  <a:pt x="979541" y="1207194"/>
                  <a:pt x="982913" y="1206089"/>
                  <a:pt x="986847" y="1206089"/>
                </a:cubicBezTo>
                <a:close/>
                <a:moveTo>
                  <a:pt x="820859" y="1204414"/>
                </a:moveTo>
                <a:cubicBezTo>
                  <a:pt x="825488" y="1204414"/>
                  <a:pt x="829498" y="1205509"/>
                  <a:pt x="832860" y="1207691"/>
                </a:cubicBezTo>
                <a:cubicBezTo>
                  <a:pt x="836232" y="1209862"/>
                  <a:pt x="837918" y="1213891"/>
                  <a:pt x="837918" y="1219787"/>
                </a:cubicBezTo>
                <a:cubicBezTo>
                  <a:pt x="837918" y="1225550"/>
                  <a:pt x="836232" y="1229560"/>
                  <a:pt x="832860" y="1231808"/>
                </a:cubicBezTo>
                <a:cubicBezTo>
                  <a:pt x="829498" y="1234056"/>
                  <a:pt x="825488" y="1235170"/>
                  <a:pt x="820859" y="1235170"/>
                </a:cubicBezTo>
                <a:cubicBezTo>
                  <a:pt x="816077" y="1235170"/>
                  <a:pt x="812048" y="1234056"/>
                  <a:pt x="808762" y="1231808"/>
                </a:cubicBezTo>
                <a:cubicBezTo>
                  <a:pt x="805447" y="1229560"/>
                  <a:pt x="803809" y="1225550"/>
                  <a:pt x="803809" y="1219787"/>
                </a:cubicBezTo>
                <a:cubicBezTo>
                  <a:pt x="803809" y="1213891"/>
                  <a:pt x="805447" y="1209862"/>
                  <a:pt x="808762" y="1207691"/>
                </a:cubicBezTo>
                <a:cubicBezTo>
                  <a:pt x="812048" y="1205509"/>
                  <a:pt x="816077" y="1204414"/>
                  <a:pt x="820859" y="1204414"/>
                </a:cubicBezTo>
                <a:close/>
                <a:moveTo>
                  <a:pt x="311957" y="1204414"/>
                </a:moveTo>
                <a:cubicBezTo>
                  <a:pt x="316586" y="1204414"/>
                  <a:pt x="320596" y="1205509"/>
                  <a:pt x="323959" y="1207691"/>
                </a:cubicBezTo>
                <a:cubicBezTo>
                  <a:pt x="327331" y="1209862"/>
                  <a:pt x="329016" y="1213891"/>
                  <a:pt x="329016" y="1219787"/>
                </a:cubicBezTo>
                <a:cubicBezTo>
                  <a:pt x="329016" y="1225550"/>
                  <a:pt x="327331" y="1229560"/>
                  <a:pt x="323959" y="1231808"/>
                </a:cubicBezTo>
                <a:cubicBezTo>
                  <a:pt x="320596" y="1234056"/>
                  <a:pt x="316586" y="1235170"/>
                  <a:pt x="311957" y="1235170"/>
                </a:cubicBezTo>
                <a:cubicBezTo>
                  <a:pt x="307176" y="1235170"/>
                  <a:pt x="303147" y="1234056"/>
                  <a:pt x="299860" y="1231808"/>
                </a:cubicBezTo>
                <a:cubicBezTo>
                  <a:pt x="296546" y="1229560"/>
                  <a:pt x="294907" y="1225550"/>
                  <a:pt x="294907" y="1219787"/>
                </a:cubicBezTo>
                <a:cubicBezTo>
                  <a:pt x="294907" y="1213891"/>
                  <a:pt x="296546" y="1209862"/>
                  <a:pt x="299860" y="1207691"/>
                </a:cubicBezTo>
                <a:cubicBezTo>
                  <a:pt x="303147" y="1205509"/>
                  <a:pt x="307176" y="1204414"/>
                  <a:pt x="311957" y="1204414"/>
                </a:cubicBezTo>
                <a:close/>
                <a:moveTo>
                  <a:pt x="498587" y="809418"/>
                </a:moveTo>
                <a:cubicBezTo>
                  <a:pt x="442199" y="806941"/>
                  <a:pt x="396784" y="887589"/>
                  <a:pt x="382239" y="936138"/>
                </a:cubicBezTo>
                <a:cubicBezTo>
                  <a:pt x="378239" y="949511"/>
                  <a:pt x="369714" y="986630"/>
                  <a:pt x="366628" y="998860"/>
                </a:cubicBezTo>
                <a:cubicBezTo>
                  <a:pt x="387992" y="1004061"/>
                  <a:pt x="444628" y="1015444"/>
                  <a:pt x="505455" y="1012757"/>
                </a:cubicBezTo>
                <a:cubicBezTo>
                  <a:pt x="515961" y="943272"/>
                  <a:pt x="531543" y="858519"/>
                  <a:pt x="536887" y="830316"/>
                </a:cubicBezTo>
                <a:lnTo>
                  <a:pt x="536868" y="830306"/>
                </a:lnTo>
                <a:cubicBezTo>
                  <a:pt x="523819" y="817638"/>
                  <a:pt x="510589" y="809894"/>
                  <a:pt x="498587" y="809418"/>
                </a:cubicBezTo>
                <a:close/>
                <a:moveTo>
                  <a:pt x="55989" y="805169"/>
                </a:moveTo>
                <a:lnTo>
                  <a:pt x="33805" y="822648"/>
                </a:lnTo>
                <a:cubicBezTo>
                  <a:pt x="42539" y="836764"/>
                  <a:pt x="58418" y="856881"/>
                  <a:pt x="76496" y="875426"/>
                </a:cubicBezTo>
                <a:cubicBezTo>
                  <a:pt x="82325" y="868863"/>
                  <a:pt x="91698" y="858043"/>
                  <a:pt x="97175" y="852233"/>
                </a:cubicBezTo>
                <a:cubicBezTo>
                  <a:pt x="82992" y="838098"/>
                  <a:pt x="66447" y="818428"/>
                  <a:pt x="55989" y="805169"/>
                </a:cubicBezTo>
                <a:close/>
                <a:moveTo>
                  <a:pt x="280760" y="793873"/>
                </a:moveTo>
                <a:cubicBezTo>
                  <a:pt x="274616" y="816752"/>
                  <a:pt x="267139" y="841650"/>
                  <a:pt x="257366" y="868682"/>
                </a:cubicBezTo>
                <a:cubicBezTo>
                  <a:pt x="264072" y="905887"/>
                  <a:pt x="284646" y="932338"/>
                  <a:pt x="292323" y="938796"/>
                </a:cubicBezTo>
                <a:cubicBezTo>
                  <a:pt x="301534" y="939263"/>
                  <a:pt x="332480" y="932319"/>
                  <a:pt x="367247" y="900086"/>
                </a:cubicBezTo>
                <a:cubicBezTo>
                  <a:pt x="376191" y="872949"/>
                  <a:pt x="386478" y="844870"/>
                  <a:pt x="398660" y="818590"/>
                </a:cubicBezTo>
                <a:lnTo>
                  <a:pt x="398670" y="818571"/>
                </a:lnTo>
                <a:cubicBezTo>
                  <a:pt x="373657" y="816333"/>
                  <a:pt x="330042" y="810246"/>
                  <a:pt x="280760" y="793873"/>
                </a:cubicBezTo>
                <a:close/>
                <a:moveTo>
                  <a:pt x="212037" y="791444"/>
                </a:moveTo>
                <a:cubicBezTo>
                  <a:pt x="194416" y="794178"/>
                  <a:pt x="156744" y="823143"/>
                  <a:pt x="116349" y="868501"/>
                </a:cubicBezTo>
                <a:cubicBezTo>
                  <a:pt x="130884" y="882684"/>
                  <a:pt x="165764" y="914926"/>
                  <a:pt x="201312" y="934405"/>
                </a:cubicBezTo>
                <a:cubicBezTo>
                  <a:pt x="211608" y="912173"/>
                  <a:pt x="221219" y="888485"/>
                  <a:pt x="227991" y="866920"/>
                </a:cubicBezTo>
                <a:lnTo>
                  <a:pt x="227953" y="866673"/>
                </a:lnTo>
                <a:lnTo>
                  <a:pt x="228077" y="866653"/>
                </a:lnTo>
                <a:cubicBezTo>
                  <a:pt x="236383" y="840145"/>
                  <a:pt x="240355" y="816885"/>
                  <a:pt x="235849" y="803655"/>
                </a:cubicBezTo>
                <a:cubicBezTo>
                  <a:pt x="231535" y="790996"/>
                  <a:pt x="221781" y="789930"/>
                  <a:pt x="212037" y="791444"/>
                </a:cubicBezTo>
                <a:close/>
                <a:moveTo>
                  <a:pt x="885797" y="776071"/>
                </a:moveTo>
                <a:lnTo>
                  <a:pt x="885769" y="776109"/>
                </a:lnTo>
                <a:cubicBezTo>
                  <a:pt x="791614" y="926394"/>
                  <a:pt x="623545" y="977658"/>
                  <a:pt x="623545" y="977658"/>
                </a:cubicBezTo>
                <a:cubicBezTo>
                  <a:pt x="623545" y="977658"/>
                  <a:pt x="591056" y="893362"/>
                  <a:pt x="559166" y="856414"/>
                </a:cubicBezTo>
                <a:cubicBezTo>
                  <a:pt x="551270" y="899391"/>
                  <a:pt x="536925" y="979582"/>
                  <a:pt x="528486" y="1039313"/>
                </a:cubicBezTo>
                <a:cubicBezTo>
                  <a:pt x="588322" y="1032817"/>
                  <a:pt x="783423" y="990736"/>
                  <a:pt x="911724" y="797264"/>
                </a:cubicBezTo>
                <a:close/>
                <a:moveTo>
                  <a:pt x="347035" y="617898"/>
                </a:moveTo>
                <a:cubicBezTo>
                  <a:pt x="257528" y="643073"/>
                  <a:pt x="108262" y="737428"/>
                  <a:pt x="65009" y="772394"/>
                </a:cubicBezTo>
                <a:cubicBezTo>
                  <a:pt x="75096" y="786177"/>
                  <a:pt x="94413" y="812780"/>
                  <a:pt x="114768" y="833125"/>
                </a:cubicBezTo>
                <a:cubicBezTo>
                  <a:pt x="199931" y="752439"/>
                  <a:pt x="227610" y="761497"/>
                  <a:pt x="238145" y="764784"/>
                </a:cubicBezTo>
                <a:cubicBezTo>
                  <a:pt x="246937" y="767517"/>
                  <a:pt x="253090" y="775471"/>
                  <a:pt x="256785" y="785386"/>
                </a:cubicBezTo>
                <a:lnTo>
                  <a:pt x="257814" y="785481"/>
                </a:lnTo>
                <a:cubicBezTo>
                  <a:pt x="266434" y="751210"/>
                  <a:pt x="292304" y="662542"/>
                  <a:pt x="347501" y="618651"/>
                </a:cubicBezTo>
                <a:close/>
                <a:moveTo>
                  <a:pt x="620097" y="588666"/>
                </a:moveTo>
                <a:cubicBezTo>
                  <a:pt x="591913" y="617975"/>
                  <a:pt x="527629" y="656951"/>
                  <a:pt x="448952" y="658189"/>
                </a:cubicBezTo>
                <a:cubicBezTo>
                  <a:pt x="410852" y="659047"/>
                  <a:pt x="391707" y="644854"/>
                  <a:pt x="391707" y="644854"/>
                </a:cubicBezTo>
                <a:lnTo>
                  <a:pt x="392278" y="611298"/>
                </a:lnTo>
                <a:cubicBezTo>
                  <a:pt x="332157" y="650360"/>
                  <a:pt x="306611" y="704147"/>
                  <a:pt x="287713" y="768079"/>
                </a:cubicBezTo>
                <a:cubicBezTo>
                  <a:pt x="343149" y="786720"/>
                  <a:pt x="391688" y="791549"/>
                  <a:pt x="411424" y="792787"/>
                </a:cubicBezTo>
                <a:lnTo>
                  <a:pt x="411424" y="792777"/>
                </a:lnTo>
                <a:cubicBezTo>
                  <a:pt x="434665" y="749439"/>
                  <a:pt x="463392" y="712682"/>
                  <a:pt x="500959" y="699147"/>
                </a:cubicBezTo>
                <a:cubicBezTo>
                  <a:pt x="577568" y="671534"/>
                  <a:pt x="621107" y="589514"/>
                  <a:pt x="621107" y="589514"/>
                </a:cubicBezTo>
                <a:close/>
                <a:moveTo>
                  <a:pt x="658693" y="560177"/>
                </a:moveTo>
                <a:cubicBezTo>
                  <a:pt x="643929" y="600944"/>
                  <a:pt x="609306" y="682811"/>
                  <a:pt x="511674" y="721959"/>
                </a:cubicBezTo>
                <a:cubicBezTo>
                  <a:pt x="481956" y="733865"/>
                  <a:pt x="450010" y="768879"/>
                  <a:pt x="430998" y="812732"/>
                </a:cubicBezTo>
                <a:lnTo>
                  <a:pt x="432512" y="813237"/>
                </a:lnTo>
                <a:cubicBezTo>
                  <a:pt x="446371" y="797188"/>
                  <a:pt x="469717" y="778680"/>
                  <a:pt x="495539" y="778871"/>
                </a:cubicBezTo>
                <a:cubicBezTo>
                  <a:pt x="559538" y="779443"/>
                  <a:pt x="620307" y="901458"/>
                  <a:pt x="638785" y="943844"/>
                </a:cubicBezTo>
                <a:cubicBezTo>
                  <a:pt x="757762" y="891056"/>
                  <a:pt x="841125" y="813399"/>
                  <a:pt x="879292" y="732389"/>
                </a:cubicBezTo>
                <a:cubicBezTo>
                  <a:pt x="809759" y="656094"/>
                  <a:pt x="703936" y="588371"/>
                  <a:pt x="658693" y="560177"/>
                </a:cubicBezTo>
                <a:close/>
                <a:moveTo>
                  <a:pt x="359520" y="295985"/>
                </a:moveTo>
                <a:cubicBezTo>
                  <a:pt x="376432" y="295487"/>
                  <a:pt x="398103" y="299224"/>
                  <a:pt x="417767" y="315864"/>
                </a:cubicBezTo>
                <a:lnTo>
                  <a:pt x="411262" y="329637"/>
                </a:lnTo>
                <a:cubicBezTo>
                  <a:pt x="411262" y="329637"/>
                  <a:pt x="387154" y="319740"/>
                  <a:pt x="378991" y="320750"/>
                </a:cubicBezTo>
                <a:lnTo>
                  <a:pt x="378610" y="322331"/>
                </a:lnTo>
                <a:cubicBezTo>
                  <a:pt x="383820" y="328913"/>
                  <a:pt x="381067" y="338219"/>
                  <a:pt x="375867" y="342086"/>
                </a:cubicBezTo>
                <a:lnTo>
                  <a:pt x="357884" y="344353"/>
                </a:lnTo>
                <a:lnTo>
                  <a:pt x="352073" y="328218"/>
                </a:lnTo>
                <a:lnTo>
                  <a:pt x="350216" y="323103"/>
                </a:lnTo>
                <a:cubicBezTo>
                  <a:pt x="345111" y="324750"/>
                  <a:pt x="342177" y="326589"/>
                  <a:pt x="341634" y="327008"/>
                </a:cubicBezTo>
                <a:lnTo>
                  <a:pt x="329833" y="301509"/>
                </a:lnTo>
                <a:cubicBezTo>
                  <a:pt x="330457" y="301214"/>
                  <a:pt x="342608" y="296483"/>
                  <a:pt x="359520" y="295985"/>
                </a:cubicBezTo>
                <a:close/>
                <a:moveTo>
                  <a:pt x="333281" y="229802"/>
                </a:moveTo>
                <a:cubicBezTo>
                  <a:pt x="327585" y="242328"/>
                  <a:pt x="319260" y="258644"/>
                  <a:pt x="316021" y="268579"/>
                </a:cubicBezTo>
                <a:cubicBezTo>
                  <a:pt x="309744" y="287848"/>
                  <a:pt x="315602" y="311670"/>
                  <a:pt x="315602" y="311670"/>
                </a:cubicBezTo>
                <a:cubicBezTo>
                  <a:pt x="315602" y="311670"/>
                  <a:pt x="293599" y="359676"/>
                  <a:pt x="272073" y="402348"/>
                </a:cubicBezTo>
                <a:cubicBezTo>
                  <a:pt x="265596" y="415206"/>
                  <a:pt x="265224" y="423674"/>
                  <a:pt x="266939" y="426913"/>
                </a:cubicBezTo>
                <a:cubicBezTo>
                  <a:pt x="267891" y="428722"/>
                  <a:pt x="269444" y="430189"/>
                  <a:pt x="272768" y="430951"/>
                </a:cubicBezTo>
                <a:cubicBezTo>
                  <a:pt x="276083" y="431704"/>
                  <a:pt x="301124" y="426351"/>
                  <a:pt x="301124" y="426351"/>
                </a:cubicBezTo>
                <a:cubicBezTo>
                  <a:pt x="301124" y="426351"/>
                  <a:pt x="309840" y="431799"/>
                  <a:pt x="307325" y="460364"/>
                </a:cubicBezTo>
                <a:cubicBezTo>
                  <a:pt x="328861" y="464889"/>
                  <a:pt x="346730" y="463975"/>
                  <a:pt x="367294" y="460069"/>
                </a:cubicBezTo>
                <a:lnTo>
                  <a:pt x="370476" y="476071"/>
                </a:lnTo>
                <a:cubicBezTo>
                  <a:pt x="348635" y="484625"/>
                  <a:pt x="328823" y="487616"/>
                  <a:pt x="317507" y="488349"/>
                </a:cubicBezTo>
                <a:cubicBezTo>
                  <a:pt x="320936" y="492845"/>
                  <a:pt x="326785" y="499579"/>
                  <a:pt x="326785" y="499579"/>
                </a:cubicBezTo>
                <a:cubicBezTo>
                  <a:pt x="326785" y="499579"/>
                  <a:pt x="325603" y="512361"/>
                  <a:pt x="325508" y="517505"/>
                </a:cubicBezTo>
                <a:cubicBezTo>
                  <a:pt x="325137" y="538793"/>
                  <a:pt x="340101" y="546632"/>
                  <a:pt x="352835" y="545137"/>
                </a:cubicBezTo>
                <a:cubicBezTo>
                  <a:pt x="388640" y="540936"/>
                  <a:pt x="453810" y="520839"/>
                  <a:pt x="483442" y="465975"/>
                </a:cubicBezTo>
                <a:lnTo>
                  <a:pt x="497920" y="474833"/>
                </a:lnTo>
                <a:cubicBezTo>
                  <a:pt x="477241" y="513028"/>
                  <a:pt x="446666" y="537698"/>
                  <a:pt x="416281" y="552843"/>
                </a:cubicBezTo>
                <a:lnTo>
                  <a:pt x="417329" y="627805"/>
                </a:lnTo>
                <a:cubicBezTo>
                  <a:pt x="480766" y="648855"/>
                  <a:pt x="581826" y="603897"/>
                  <a:pt x="633842" y="546175"/>
                </a:cubicBezTo>
                <a:cubicBezTo>
                  <a:pt x="599419" y="527154"/>
                  <a:pt x="591599" y="489435"/>
                  <a:pt x="592361" y="461431"/>
                </a:cubicBezTo>
                <a:cubicBezTo>
                  <a:pt x="582531" y="458650"/>
                  <a:pt x="554261" y="441591"/>
                  <a:pt x="537535" y="414940"/>
                </a:cubicBezTo>
                <a:cubicBezTo>
                  <a:pt x="531363" y="420798"/>
                  <a:pt x="517389" y="431170"/>
                  <a:pt x="502264" y="429265"/>
                </a:cubicBezTo>
                <a:cubicBezTo>
                  <a:pt x="493062" y="428103"/>
                  <a:pt x="485719" y="423017"/>
                  <a:pt x="480004" y="414635"/>
                </a:cubicBezTo>
                <a:lnTo>
                  <a:pt x="487624" y="402062"/>
                </a:lnTo>
                <a:cubicBezTo>
                  <a:pt x="493910" y="407967"/>
                  <a:pt x="500644" y="407282"/>
                  <a:pt x="503435" y="407110"/>
                </a:cubicBezTo>
                <a:cubicBezTo>
                  <a:pt x="512894" y="406520"/>
                  <a:pt x="522219" y="398109"/>
                  <a:pt x="527010" y="390442"/>
                </a:cubicBezTo>
                <a:cubicBezTo>
                  <a:pt x="534849" y="377907"/>
                  <a:pt x="556042" y="335396"/>
                  <a:pt x="528200" y="324338"/>
                </a:cubicBezTo>
                <a:cubicBezTo>
                  <a:pt x="508522" y="316518"/>
                  <a:pt x="487433" y="343102"/>
                  <a:pt x="487433" y="343102"/>
                </a:cubicBezTo>
                <a:lnTo>
                  <a:pt x="460763" y="335768"/>
                </a:lnTo>
                <a:cubicBezTo>
                  <a:pt x="462144" y="307126"/>
                  <a:pt x="454896" y="260816"/>
                  <a:pt x="424044" y="247728"/>
                </a:cubicBezTo>
                <a:cubicBezTo>
                  <a:pt x="388183" y="232526"/>
                  <a:pt x="333690" y="229859"/>
                  <a:pt x="333281" y="229802"/>
                </a:cubicBezTo>
                <a:close/>
                <a:moveTo>
                  <a:pt x="434203" y="166755"/>
                </a:moveTo>
                <a:cubicBezTo>
                  <a:pt x="414841" y="166562"/>
                  <a:pt x="394407" y="167878"/>
                  <a:pt x="372952" y="171081"/>
                </a:cubicBezTo>
                <a:cubicBezTo>
                  <a:pt x="366666" y="175367"/>
                  <a:pt x="355388" y="186768"/>
                  <a:pt x="346054" y="205152"/>
                </a:cubicBezTo>
                <a:cubicBezTo>
                  <a:pt x="377391" y="209438"/>
                  <a:pt x="414386" y="214134"/>
                  <a:pt x="433712" y="223087"/>
                </a:cubicBezTo>
                <a:cubicBezTo>
                  <a:pt x="473174" y="241413"/>
                  <a:pt x="483776" y="293344"/>
                  <a:pt x="481842" y="316709"/>
                </a:cubicBezTo>
                <a:lnTo>
                  <a:pt x="483271" y="317128"/>
                </a:lnTo>
                <a:cubicBezTo>
                  <a:pt x="496377" y="301830"/>
                  <a:pt x="516503" y="291582"/>
                  <a:pt x="539802" y="301964"/>
                </a:cubicBezTo>
                <a:cubicBezTo>
                  <a:pt x="554661" y="308536"/>
                  <a:pt x="561995" y="317442"/>
                  <a:pt x="565805" y="331158"/>
                </a:cubicBezTo>
                <a:cubicBezTo>
                  <a:pt x="570472" y="347827"/>
                  <a:pt x="566557" y="369734"/>
                  <a:pt x="553699" y="393070"/>
                </a:cubicBezTo>
                <a:cubicBezTo>
                  <a:pt x="560271" y="404786"/>
                  <a:pt x="577235" y="431504"/>
                  <a:pt x="608829" y="441591"/>
                </a:cubicBezTo>
                <a:cubicBezTo>
                  <a:pt x="628451" y="433304"/>
                  <a:pt x="697269" y="369620"/>
                  <a:pt x="665646" y="263416"/>
                </a:cubicBezTo>
                <a:cubicBezTo>
                  <a:pt x="652728" y="243414"/>
                  <a:pt x="569735" y="168105"/>
                  <a:pt x="434203" y="166755"/>
                </a:cubicBezTo>
                <a:close/>
                <a:moveTo>
                  <a:pt x="515050" y="25991"/>
                </a:moveTo>
                <a:cubicBezTo>
                  <a:pt x="488319" y="24434"/>
                  <a:pt x="459568" y="25315"/>
                  <a:pt x="428978" y="29101"/>
                </a:cubicBezTo>
                <a:cubicBezTo>
                  <a:pt x="427083" y="42979"/>
                  <a:pt x="424883" y="60172"/>
                  <a:pt x="439056" y="93976"/>
                </a:cubicBezTo>
                <a:lnTo>
                  <a:pt x="420196" y="97681"/>
                </a:lnTo>
                <a:cubicBezTo>
                  <a:pt x="401718" y="64706"/>
                  <a:pt x="399813" y="47780"/>
                  <a:pt x="400546" y="31635"/>
                </a:cubicBezTo>
                <a:cubicBezTo>
                  <a:pt x="359836" y="33454"/>
                  <a:pt x="321689" y="38321"/>
                  <a:pt x="287342" y="49637"/>
                </a:cubicBezTo>
                <a:cubicBezTo>
                  <a:pt x="242393" y="64448"/>
                  <a:pt x="204093" y="90175"/>
                  <a:pt x="169784" y="122560"/>
                </a:cubicBezTo>
                <a:cubicBezTo>
                  <a:pt x="181643" y="136334"/>
                  <a:pt x="201521" y="155498"/>
                  <a:pt x="240050" y="169966"/>
                </a:cubicBezTo>
                <a:lnTo>
                  <a:pt x="231115" y="187064"/>
                </a:lnTo>
                <a:cubicBezTo>
                  <a:pt x="193730" y="173033"/>
                  <a:pt x="165602" y="156822"/>
                  <a:pt x="147257" y="138801"/>
                </a:cubicBezTo>
                <a:cubicBezTo>
                  <a:pt x="96613" y="171062"/>
                  <a:pt x="69857" y="218582"/>
                  <a:pt x="67028" y="260501"/>
                </a:cubicBezTo>
                <a:cubicBezTo>
                  <a:pt x="64790" y="293677"/>
                  <a:pt x="75506" y="322071"/>
                  <a:pt x="93698" y="334244"/>
                </a:cubicBezTo>
                <a:cubicBezTo>
                  <a:pt x="119663" y="351608"/>
                  <a:pt x="168108" y="329310"/>
                  <a:pt x="211361" y="296811"/>
                </a:cubicBezTo>
                <a:lnTo>
                  <a:pt x="222562" y="311155"/>
                </a:lnTo>
                <a:cubicBezTo>
                  <a:pt x="186729" y="339407"/>
                  <a:pt x="159316" y="354332"/>
                  <a:pt x="137780" y="360752"/>
                </a:cubicBezTo>
                <a:cubicBezTo>
                  <a:pt x="172984" y="404700"/>
                  <a:pt x="232049" y="388746"/>
                  <a:pt x="250108" y="383888"/>
                </a:cubicBezTo>
                <a:cubicBezTo>
                  <a:pt x="267615" y="350379"/>
                  <a:pt x="281960" y="322814"/>
                  <a:pt x="288456" y="308917"/>
                </a:cubicBezTo>
                <a:cubicBezTo>
                  <a:pt x="287027" y="299583"/>
                  <a:pt x="284855" y="275970"/>
                  <a:pt x="291142" y="257873"/>
                </a:cubicBezTo>
                <a:cubicBezTo>
                  <a:pt x="295905" y="244252"/>
                  <a:pt x="314850" y="202066"/>
                  <a:pt x="335386" y="176643"/>
                </a:cubicBezTo>
                <a:lnTo>
                  <a:pt x="335081" y="176081"/>
                </a:lnTo>
                <a:cubicBezTo>
                  <a:pt x="335081" y="176081"/>
                  <a:pt x="308296" y="181368"/>
                  <a:pt x="293885" y="185463"/>
                </a:cubicBezTo>
                <a:lnTo>
                  <a:pt x="288170" y="170033"/>
                </a:lnTo>
                <a:cubicBezTo>
                  <a:pt x="314793" y="159651"/>
                  <a:pt x="413519" y="125418"/>
                  <a:pt x="536582" y="157651"/>
                </a:cubicBezTo>
                <a:cubicBezTo>
                  <a:pt x="647596" y="186721"/>
                  <a:pt x="685839" y="250614"/>
                  <a:pt x="685839" y="250614"/>
                </a:cubicBezTo>
                <a:cubicBezTo>
                  <a:pt x="686106" y="251224"/>
                  <a:pt x="713433" y="321261"/>
                  <a:pt x="683467" y="389822"/>
                </a:cubicBezTo>
                <a:cubicBezTo>
                  <a:pt x="726444" y="392413"/>
                  <a:pt x="787233" y="379850"/>
                  <a:pt x="797805" y="331558"/>
                </a:cubicBezTo>
                <a:lnTo>
                  <a:pt x="797758" y="331577"/>
                </a:lnTo>
                <a:lnTo>
                  <a:pt x="797472" y="331672"/>
                </a:lnTo>
                <a:lnTo>
                  <a:pt x="797472" y="331577"/>
                </a:lnTo>
                <a:lnTo>
                  <a:pt x="796329" y="330720"/>
                </a:lnTo>
                <a:cubicBezTo>
                  <a:pt x="773221" y="343874"/>
                  <a:pt x="743370" y="338626"/>
                  <a:pt x="735750" y="337101"/>
                </a:cubicBezTo>
                <a:lnTo>
                  <a:pt x="739179" y="319671"/>
                </a:lnTo>
                <a:cubicBezTo>
                  <a:pt x="768287" y="325376"/>
                  <a:pt x="793519" y="310031"/>
                  <a:pt x="805273" y="297706"/>
                </a:cubicBezTo>
                <a:cubicBezTo>
                  <a:pt x="819951" y="282314"/>
                  <a:pt x="824228" y="261501"/>
                  <a:pt x="823199" y="241004"/>
                </a:cubicBezTo>
                <a:cubicBezTo>
                  <a:pt x="820141" y="179949"/>
                  <a:pt x="764096" y="137467"/>
                  <a:pt x="736598" y="120132"/>
                </a:cubicBezTo>
                <a:cubicBezTo>
                  <a:pt x="728540" y="133505"/>
                  <a:pt x="712061" y="151383"/>
                  <a:pt x="678257" y="165070"/>
                </a:cubicBezTo>
                <a:lnTo>
                  <a:pt x="664303" y="153831"/>
                </a:lnTo>
                <a:cubicBezTo>
                  <a:pt x="694335" y="135105"/>
                  <a:pt x="707451" y="115312"/>
                  <a:pt x="713138" y="103253"/>
                </a:cubicBezTo>
                <a:cubicBezTo>
                  <a:pt x="685201" y="77564"/>
                  <a:pt x="643481" y="51951"/>
                  <a:pt x="588998" y="37512"/>
                </a:cubicBezTo>
                <a:cubicBezTo>
                  <a:pt x="566491" y="31545"/>
                  <a:pt x="541781" y="27549"/>
                  <a:pt x="515050" y="25991"/>
                </a:cubicBezTo>
                <a:close/>
                <a:moveTo>
                  <a:pt x="504384" y="146"/>
                </a:moveTo>
                <a:cubicBezTo>
                  <a:pt x="595551" y="2521"/>
                  <a:pt x="683124" y="33702"/>
                  <a:pt x="738931" y="90852"/>
                </a:cubicBezTo>
                <a:cubicBezTo>
                  <a:pt x="799891" y="130742"/>
                  <a:pt x="841430" y="163861"/>
                  <a:pt x="850545" y="236527"/>
                </a:cubicBezTo>
                <a:cubicBezTo>
                  <a:pt x="853736" y="262006"/>
                  <a:pt x="845754" y="290429"/>
                  <a:pt x="828019" y="312498"/>
                </a:cubicBezTo>
                <a:cubicBezTo>
                  <a:pt x="824656" y="400243"/>
                  <a:pt x="737588" y="419074"/>
                  <a:pt x="671866" y="411511"/>
                </a:cubicBezTo>
                <a:cubicBezTo>
                  <a:pt x="659255" y="438905"/>
                  <a:pt x="626213" y="460069"/>
                  <a:pt x="617640" y="464832"/>
                </a:cubicBezTo>
                <a:cubicBezTo>
                  <a:pt x="616897" y="490511"/>
                  <a:pt x="620659" y="504913"/>
                  <a:pt x="636738" y="518410"/>
                </a:cubicBezTo>
                <a:cubicBezTo>
                  <a:pt x="646148" y="526306"/>
                  <a:pt x="680438" y="546480"/>
                  <a:pt x="680438" y="546480"/>
                </a:cubicBezTo>
                <a:cubicBezTo>
                  <a:pt x="817598" y="625480"/>
                  <a:pt x="911391" y="729027"/>
                  <a:pt x="911391" y="729027"/>
                </a:cubicBezTo>
                <a:cubicBezTo>
                  <a:pt x="910915" y="730170"/>
                  <a:pt x="905009" y="741533"/>
                  <a:pt x="899961" y="751344"/>
                </a:cubicBezTo>
                <a:lnTo>
                  <a:pt x="899951" y="751363"/>
                </a:lnTo>
                <a:lnTo>
                  <a:pt x="943347" y="791482"/>
                </a:lnTo>
                <a:cubicBezTo>
                  <a:pt x="943347" y="791482"/>
                  <a:pt x="832057" y="1037294"/>
                  <a:pt x="497587" y="1068231"/>
                </a:cubicBezTo>
                <a:cubicBezTo>
                  <a:pt x="497587" y="1068231"/>
                  <a:pt x="501025" y="1041752"/>
                  <a:pt x="501730" y="1036694"/>
                </a:cubicBezTo>
                <a:cubicBezTo>
                  <a:pt x="452515" y="1040323"/>
                  <a:pt x="386621" y="1030569"/>
                  <a:pt x="360389" y="1024978"/>
                </a:cubicBezTo>
                <a:cubicBezTo>
                  <a:pt x="358179" y="1034770"/>
                  <a:pt x="356283" y="1043676"/>
                  <a:pt x="354750" y="1051191"/>
                </a:cubicBezTo>
                <a:lnTo>
                  <a:pt x="328747" y="1046047"/>
                </a:lnTo>
                <a:cubicBezTo>
                  <a:pt x="335576" y="1006757"/>
                  <a:pt x="351988" y="949273"/>
                  <a:pt x="353131" y="945559"/>
                </a:cubicBezTo>
                <a:lnTo>
                  <a:pt x="353150" y="945511"/>
                </a:lnTo>
                <a:cubicBezTo>
                  <a:pt x="335176" y="955398"/>
                  <a:pt x="319174" y="959408"/>
                  <a:pt x="307211" y="960856"/>
                </a:cubicBezTo>
                <a:cubicBezTo>
                  <a:pt x="311430" y="976181"/>
                  <a:pt x="313050" y="990878"/>
                  <a:pt x="307058" y="1003661"/>
                </a:cubicBezTo>
                <a:cubicBezTo>
                  <a:pt x="296847" y="1025454"/>
                  <a:pt x="276559" y="1028607"/>
                  <a:pt x="261967" y="1023825"/>
                </a:cubicBezTo>
                <a:cubicBezTo>
                  <a:pt x="243984" y="1017948"/>
                  <a:pt x="233706" y="1000356"/>
                  <a:pt x="239707" y="979810"/>
                </a:cubicBezTo>
                <a:cubicBezTo>
                  <a:pt x="243555" y="966618"/>
                  <a:pt x="253756" y="953026"/>
                  <a:pt x="266472" y="946768"/>
                </a:cubicBezTo>
                <a:cubicBezTo>
                  <a:pt x="258728" y="938767"/>
                  <a:pt x="249003" y="926623"/>
                  <a:pt x="241050" y="910221"/>
                </a:cubicBezTo>
                <a:cubicBezTo>
                  <a:pt x="230858" y="934338"/>
                  <a:pt x="219038" y="958465"/>
                  <a:pt x="201083" y="992631"/>
                </a:cubicBezTo>
                <a:lnTo>
                  <a:pt x="178861" y="980144"/>
                </a:lnTo>
                <a:cubicBezTo>
                  <a:pt x="180633" y="977239"/>
                  <a:pt x="187405" y="963742"/>
                  <a:pt x="190567" y="956636"/>
                </a:cubicBezTo>
                <a:cubicBezTo>
                  <a:pt x="152344" y="935815"/>
                  <a:pt x="114558" y="904258"/>
                  <a:pt x="98146" y="889856"/>
                </a:cubicBezTo>
                <a:cubicBezTo>
                  <a:pt x="95356" y="893276"/>
                  <a:pt x="80058" y="911583"/>
                  <a:pt x="80058" y="911583"/>
                </a:cubicBezTo>
                <a:cubicBezTo>
                  <a:pt x="80058" y="911583"/>
                  <a:pt x="27804" y="866291"/>
                  <a:pt x="1020" y="815799"/>
                </a:cubicBezTo>
                <a:lnTo>
                  <a:pt x="41530" y="786005"/>
                </a:lnTo>
                <a:cubicBezTo>
                  <a:pt x="38291" y="781471"/>
                  <a:pt x="28423" y="767517"/>
                  <a:pt x="28423" y="767517"/>
                </a:cubicBezTo>
                <a:cubicBezTo>
                  <a:pt x="28423" y="767517"/>
                  <a:pt x="173222" y="658437"/>
                  <a:pt x="305039" y="608564"/>
                </a:cubicBezTo>
                <a:cubicBezTo>
                  <a:pt x="335290" y="597115"/>
                  <a:pt x="365932" y="589962"/>
                  <a:pt x="392755" y="586628"/>
                </a:cubicBezTo>
                <a:lnTo>
                  <a:pt x="393145" y="561701"/>
                </a:lnTo>
                <a:lnTo>
                  <a:pt x="393145" y="561663"/>
                </a:lnTo>
                <a:cubicBezTo>
                  <a:pt x="378667" y="565997"/>
                  <a:pt x="333281" y="580541"/>
                  <a:pt x="313554" y="556338"/>
                </a:cubicBezTo>
                <a:cubicBezTo>
                  <a:pt x="299715" y="539346"/>
                  <a:pt x="300572" y="520886"/>
                  <a:pt x="303248" y="508380"/>
                </a:cubicBezTo>
                <a:cubicBezTo>
                  <a:pt x="295514" y="499246"/>
                  <a:pt x="285094" y="484063"/>
                  <a:pt x="285094" y="454926"/>
                </a:cubicBezTo>
                <a:cubicBezTo>
                  <a:pt x="285094" y="454926"/>
                  <a:pt x="274749" y="457212"/>
                  <a:pt x="269406" y="456945"/>
                </a:cubicBezTo>
                <a:cubicBezTo>
                  <a:pt x="264062" y="456669"/>
                  <a:pt x="251813" y="455459"/>
                  <a:pt x="243241" y="439743"/>
                </a:cubicBezTo>
                <a:cubicBezTo>
                  <a:pt x="238840" y="431704"/>
                  <a:pt x="237735" y="421779"/>
                  <a:pt x="239945" y="410530"/>
                </a:cubicBezTo>
                <a:cubicBezTo>
                  <a:pt x="230887" y="412463"/>
                  <a:pt x="218990" y="414235"/>
                  <a:pt x="204188" y="414473"/>
                </a:cubicBezTo>
                <a:cubicBezTo>
                  <a:pt x="163212" y="415140"/>
                  <a:pt x="137399" y="404281"/>
                  <a:pt x="107481" y="364276"/>
                </a:cubicBezTo>
                <a:cubicBezTo>
                  <a:pt x="63552" y="358895"/>
                  <a:pt x="35567" y="315766"/>
                  <a:pt x="40130" y="254901"/>
                </a:cubicBezTo>
                <a:cubicBezTo>
                  <a:pt x="46292" y="172748"/>
                  <a:pt x="126760" y="123237"/>
                  <a:pt x="142895" y="113483"/>
                </a:cubicBezTo>
                <a:cubicBezTo>
                  <a:pt x="182062" y="74116"/>
                  <a:pt x="221867" y="44122"/>
                  <a:pt x="276016" y="26415"/>
                </a:cubicBezTo>
                <a:cubicBezTo>
                  <a:pt x="313421" y="14185"/>
                  <a:pt x="357769" y="8213"/>
                  <a:pt x="413062" y="7479"/>
                </a:cubicBezTo>
                <a:cubicBezTo>
                  <a:pt x="443207" y="1764"/>
                  <a:pt x="473995" y="-645"/>
                  <a:pt x="504384" y="146"/>
                </a:cubicBezTo>
                <a:close/>
              </a:path>
            </a:pathLst>
          </a:custGeom>
          <a:solidFill>
            <a:srgbClr val="ffffff"/>
          </a:solidFill>
          <a:ln w="9525">
            <a:noFill/>
          </a:ln>
        </p:spPr>
        <p:style>
          <a:lnRef idx="0"/>
          <a:fillRef idx="0"/>
          <a:effectRef idx="0"/>
          <a:fontRef idx="minor"/>
        </p:style>
        <p:txBody>
          <a:bodyPr lIns="90000" rIns="90000" tIns="45000" bIns="45000" anchor="ctr">
            <a:noAutofit/>
          </a:bodyPr>
          <a:p>
            <a:pPr defTabSz="914400">
              <a:lnSpc>
                <a:spcPct val="100000"/>
              </a:lnSpc>
            </a:pPr>
            <a:endParaRPr b="0" lang="de-DE" sz="18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 name="PlaceHolder 1"/>
          <p:cNvSpPr>
            <a:spLocks noGrp="1"/>
          </p:cNvSpPr>
          <p:nvPr>
            <p:ph type="title"/>
          </p:nvPr>
        </p:nvSpPr>
        <p:spPr>
          <a:xfrm>
            <a:off x="766800" y="333360"/>
            <a:ext cx="5113080" cy="899640"/>
          </a:xfrm>
          <a:prstGeom prst="rect">
            <a:avLst/>
          </a:prstGeom>
          <a:noFill/>
          <a:ln w="0">
            <a:noFill/>
          </a:ln>
        </p:spPr>
        <p:txBody>
          <a:bodyPr lIns="0" rIns="0" tIns="0" bIns="0" anchor="t">
            <a:noAutofit/>
          </a:bodyPr>
          <a:p>
            <a:pPr indent="0" defTabSz="914400">
              <a:lnSpc>
                <a:spcPct val="110000"/>
              </a:lnSpc>
              <a:buNone/>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4" name="PlaceHolder 2"/>
          <p:cNvSpPr>
            <a:spLocks noGrp="1"/>
          </p:cNvSpPr>
          <p:nvPr>
            <p:ph type="body"/>
          </p:nvPr>
        </p:nvSpPr>
        <p:spPr>
          <a:xfrm>
            <a:off x="7551360" y="333360"/>
            <a:ext cx="4305240" cy="5832000"/>
          </a:xfrm>
          <a:prstGeom prst="rect">
            <a:avLst/>
          </a:prstGeom>
          <a:solidFill>
            <a:schemeClr val="lt1">
              <a:lumMod val="85000"/>
            </a:schemeClr>
          </a:solidFill>
          <a:ln w="0">
            <a:noFill/>
          </a:ln>
        </p:spPr>
        <p:txBody>
          <a:bodyPr lIns="90000" rIns="90000" tIns="45000" bIns="45000" anchor="ctr">
            <a:noAutofit/>
          </a:bodyPr>
          <a:p>
            <a:pPr marL="432000" indent="-324000">
              <a:lnSpc>
                <a:spcPct val="120000"/>
              </a:lnSpc>
              <a:spcBef>
                <a:spcPts val="1417"/>
              </a:spcBef>
              <a:buClr>
                <a:srgbClr val="000000"/>
              </a:buClr>
              <a:buSzPct val="45000"/>
              <a:buFont typeface="Wingdings" charset="2"/>
              <a:buChar char=""/>
            </a:pPr>
            <a:r>
              <a:rPr b="0" lang="de-DE" sz="1800" spc="-1" strike="noStrike">
                <a:solidFill>
                  <a:schemeClr val="dk1"/>
                </a:solidFill>
                <a:latin typeface="Noto Sans"/>
              </a:rPr>
              <a:t>Click to edit the outline text format</a:t>
            </a:r>
            <a:endParaRPr b="0" lang="de-DE" sz="1800" spc="-1" strike="noStrike">
              <a:solidFill>
                <a:schemeClr val="dk1"/>
              </a:solidFill>
              <a:latin typeface="Noto Sans"/>
            </a:endParaRPr>
          </a:p>
          <a:p>
            <a:pPr lvl="1" marL="864000" indent="-324000">
              <a:lnSpc>
                <a:spcPct val="120000"/>
              </a:lnSpc>
              <a:spcBef>
                <a:spcPts val="1134"/>
              </a:spcBef>
              <a:buClr>
                <a:srgbClr val="000000"/>
              </a:buClr>
              <a:buSzPct val="75000"/>
              <a:buFont typeface="Symbol" charset="2"/>
              <a:buChar char=""/>
            </a:pPr>
            <a:r>
              <a:rPr b="0" lang="de-DE" sz="1800" spc="-1" strike="noStrike">
                <a:solidFill>
                  <a:schemeClr val="dk1"/>
                </a:solidFill>
                <a:latin typeface="Noto Sans"/>
              </a:rPr>
              <a:t>Second Outline Level</a:t>
            </a:r>
            <a:endParaRPr b="0" lang="de-DE" sz="1800" spc="-1" strike="noStrike">
              <a:solidFill>
                <a:schemeClr val="dk1"/>
              </a:solidFill>
              <a:latin typeface="Noto Sans"/>
            </a:endParaRPr>
          </a:p>
          <a:p>
            <a:pPr lvl="2" marL="1296000" indent="-288000">
              <a:lnSpc>
                <a:spcPct val="120000"/>
              </a:lnSpc>
              <a:spcBef>
                <a:spcPts val="850"/>
              </a:spcBef>
              <a:buClr>
                <a:srgbClr val="000000"/>
              </a:buClr>
              <a:buSzPct val="45000"/>
              <a:buFont typeface="Wingdings" charset="2"/>
              <a:buChar char=""/>
            </a:pPr>
            <a:r>
              <a:rPr b="0" lang="de-DE" sz="1800" spc="-1" strike="noStrike">
                <a:solidFill>
                  <a:schemeClr val="dk1"/>
                </a:solidFill>
                <a:latin typeface="Noto Sans"/>
              </a:rPr>
              <a:t>Third Outline Level</a:t>
            </a:r>
            <a:endParaRPr b="0" lang="de-DE" sz="1800" spc="-1" strike="noStrike">
              <a:solidFill>
                <a:schemeClr val="dk1"/>
              </a:solidFill>
              <a:latin typeface="Noto Sans"/>
            </a:endParaRPr>
          </a:p>
          <a:p>
            <a:pPr lvl="3" marL="1728000" indent="-216000">
              <a:lnSpc>
                <a:spcPct val="120000"/>
              </a:lnSpc>
              <a:spcBef>
                <a:spcPts val="567"/>
              </a:spcBef>
              <a:buClr>
                <a:srgbClr val="000000"/>
              </a:buClr>
              <a:buSzPct val="75000"/>
              <a:buFont typeface="Symbol" charset="2"/>
              <a:buChar char=""/>
            </a:pPr>
            <a:r>
              <a:rPr b="0" lang="de-DE" sz="1800" spc="-1" strike="noStrike">
                <a:solidFill>
                  <a:schemeClr val="dk1"/>
                </a:solidFill>
                <a:latin typeface="Noto Sans"/>
              </a:rPr>
              <a:t>Fourth Outline Level</a:t>
            </a:r>
            <a:endParaRPr b="0" lang="de-DE" sz="1800" spc="-1" strike="noStrike">
              <a:solidFill>
                <a:schemeClr val="dk1"/>
              </a:solidFill>
              <a:latin typeface="Noto Sans"/>
            </a:endParaRPr>
          </a:p>
          <a:p>
            <a:pPr lvl="4" marL="2160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Fifth Outline Level</a:t>
            </a:r>
            <a:endParaRPr b="0" lang="de-DE" sz="1800" spc="-1" strike="noStrike">
              <a:solidFill>
                <a:schemeClr val="dk1"/>
              </a:solidFill>
              <a:latin typeface="Noto Sans"/>
            </a:endParaRPr>
          </a:p>
          <a:p>
            <a:pPr lvl="5" marL="2592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Sixth Outline Level</a:t>
            </a:r>
            <a:endParaRPr b="0" lang="de-DE" sz="1800" spc="-1" strike="noStrike">
              <a:solidFill>
                <a:schemeClr val="dk1"/>
              </a:solidFill>
              <a:latin typeface="Noto Sans"/>
            </a:endParaRPr>
          </a:p>
          <a:p>
            <a:pPr lvl="6" marL="3024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Seventh Outline Level</a:t>
            </a:r>
            <a:endParaRPr b="0" lang="de-DE" sz="1800" spc="-1" strike="noStrike">
              <a:solidFill>
                <a:schemeClr val="dk1"/>
              </a:solidFill>
              <a:latin typeface="Noto Sans"/>
            </a:endParaRPr>
          </a:p>
        </p:txBody>
      </p:sp>
      <p:sp>
        <p:nvSpPr>
          <p:cNvPr id="5" name="PlaceHolder 3"/>
          <p:cNvSpPr>
            <a:spLocks noGrp="1"/>
          </p:cNvSpPr>
          <p:nvPr>
            <p:ph type="body"/>
          </p:nvPr>
        </p:nvSpPr>
        <p:spPr>
          <a:xfrm>
            <a:off x="766800" y="1665360"/>
            <a:ext cx="6228000" cy="4500360"/>
          </a:xfrm>
          <a:prstGeom prst="rect">
            <a:avLst/>
          </a:prstGeom>
          <a:solidFill>
            <a:schemeClr val="lt1">
              <a:lumMod val="85000"/>
            </a:schemeClr>
          </a:solidFill>
          <a:ln w="0">
            <a:noFill/>
          </a:ln>
        </p:spPr>
        <p:txBody>
          <a:bodyPr lIns="90000" rIns="90000" tIns="45000" bIns="45000" anchor="ctr">
            <a:noAutofit/>
          </a:bodyPr>
          <a:p>
            <a:pPr marL="432000" indent="-324000">
              <a:lnSpc>
                <a:spcPct val="120000"/>
              </a:lnSpc>
              <a:spcBef>
                <a:spcPts val="1417"/>
              </a:spcBef>
              <a:buClr>
                <a:srgbClr val="000000"/>
              </a:buClr>
              <a:buSzPct val="45000"/>
              <a:buFont typeface="Wingdings" charset="2"/>
              <a:buChar char=""/>
            </a:pPr>
            <a:r>
              <a:rPr b="0" lang="de-DE" sz="1800" spc="-1" strike="noStrike">
                <a:solidFill>
                  <a:schemeClr val="dk1"/>
                </a:solidFill>
                <a:latin typeface="Noto Sans"/>
              </a:rPr>
              <a:t>Click to edit the outline text format</a:t>
            </a:r>
            <a:endParaRPr b="0" lang="de-DE" sz="1800" spc="-1" strike="noStrike">
              <a:solidFill>
                <a:schemeClr val="dk1"/>
              </a:solidFill>
              <a:latin typeface="Noto Sans"/>
            </a:endParaRPr>
          </a:p>
          <a:p>
            <a:pPr lvl="1" marL="864000" indent="-324000">
              <a:lnSpc>
                <a:spcPct val="120000"/>
              </a:lnSpc>
              <a:spcBef>
                <a:spcPts val="1134"/>
              </a:spcBef>
              <a:buClr>
                <a:srgbClr val="000000"/>
              </a:buClr>
              <a:buSzPct val="75000"/>
              <a:buFont typeface="Symbol" charset="2"/>
              <a:buChar char=""/>
            </a:pPr>
            <a:r>
              <a:rPr b="0" lang="de-DE" sz="1800" spc="-1" strike="noStrike">
                <a:solidFill>
                  <a:schemeClr val="dk1"/>
                </a:solidFill>
                <a:latin typeface="Noto Sans"/>
              </a:rPr>
              <a:t>Second Outline Level</a:t>
            </a:r>
            <a:endParaRPr b="0" lang="de-DE" sz="1800" spc="-1" strike="noStrike">
              <a:solidFill>
                <a:schemeClr val="dk1"/>
              </a:solidFill>
              <a:latin typeface="Noto Sans"/>
            </a:endParaRPr>
          </a:p>
          <a:p>
            <a:pPr lvl="2" marL="1296000" indent="-288000">
              <a:lnSpc>
                <a:spcPct val="120000"/>
              </a:lnSpc>
              <a:spcBef>
                <a:spcPts val="850"/>
              </a:spcBef>
              <a:buClr>
                <a:srgbClr val="000000"/>
              </a:buClr>
              <a:buSzPct val="45000"/>
              <a:buFont typeface="Wingdings" charset="2"/>
              <a:buChar char=""/>
            </a:pPr>
            <a:r>
              <a:rPr b="0" lang="de-DE" sz="1800" spc="-1" strike="noStrike">
                <a:solidFill>
                  <a:schemeClr val="dk1"/>
                </a:solidFill>
                <a:latin typeface="Noto Sans"/>
              </a:rPr>
              <a:t>Third Outline Level</a:t>
            </a:r>
            <a:endParaRPr b="0" lang="de-DE" sz="1800" spc="-1" strike="noStrike">
              <a:solidFill>
                <a:schemeClr val="dk1"/>
              </a:solidFill>
              <a:latin typeface="Noto Sans"/>
            </a:endParaRPr>
          </a:p>
          <a:p>
            <a:pPr lvl="3" marL="1728000" indent="-216000">
              <a:lnSpc>
                <a:spcPct val="120000"/>
              </a:lnSpc>
              <a:spcBef>
                <a:spcPts val="567"/>
              </a:spcBef>
              <a:buClr>
                <a:srgbClr val="000000"/>
              </a:buClr>
              <a:buSzPct val="75000"/>
              <a:buFont typeface="Symbol" charset="2"/>
              <a:buChar char=""/>
            </a:pPr>
            <a:r>
              <a:rPr b="0" lang="de-DE" sz="1800" spc="-1" strike="noStrike">
                <a:solidFill>
                  <a:schemeClr val="dk1"/>
                </a:solidFill>
                <a:latin typeface="Noto Sans"/>
              </a:rPr>
              <a:t>Fourth Outline Level</a:t>
            </a:r>
            <a:endParaRPr b="0" lang="de-DE" sz="1800" spc="-1" strike="noStrike">
              <a:solidFill>
                <a:schemeClr val="dk1"/>
              </a:solidFill>
              <a:latin typeface="Noto Sans"/>
            </a:endParaRPr>
          </a:p>
          <a:p>
            <a:pPr lvl="4" marL="2160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Fifth Outline Level</a:t>
            </a:r>
            <a:endParaRPr b="0" lang="de-DE" sz="1800" spc="-1" strike="noStrike">
              <a:solidFill>
                <a:schemeClr val="dk1"/>
              </a:solidFill>
              <a:latin typeface="Noto Sans"/>
            </a:endParaRPr>
          </a:p>
          <a:p>
            <a:pPr lvl="5" marL="2592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Sixth Outline Level</a:t>
            </a:r>
            <a:endParaRPr b="0" lang="de-DE" sz="1800" spc="-1" strike="noStrike">
              <a:solidFill>
                <a:schemeClr val="dk1"/>
              </a:solidFill>
              <a:latin typeface="Noto Sans"/>
            </a:endParaRPr>
          </a:p>
          <a:p>
            <a:pPr lvl="6" marL="3024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Seventh Outline Level</a:t>
            </a:r>
            <a:endParaRPr b="0" lang="de-DE" sz="1800" spc="-1" strike="noStrike">
              <a:solidFill>
                <a:schemeClr val="dk1"/>
              </a:solidFill>
              <a:latin typeface="Noto Sans"/>
            </a:endParaRPr>
          </a:p>
        </p:txBody>
      </p:sp>
      <p:sp>
        <p:nvSpPr>
          <p:cNvPr id="6" name="PlaceHolder 4"/>
          <p:cNvSpPr>
            <a:spLocks noGrp="1"/>
          </p:cNvSpPr>
          <p:nvPr>
            <p:ph type="ftr" idx="1"/>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7" name="PlaceHolder 5">
            <a:extLst>
              <a:ext uri="{C183D7F6-B498-43B3-948B-1728B52AA6E4}">
                <adec:decorative xmlns:adec="http://schemas.microsoft.com/office/drawing/2017/decorative" val="1"/>
              </a:ext>
            </a:extLst>
          </p:cNvPr>
          <p:cNvSpPr>
            <a:spLocks noGrp="1"/>
          </p:cNvSpPr>
          <p:nvPr>
            <p:ph type="sldNum" idx="2"/>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70BAD8F6-ACFC-473E-A5CE-8E5058A6ECE2}"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
        <p:nvSpPr>
          <p:cNvPr id="8" name="PlaceHolder 6"/>
          <p:cNvSpPr>
            <a:spLocks noGrp="1"/>
          </p:cNvSpPr>
          <p:nvPr>
            <p:ph type="body"/>
          </p:nvPr>
        </p:nvSpPr>
        <p:spPr>
          <a:xfrm rot="16200000">
            <a:off x="8774640" y="3083760"/>
            <a:ext cx="5829480" cy="334440"/>
          </a:xfrm>
          <a:prstGeom prst="rect">
            <a:avLst/>
          </a:prstGeom>
          <a:noFill/>
          <a:ln w="0">
            <a:noFill/>
          </a:ln>
        </p:spPr>
        <p:txBody>
          <a:bodyPr lIns="108000" rIns="108000" tIns="36000" bIns="36000" anchor="ctr">
            <a:noAutofit/>
          </a:bodyPr>
          <a:p>
            <a:pPr indent="0" defTabSz="914400">
              <a:lnSpc>
                <a:spcPct val="100000"/>
              </a:lnSpc>
              <a:buNone/>
              <a:tabLst>
                <a:tab algn="l" pos="0"/>
              </a:tabLst>
            </a:pPr>
            <a:r>
              <a:rPr b="0" lang="de-DE" sz="800" spc="-1" strike="noStrike">
                <a:solidFill>
                  <a:schemeClr val="lt1"/>
                </a:solidFill>
                <a:latin typeface="Noto Sans"/>
              </a:rPr>
              <a:t>Bildnachweis</a:t>
            </a:r>
            <a:endParaRPr b="0" lang="de-DE" sz="800" spc="-1" strike="noStrike">
              <a:solidFill>
                <a:schemeClr val="dk1"/>
              </a:solidFill>
              <a:latin typeface="Noto Sans"/>
            </a:endParaRPr>
          </a:p>
        </p:txBody>
      </p:sp>
      <p:sp>
        <p:nvSpPr>
          <p:cNvPr id="9" name="PlaceHolder 7"/>
          <p:cNvSpPr>
            <a:spLocks noGrp="1"/>
          </p:cNvSpPr>
          <p:nvPr>
            <p:ph type="body"/>
          </p:nvPr>
        </p:nvSpPr>
        <p:spPr>
          <a:xfrm rot="16200000">
            <a:off x="4577400" y="3748320"/>
            <a:ext cx="4500360" cy="334440"/>
          </a:xfrm>
          <a:prstGeom prst="rect">
            <a:avLst/>
          </a:prstGeom>
          <a:noFill/>
          <a:ln w="0">
            <a:noFill/>
          </a:ln>
        </p:spPr>
        <p:txBody>
          <a:bodyPr lIns="108000" rIns="108000" tIns="36000" bIns="36000" anchor="ctr">
            <a:noAutofit/>
          </a:bodyPr>
          <a:p>
            <a:pPr indent="0" defTabSz="914400">
              <a:lnSpc>
                <a:spcPct val="100000"/>
              </a:lnSpc>
              <a:buNone/>
              <a:tabLst>
                <a:tab algn="l" pos="0"/>
              </a:tabLst>
            </a:pPr>
            <a:r>
              <a:rPr b="0" lang="de-DE" sz="800" spc="-1" strike="noStrike">
                <a:solidFill>
                  <a:schemeClr val="lt1"/>
                </a:solidFill>
                <a:latin typeface="Noto Sans"/>
              </a:rPr>
              <a:t>Bildnachweis</a:t>
            </a:r>
            <a:endParaRPr b="0" lang="de-DE" sz="8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 name="PlaceHolder 1"/>
          <p:cNvSpPr>
            <a:spLocks noGrp="1"/>
          </p:cNvSpPr>
          <p:nvPr>
            <p:ph type="title"/>
          </p:nvPr>
        </p:nvSpPr>
        <p:spPr>
          <a:xfrm>
            <a:off x="766800" y="333360"/>
            <a:ext cx="3461760" cy="899640"/>
          </a:xfrm>
          <a:prstGeom prst="rect">
            <a:avLst/>
          </a:prstGeom>
          <a:noFill/>
          <a:ln w="0">
            <a:noFill/>
          </a:ln>
        </p:spPr>
        <p:txBody>
          <a:bodyPr lIns="0" rIns="0" tIns="0" bIns="0" anchor="t">
            <a:noAutofit/>
          </a:bodyPr>
          <a:p>
            <a:pPr indent="0" defTabSz="914400">
              <a:lnSpc>
                <a:spcPct val="110000"/>
              </a:lnSpc>
              <a:buNone/>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11" name="PlaceHolder 2"/>
          <p:cNvSpPr>
            <a:spLocks noGrp="1"/>
          </p:cNvSpPr>
          <p:nvPr>
            <p:ph type="body"/>
          </p:nvPr>
        </p:nvSpPr>
        <p:spPr>
          <a:xfrm>
            <a:off x="766800" y="1665360"/>
            <a:ext cx="3461760" cy="4500360"/>
          </a:xfrm>
          <a:prstGeom prst="rect">
            <a:avLst/>
          </a:prstGeom>
          <a:noFill/>
          <a:ln w="0">
            <a:noFill/>
          </a:ln>
        </p:spPr>
        <p:txBody>
          <a:bodyPr lIns="0" rIns="0" tIns="0" bIns="0" anchor="t">
            <a:noAutofit/>
          </a:bodyPr>
          <a:p>
            <a:pPr marL="181080" indent="-181080" defTabSz="914400">
              <a:lnSpc>
                <a:spcPct val="120000"/>
              </a:lnSpc>
              <a:buClr>
                <a:srgbClr val="000000"/>
              </a:buClr>
              <a:buFont typeface="Noto Sans"/>
              <a:buChar char="‒"/>
            </a:pPr>
            <a:r>
              <a:rPr b="0" lang="de-DE" sz="1400" spc="-1" strike="noStrike">
                <a:solidFill>
                  <a:schemeClr val="dk1"/>
                </a:solidFill>
                <a:latin typeface="Noto Sans"/>
              </a:rPr>
              <a:t>Mastertextformat bearbeiten</a:t>
            </a:r>
            <a:endParaRPr b="0" lang="de-DE" sz="1400" spc="-1" strike="noStrike">
              <a:solidFill>
                <a:schemeClr val="dk1"/>
              </a:solidFill>
              <a:latin typeface="Noto Sans"/>
            </a:endParaRPr>
          </a:p>
          <a:p>
            <a:pPr lvl="1" marL="355680" indent="-174600" defTabSz="914400">
              <a:lnSpc>
                <a:spcPct val="120000"/>
              </a:lnSpc>
              <a:buClr>
                <a:srgbClr val="000000"/>
              </a:buClr>
              <a:buFont typeface="Noto Sans"/>
              <a:buChar char="‒"/>
            </a:pPr>
            <a:r>
              <a:rPr b="0" lang="de-DE" sz="1400" spc="-1" strike="noStrike">
                <a:solidFill>
                  <a:schemeClr val="dk1"/>
                </a:solidFill>
                <a:latin typeface="Noto Sans"/>
              </a:rPr>
              <a:t>Zweite Ebene</a:t>
            </a:r>
            <a:endParaRPr b="0" lang="de-DE" sz="1400" spc="-1" strike="noStrike">
              <a:solidFill>
                <a:schemeClr val="dk1"/>
              </a:solidFill>
              <a:latin typeface="Noto Sans"/>
            </a:endParaRPr>
          </a:p>
          <a:p>
            <a:pPr lvl="2" marL="538200" indent="-182520" defTabSz="914400">
              <a:lnSpc>
                <a:spcPct val="120000"/>
              </a:lnSpc>
              <a:buClr>
                <a:srgbClr val="000000"/>
              </a:buClr>
              <a:buFont typeface="Noto Sans"/>
              <a:buChar char="‒"/>
            </a:pPr>
            <a:r>
              <a:rPr b="0" lang="de-DE" sz="1400" spc="-1" strike="noStrike">
                <a:solidFill>
                  <a:schemeClr val="dk1"/>
                </a:solidFill>
                <a:latin typeface="Noto Sans"/>
              </a:rPr>
              <a:t>Dritte Ebene</a:t>
            </a:r>
            <a:endParaRPr b="0" lang="de-DE" sz="1400" spc="-1" strike="noStrike">
              <a:solidFill>
                <a:schemeClr val="dk1"/>
              </a:solidFill>
              <a:latin typeface="Noto Sans"/>
            </a:endParaRPr>
          </a:p>
          <a:p>
            <a:pPr lvl="3" marL="719280" indent="-181080" defTabSz="914400">
              <a:lnSpc>
                <a:spcPct val="120000"/>
              </a:lnSpc>
              <a:buClr>
                <a:srgbClr val="000000"/>
              </a:buClr>
              <a:buFont typeface="Noto Sans"/>
              <a:buChar char="‒"/>
            </a:pPr>
            <a:r>
              <a:rPr b="0" lang="de-DE" sz="1400" spc="-1" strike="noStrike">
                <a:solidFill>
                  <a:schemeClr val="dk1"/>
                </a:solidFill>
                <a:latin typeface="Noto Sans"/>
              </a:rPr>
              <a:t>Vierte Ebene</a:t>
            </a:r>
            <a:endParaRPr b="0" lang="de-DE" sz="1400" spc="-1" strike="noStrike">
              <a:solidFill>
                <a:schemeClr val="dk1"/>
              </a:solidFill>
              <a:latin typeface="Noto Sans"/>
            </a:endParaRPr>
          </a:p>
          <a:p>
            <a:pPr lvl="4" marL="893880" indent="-174600" defTabSz="914400">
              <a:lnSpc>
                <a:spcPct val="120000"/>
              </a:lnSpc>
              <a:buClr>
                <a:srgbClr val="000000"/>
              </a:buClr>
              <a:buFont typeface="Noto Sans"/>
              <a:buChar char="‒"/>
            </a:pPr>
            <a:r>
              <a:rPr b="0" lang="de-DE" sz="1400" spc="-1" strike="noStrike">
                <a:solidFill>
                  <a:schemeClr val="dk1"/>
                </a:solidFill>
                <a:latin typeface="Noto Sans"/>
              </a:rPr>
              <a:t>Fünfte Ebene</a:t>
            </a:r>
            <a:endParaRPr b="0" lang="de-DE" sz="1400" spc="-1" strike="noStrike">
              <a:solidFill>
                <a:schemeClr val="dk1"/>
              </a:solidFill>
              <a:latin typeface="Noto Sans"/>
            </a:endParaRPr>
          </a:p>
        </p:txBody>
      </p:sp>
      <p:sp>
        <p:nvSpPr>
          <p:cNvPr id="12" name="PlaceHolder 3"/>
          <p:cNvSpPr>
            <a:spLocks noGrp="1"/>
          </p:cNvSpPr>
          <p:nvPr>
            <p:ph type="body"/>
          </p:nvPr>
        </p:nvSpPr>
        <p:spPr>
          <a:xfrm>
            <a:off x="4660560" y="333360"/>
            <a:ext cx="6764400" cy="899640"/>
          </a:xfrm>
          <a:prstGeom prst="rect">
            <a:avLst/>
          </a:prstGeom>
          <a:noFill/>
          <a:ln w="0">
            <a:noFill/>
          </a:ln>
        </p:spPr>
        <p:txBody>
          <a:bodyPr lIns="0" rIns="0" tIns="0" bIns="0" anchor="t">
            <a:noAutofit/>
          </a:bodyPr>
          <a:p>
            <a:pPr indent="0" defTabSz="914400">
              <a:lnSpc>
                <a:spcPct val="110000"/>
              </a:lnSpc>
              <a:buNone/>
              <a:tabLst>
                <a:tab algn="l" pos="0"/>
              </a:tabLst>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13" name="PlaceHolder 4"/>
          <p:cNvSpPr>
            <a:spLocks noGrp="1"/>
          </p:cNvSpPr>
          <p:nvPr>
            <p:ph type="body"/>
          </p:nvPr>
        </p:nvSpPr>
        <p:spPr>
          <a:xfrm>
            <a:off x="4660560" y="1665360"/>
            <a:ext cx="6764400" cy="4500360"/>
          </a:xfrm>
          <a:prstGeom prst="rect">
            <a:avLst/>
          </a:prstGeom>
          <a:noFill/>
          <a:ln w="0">
            <a:noFill/>
          </a:ln>
        </p:spPr>
        <p:txBody>
          <a:bodyPr lIns="0" rIns="0" tIns="0" bIns="0" anchor="t">
            <a:noAutofit/>
          </a:bodyPr>
          <a:p>
            <a:pPr marL="181080" indent="-181080" defTabSz="914400">
              <a:lnSpc>
                <a:spcPct val="120000"/>
              </a:lnSpc>
              <a:buClr>
                <a:srgbClr val="000000"/>
              </a:buClr>
              <a:buFont typeface="Noto Sans"/>
              <a:buChar char="‒"/>
            </a:pPr>
            <a:r>
              <a:rPr b="0" lang="de-DE" sz="1400" spc="-1" strike="noStrike">
                <a:solidFill>
                  <a:schemeClr val="dk1"/>
                </a:solidFill>
                <a:latin typeface="Noto Sans"/>
              </a:rPr>
              <a:t>Mastertextformat bearbeiten</a:t>
            </a:r>
            <a:endParaRPr b="0" lang="de-DE" sz="1400" spc="-1" strike="noStrike">
              <a:solidFill>
                <a:schemeClr val="dk1"/>
              </a:solidFill>
              <a:latin typeface="Noto Sans"/>
            </a:endParaRPr>
          </a:p>
          <a:p>
            <a:pPr lvl="1" marL="355680" indent="-174600" defTabSz="914400">
              <a:lnSpc>
                <a:spcPct val="120000"/>
              </a:lnSpc>
              <a:buClr>
                <a:srgbClr val="000000"/>
              </a:buClr>
              <a:buFont typeface="Noto Sans"/>
              <a:buChar char="‒"/>
            </a:pPr>
            <a:r>
              <a:rPr b="0" lang="de-DE" sz="1400" spc="-1" strike="noStrike">
                <a:solidFill>
                  <a:schemeClr val="dk1"/>
                </a:solidFill>
                <a:latin typeface="Noto Sans"/>
              </a:rPr>
              <a:t>Zweite Ebene</a:t>
            </a:r>
            <a:endParaRPr b="0" lang="de-DE" sz="1400" spc="-1" strike="noStrike">
              <a:solidFill>
                <a:schemeClr val="dk1"/>
              </a:solidFill>
              <a:latin typeface="Noto Sans"/>
            </a:endParaRPr>
          </a:p>
          <a:p>
            <a:pPr lvl="2" marL="538200" indent="-182520" defTabSz="914400">
              <a:lnSpc>
                <a:spcPct val="120000"/>
              </a:lnSpc>
              <a:buClr>
                <a:srgbClr val="000000"/>
              </a:buClr>
              <a:buFont typeface="Noto Sans"/>
              <a:buChar char="‒"/>
            </a:pPr>
            <a:r>
              <a:rPr b="0" lang="de-DE" sz="1400" spc="-1" strike="noStrike">
                <a:solidFill>
                  <a:schemeClr val="dk1"/>
                </a:solidFill>
                <a:latin typeface="Noto Sans"/>
              </a:rPr>
              <a:t>Dritte Ebene</a:t>
            </a:r>
            <a:endParaRPr b="0" lang="de-DE" sz="1400" spc="-1" strike="noStrike">
              <a:solidFill>
                <a:schemeClr val="dk1"/>
              </a:solidFill>
              <a:latin typeface="Noto Sans"/>
            </a:endParaRPr>
          </a:p>
          <a:p>
            <a:pPr lvl="3" marL="719280" indent="-181080" defTabSz="914400">
              <a:lnSpc>
                <a:spcPct val="120000"/>
              </a:lnSpc>
              <a:buClr>
                <a:srgbClr val="000000"/>
              </a:buClr>
              <a:buFont typeface="Noto Sans"/>
              <a:buChar char="‒"/>
            </a:pPr>
            <a:r>
              <a:rPr b="0" lang="de-DE" sz="1400" spc="-1" strike="noStrike">
                <a:solidFill>
                  <a:schemeClr val="dk1"/>
                </a:solidFill>
                <a:latin typeface="Noto Sans"/>
              </a:rPr>
              <a:t>Vierte Ebene</a:t>
            </a:r>
            <a:endParaRPr b="0" lang="de-DE" sz="1400" spc="-1" strike="noStrike">
              <a:solidFill>
                <a:schemeClr val="dk1"/>
              </a:solidFill>
              <a:latin typeface="Noto Sans"/>
            </a:endParaRPr>
          </a:p>
          <a:p>
            <a:pPr lvl="4" marL="893880" indent="-174600" defTabSz="914400">
              <a:lnSpc>
                <a:spcPct val="120000"/>
              </a:lnSpc>
              <a:buClr>
                <a:srgbClr val="000000"/>
              </a:buClr>
              <a:buFont typeface="Noto Sans"/>
              <a:buChar char="‒"/>
            </a:pPr>
            <a:r>
              <a:rPr b="0" lang="de-DE" sz="1400" spc="-1" strike="noStrike">
                <a:solidFill>
                  <a:schemeClr val="dk1"/>
                </a:solidFill>
                <a:latin typeface="Noto Sans"/>
              </a:rPr>
              <a:t>Fünfte Ebene</a:t>
            </a:r>
            <a:endParaRPr b="0" lang="de-DE" sz="1400" spc="-1" strike="noStrike">
              <a:solidFill>
                <a:schemeClr val="dk1"/>
              </a:solidFill>
              <a:latin typeface="Noto Sans"/>
            </a:endParaRPr>
          </a:p>
        </p:txBody>
      </p:sp>
      <p:sp>
        <p:nvSpPr>
          <p:cNvPr id="14" name="PlaceHolder 5"/>
          <p:cNvSpPr>
            <a:spLocks noGrp="1"/>
          </p:cNvSpPr>
          <p:nvPr>
            <p:ph type="ftr" idx="3"/>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15" name="PlaceHolder 6">
            <a:extLst>
              <a:ext uri="{C183D7F6-B498-43B3-948B-1728B52AA6E4}">
                <adec:decorative xmlns:adec="http://schemas.microsoft.com/office/drawing/2017/decorative" val="1"/>
              </a:ext>
            </a:extLst>
          </p:cNvPr>
          <p:cNvSpPr>
            <a:spLocks noGrp="1"/>
          </p:cNvSpPr>
          <p:nvPr>
            <p:ph type="sldNum" idx="4"/>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ED8A77C6-5B72-4036-8A62-E5A7DB2ABE79}"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766800" y="1665360"/>
            <a:ext cx="3461760" cy="1230120"/>
          </a:xfrm>
          <a:prstGeom prst="rect">
            <a:avLst/>
          </a:prstGeom>
          <a:noFill/>
          <a:ln w="0">
            <a:noFill/>
          </a:ln>
        </p:spPr>
        <p:txBody>
          <a:bodyPr lIns="0" rIns="0" tIns="0" bIns="0" anchor="t">
            <a:noAutofit/>
          </a:bodyPr>
          <a:p>
            <a:pPr indent="0" defTabSz="914400">
              <a:lnSpc>
                <a:spcPct val="110000"/>
              </a:lnSpc>
              <a:buNone/>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17" name="PlaceHolder 2"/>
          <p:cNvSpPr>
            <a:spLocks noGrp="1"/>
          </p:cNvSpPr>
          <p:nvPr>
            <p:ph type="body"/>
          </p:nvPr>
        </p:nvSpPr>
        <p:spPr>
          <a:xfrm>
            <a:off x="766800" y="2968560"/>
            <a:ext cx="3461760" cy="3196800"/>
          </a:xfrm>
          <a:prstGeom prst="rect">
            <a:avLst/>
          </a:prstGeom>
          <a:noFill/>
          <a:ln w="0">
            <a:noFill/>
          </a:ln>
        </p:spPr>
        <p:txBody>
          <a:bodyPr lIns="0" rIns="0" tIns="0" bIns="0" anchor="t">
            <a:noAutofit/>
          </a:bodyPr>
          <a:p>
            <a:pPr marL="181080" indent="-181080" defTabSz="914400">
              <a:lnSpc>
                <a:spcPct val="120000"/>
              </a:lnSpc>
              <a:buClr>
                <a:srgbClr val="000000"/>
              </a:buClr>
              <a:buFont typeface="Noto Sans"/>
              <a:buChar char="‒"/>
            </a:pPr>
            <a:r>
              <a:rPr b="0" lang="de-DE" sz="1100" spc="-1" strike="noStrike">
                <a:solidFill>
                  <a:schemeClr val="dk1"/>
                </a:solidFill>
                <a:latin typeface="Noto Sans"/>
              </a:rPr>
              <a:t>Mastertextformat bearbeiten</a:t>
            </a:r>
            <a:endParaRPr b="0" lang="de-DE" sz="1100" spc="-1" strike="noStrike">
              <a:solidFill>
                <a:schemeClr val="dk1"/>
              </a:solidFill>
              <a:latin typeface="Noto Sans"/>
            </a:endParaRPr>
          </a:p>
          <a:p>
            <a:pPr lvl="1" marL="355680" indent="-174600" defTabSz="914400">
              <a:lnSpc>
                <a:spcPct val="120000"/>
              </a:lnSpc>
              <a:buClr>
                <a:srgbClr val="000000"/>
              </a:buClr>
              <a:buFont typeface="Noto Sans"/>
              <a:buChar char="‒"/>
            </a:pPr>
            <a:r>
              <a:rPr b="0" lang="de-DE" sz="1100" spc="-1" strike="noStrike">
                <a:solidFill>
                  <a:schemeClr val="dk1"/>
                </a:solidFill>
                <a:latin typeface="Noto Sans"/>
              </a:rPr>
              <a:t>Zweite Ebene</a:t>
            </a:r>
            <a:endParaRPr b="0" lang="de-DE" sz="1100" spc="-1" strike="noStrike">
              <a:solidFill>
                <a:schemeClr val="dk1"/>
              </a:solidFill>
              <a:latin typeface="Noto Sans"/>
            </a:endParaRPr>
          </a:p>
          <a:p>
            <a:pPr lvl="2" marL="538200" indent="-182520" defTabSz="914400">
              <a:lnSpc>
                <a:spcPct val="120000"/>
              </a:lnSpc>
              <a:buClr>
                <a:srgbClr val="000000"/>
              </a:buClr>
              <a:buFont typeface="Noto Sans"/>
              <a:buChar char="‒"/>
            </a:pPr>
            <a:r>
              <a:rPr b="0" lang="de-DE" sz="1100" spc="-1" strike="noStrike">
                <a:solidFill>
                  <a:schemeClr val="dk1"/>
                </a:solidFill>
                <a:latin typeface="Noto Sans"/>
              </a:rPr>
              <a:t>Dritte Ebene</a:t>
            </a:r>
            <a:endParaRPr b="0" lang="de-DE" sz="1100" spc="-1" strike="noStrike">
              <a:solidFill>
                <a:schemeClr val="dk1"/>
              </a:solidFill>
              <a:latin typeface="Noto Sans"/>
            </a:endParaRPr>
          </a:p>
          <a:p>
            <a:pPr lvl="3" marL="719280" indent="-181080" defTabSz="914400">
              <a:lnSpc>
                <a:spcPct val="120000"/>
              </a:lnSpc>
              <a:buClr>
                <a:srgbClr val="000000"/>
              </a:buClr>
              <a:buFont typeface="Noto Sans"/>
              <a:buChar char="‒"/>
            </a:pPr>
            <a:r>
              <a:rPr b="0" lang="de-DE" sz="1100" spc="-1" strike="noStrike">
                <a:solidFill>
                  <a:schemeClr val="dk1"/>
                </a:solidFill>
                <a:latin typeface="Noto Sans"/>
              </a:rPr>
              <a:t>Vierte Ebene</a:t>
            </a:r>
            <a:endParaRPr b="0" lang="de-DE" sz="1100" spc="-1" strike="noStrike">
              <a:solidFill>
                <a:schemeClr val="dk1"/>
              </a:solidFill>
              <a:latin typeface="Noto Sans"/>
            </a:endParaRPr>
          </a:p>
          <a:p>
            <a:pPr lvl="4" marL="893880" indent="-174600" defTabSz="914400">
              <a:lnSpc>
                <a:spcPct val="120000"/>
              </a:lnSpc>
              <a:buClr>
                <a:srgbClr val="000000"/>
              </a:buClr>
              <a:buFont typeface="Noto Sans"/>
              <a:buChar char="‒"/>
            </a:pPr>
            <a:r>
              <a:rPr b="0" lang="de-DE" sz="1100" spc="-1" strike="noStrike">
                <a:solidFill>
                  <a:schemeClr val="dk1"/>
                </a:solidFill>
                <a:latin typeface="Noto Sans"/>
              </a:rPr>
              <a:t>Fünfte Ebene</a:t>
            </a:r>
            <a:endParaRPr b="0" lang="de-DE" sz="1100" spc="-1" strike="noStrike">
              <a:solidFill>
                <a:schemeClr val="dk1"/>
              </a:solidFill>
              <a:latin typeface="Noto Sans"/>
            </a:endParaRPr>
          </a:p>
        </p:txBody>
      </p:sp>
      <p:sp>
        <p:nvSpPr>
          <p:cNvPr id="18" name="PlaceHolder 3"/>
          <p:cNvSpPr>
            <a:spLocks noGrp="1"/>
          </p:cNvSpPr>
          <p:nvPr>
            <p:ph type="body"/>
          </p:nvPr>
        </p:nvSpPr>
        <p:spPr>
          <a:xfrm>
            <a:off x="4660560" y="1665360"/>
            <a:ext cx="6764400" cy="4500360"/>
          </a:xfrm>
          <a:prstGeom prst="rect">
            <a:avLst/>
          </a:prstGeom>
          <a:noFill/>
          <a:ln w="0">
            <a:noFill/>
          </a:ln>
        </p:spPr>
        <p:txBody>
          <a:bodyPr lIns="0" rIns="0" tIns="0" bIns="0" anchor="t">
            <a:noAutofit/>
          </a:bodyPr>
          <a:p>
            <a:pPr marL="181080" indent="-181080" defTabSz="914400">
              <a:lnSpc>
                <a:spcPct val="120000"/>
              </a:lnSpc>
              <a:buClr>
                <a:srgbClr val="000000"/>
              </a:buClr>
              <a:buFont typeface="Noto Sans"/>
              <a:buChar char="‒"/>
            </a:pPr>
            <a:r>
              <a:rPr b="0" lang="de-DE" sz="1400" spc="-1" strike="noStrike">
                <a:solidFill>
                  <a:schemeClr val="dk1"/>
                </a:solidFill>
                <a:latin typeface="Noto Sans"/>
              </a:rPr>
              <a:t>Mastertextformat bearbeiten</a:t>
            </a:r>
            <a:endParaRPr b="0" lang="de-DE" sz="1400" spc="-1" strike="noStrike">
              <a:solidFill>
                <a:schemeClr val="dk1"/>
              </a:solidFill>
              <a:latin typeface="Noto Sans"/>
            </a:endParaRPr>
          </a:p>
          <a:p>
            <a:pPr lvl="1" marL="355680" indent="-174600" defTabSz="914400">
              <a:lnSpc>
                <a:spcPct val="120000"/>
              </a:lnSpc>
              <a:buClr>
                <a:srgbClr val="000000"/>
              </a:buClr>
              <a:buFont typeface="Noto Sans"/>
              <a:buChar char="‒"/>
            </a:pPr>
            <a:r>
              <a:rPr b="0" lang="de-DE" sz="1400" spc="-1" strike="noStrike">
                <a:solidFill>
                  <a:schemeClr val="dk1"/>
                </a:solidFill>
                <a:latin typeface="Noto Sans"/>
              </a:rPr>
              <a:t>Zweite Ebene</a:t>
            </a:r>
            <a:endParaRPr b="0" lang="de-DE" sz="1400" spc="-1" strike="noStrike">
              <a:solidFill>
                <a:schemeClr val="dk1"/>
              </a:solidFill>
              <a:latin typeface="Noto Sans"/>
            </a:endParaRPr>
          </a:p>
          <a:p>
            <a:pPr lvl="2" marL="538200" indent="-182520" defTabSz="914400">
              <a:lnSpc>
                <a:spcPct val="120000"/>
              </a:lnSpc>
              <a:buClr>
                <a:srgbClr val="000000"/>
              </a:buClr>
              <a:buFont typeface="Noto Sans"/>
              <a:buChar char="‒"/>
            </a:pPr>
            <a:r>
              <a:rPr b="0" lang="de-DE" sz="1400" spc="-1" strike="noStrike">
                <a:solidFill>
                  <a:schemeClr val="dk1"/>
                </a:solidFill>
                <a:latin typeface="Noto Sans"/>
              </a:rPr>
              <a:t>Dritte Ebene</a:t>
            </a:r>
            <a:endParaRPr b="0" lang="de-DE" sz="1400" spc="-1" strike="noStrike">
              <a:solidFill>
                <a:schemeClr val="dk1"/>
              </a:solidFill>
              <a:latin typeface="Noto Sans"/>
            </a:endParaRPr>
          </a:p>
          <a:p>
            <a:pPr lvl="3" marL="719280" indent="-181080" defTabSz="914400">
              <a:lnSpc>
                <a:spcPct val="120000"/>
              </a:lnSpc>
              <a:buClr>
                <a:srgbClr val="000000"/>
              </a:buClr>
              <a:buFont typeface="Noto Sans"/>
              <a:buChar char="‒"/>
            </a:pPr>
            <a:r>
              <a:rPr b="0" lang="de-DE" sz="1400" spc="-1" strike="noStrike">
                <a:solidFill>
                  <a:schemeClr val="dk1"/>
                </a:solidFill>
                <a:latin typeface="Noto Sans"/>
              </a:rPr>
              <a:t>Vierte Ebene</a:t>
            </a:r>
            <a:endParaRPr b="0" lang="de-DE" sz="1400" spc="-1" strike="noStrike">
              <a:solidFill>
                <a:schemeClr val="dk1"/>
              </a:solidFill>
              <a:latin typeface="Noto Sans"/>
            </a:endParaRPr>
          </a:p>
          <a:p>
            <a:pPr lvl="4" marL="893880" indent="-174600" defTabSz="914400">
              <a:lnSpc>
                <a:spcPct val="120000"/>
              </a:lnSpc>
              <a:buClr>
                <a:srgbClr val="000000"/>
              </a:buClr>
              <a:buFont typeface="Noto Sans"/>
              <a:buChar char="‒"/>
            </a:pPr>
            <a:r>
              <a:rPr b="0" lang="de-DE" sz="1400" spc="-1" strike="noStrike">
                <a:solidFill>
                  <a:schemeClr val="dk1"/>
                </a:solidFill>
                <a:latin typeface="Noto Sans"/>
              </a:rPr>
              <a:t>Fünfte Ebene</a:t>
            </a:r>
            <a:endParaRPr b="0" lang="de-DE" sz="1400" spc="-1" strike="noStrike">
              <a:solidFill>
                <a:schemeClr val="dk1"/>
              </a:solidFill>
              <a:latin typeface="Noto Sans"/>
            </a:endParaRPr>
          </a:p>
        </p:txBody>
      </p:sp>
      <p:sp>
        <p:nvSpPr>
          <p:cNvPr id="19" name="PlaceHolder 4"/>
          <p:cNvSpPr>
            <a:spLocks noGrp="1"/>
          </p:cNvSpPr>
          <p:nvPr>
            <p:ph type="ftr" idx="5"/>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20" name="PlaceHolder 5">
            <a:extLst>
              <a:ext uri="{C183D7F6-B498-43B3-948B-1728B52AA6E4}">
                <adec:decorative xmlns:adec="http://schemas.microsoft.com/office/drawing/2017/decorative" val="1"/>
              </a:ext>
            </a:extLst>
          </p:cNvPr>
          <p:cNvSpPr>
            <a:spLocks noGrp="1"/>
          </p:cNvSpPr>
          <p:nvPr>
            <p:ph type="sldNum" idx="6"/>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46973004-33B3-4F5B-9793-EE6B5DF9CAB6}"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66800" y="333360"/>
            <a:ext cx="10658160" cy="899640"/>
          </a:xfrm>
          <a:prstGeom prst="rect">
            <a:avLst/>
          </a:prstGeom>
          <a:noFill/>
          <a:ln w="0">
            <a:noFill/>
          </a:ln>
        </p:spPr>
        <p:txBody>
          <a:bodyPr lIns="0" rIns="0" tIns="0" bIns="0" anchor="t">
            <a:noAutofit/>
          </a:bodyPr>
          <a:p>
            <a:pPr indent="0" defTabSz="914400">
              <a:lnSpc>
                <a:spcPct val="110000"/>
              </a:lnSpc>
              <a:buNone/>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22" name="PlaceHolder 2"/>
          <p:cNvSpPr>
            <a:spLocks noGrp="1"/>
          </p:cNvSpPr>
          <p:nvPr>
            <p:ph type="ftr" idx="7"/>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23" name="PlaceHolder 3">
            <a:extLst>
              <a:ext uri="{C183D7F6-B498-43B3-948B-1728B52AA6E4}">
                <adec:decorative xmlns:adec="http://schemas.microsoft.com/office/drawing/2017/decorative" val="1"/>
              </a:ext>
            </a:extLst>
          </p:cNvPr>
          <p:cNvSpPr>
            <a:spLocks noGrp="1"/>
          </p:cNvSpPr>
          <p:nvPr>
            <p:ph type="sldNum" idx="8"/>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0BEACD9B-8A77-48F9-BA73-5E27089F86D2}"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
        <p:nvSpPr>
          <p:cNvPr id="24" name="PlaceHolder 4"/>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120000"/>
              </a:lnSpc>
              <a:spcBef>
                <a:spcPts val="1417"/>
              </a:spcBef>
              <a:buClr>
                <a:srgbClr val="000000"/>
              </a:buClr>
              <a:buSzPct val="45000"/>
              <a:buFont typeface="Wingdings" charset="2"/>
              <a:buChar char=""/>
            </a:pPr>
            <a:r>
              <a:rPr b="0" lang="de-DE" sz="1400" spc="-1" strike="noStrike">
                <a:solidFill>
                  <a:schemeClr val="dk1"/>
                </a:solidFill>
                <a:latin typeface="Noto Sans"/>
              </a:rPr>
              <a:t>Click to edit the outline text format</a:t>
            </a:r>
            <a:endParaRPr b="0" lang="de-DE" sz="1400" spc="-1" strike="noStrike">
              <a:solidFill>
                <a:schemeClr val="dk1"/>
              </a:solidFill>
              <a:latin typeface="Noto Sans"/>
            </a:endParaRPr>
          </a:p>
          <a:p>
            <a:pPr lvl="1" marL="864000" indent="-324000">
              <a:lnSpc>
                <a:spcPct val="120000"/>
              </a:lnSpc>
              <a:spcBef>
                <a:spcPts val="1134"/>
              </a:spcBef>
              <a:buClr>
                <a:srgbClr val="000000"/>
              </a:buClr>
              <a:buSzPct val="75000"/>
              <a:buFont typeface="Symbol" charset="2"/>
              <a:buChar char=""/>
            </a:pPr>
            <a:r>
              <a:rPr b="0" lang="de-DE" sz="1400" spc="-1" strike="noStrike">
                <a:solidFill>
                  <a:schemeClr val="dk1"/>
                </a:solidFill>
                <a:latin typeface="Noto Sans"/>
              </a:rPr>
              <a:t>Second Outline Level</a:t>
            </a:r>
            <a:endParaRPr b="0" lang="de-DE" sz="1400" spc="-1" strike="noStrike">
              <a:solidFill>
                <a:schemeClr val="dk1"/>
              </a:solidFill>
              <a:latin typeface="Noto Sans"/>
            </a:endParaRPr>
          </a:p>
          <a:p>
            <a:pPr lvl="2" marL="1296000" indent="-288000">
              <a:lnSpc>
                <a:spcPct val="120000"/>
              </a:lnSpc>
              <a:spcBef>
                <a:spcPts val="850"/>
              </a:spcBef>
              <a:buClr>
                <a:srgbClr val="000000"/>
              </a:buClr>
              <a:buSzPct val="45000"/>
              <a:buFont typeface="Wingdings" charset="2"/>
              <a:buChar char=""/>
            </a:pPr>
            <a:r>
              <a:rPr b="0" lang="de-DE" sz="1400" spc="-1" strike="noStrike">
                <a:solidFill>
                  <a:schemeClr val="dk1"/>
                </a:solidFill>
                <a:latin typeface="Noto Sans"/>
              </a:rPr>
              <a:t>Third Outline Level</a:t>
            </a:r>
            <a:endParaRPr b="0" lang="de-DE" sz="1400" spc="-1" strike="noStrike">
              <a:solidFill>
                <a:schemeClr val="dk1"/>
              </a:solidFill>
              <a:latin typeface="Noto Sans"/>
            </a:endParaRPr>
          </a:p>
          <a:p>
            <a:pPr lvl="3" marL="1728000" indent="-216000">
              <a:lnSpc>
                <a:spcPct val="120000"/>
              </a:lnSpc>
              <a:spcBef>
                <a:spcPts val="567"/>
              </a:spcBef>
              <a:buClr>
                <a:srgbClr val="000000"/>
              </a:buClr>
              <a:buSzPct val="75000"/>
              <a:buFont typeface="Symbol" charset="2"/>
              <a:buChar char=""/>
            </a:pPr>
            <a:r>
              <a:rPr b="0" lang="de-DE" sz="1400" spc="-1" strike="noStrike">
                <a:solidFill>
                  <a:schemeClr val="dk1"/>
                </a:solidFill>
                <a:latin typeface="Noto Sans"/>
              </a:rPr>
              <a:t>Fourth Outline Level</a:t>
            </a:r>
            <a:endParaRPr b="0" lang="de-DE" sz="1400" spc="-1" strike="noStrike">
              <a:solidFill>
                <a:schemeClr val="dk1"/>
              </a:solidFill>
              <a:latin typeface="Noto Sans"/>
            </a:endParaRPr>
          </a:p>
          <a:p>
            <a:pPr lvl="4" marL="2160000" indent="-216000">
              <a:lnSpc>
                <a:spcPct val="120000"/>
              </a:lnSpc>
              <a:spcBef>
                <a:spcPts val="283"/>
              </a:spcBef>
              <a:buClr>
                <a:srgbClr val="000000"/>
              </a:buClr>
              <a:buSzPct val="45000"/>
              <a:buFont typeface="Wingdings" charset="2"/>
              <a:buChar char=""/>
            </a:pPr>
            <a:r>
              <a:rPr b="0" lang="de-DE" sz="2000" spc="-1" strike="noStrike">
                <a:solidFill>
                  <a:schemeClr val="dk1"/>
                </a:solidFill>
                <a:latin typeface="Noto Sans"/>
              </a:rPr>
              <a:t>Fifth Outline Level</a:t>
            </a:r>
            <a:endParaRPr b="0" lang="de-DE" sz="2000" spc="-1" strike="noStrike">
              <a:solidFill>
                <a:schemeClr val="dk1"/>
              </a:solidFill>
              <a:latin typeface="Noto Sans"/>
            </a:endParaRPr>
          </a:p>
          <a:p>
            <a:pPr lvl="5" marL="2592000" indent="-216000">
              <a:lnSpc>
                <a:spcPct val="120000"/>
              </a:lnSpc>
              <a:spcBef>
                <a:spcPts val="283"/>
              </a:spcBef>
              <a:buClr>
                <a:srgbClr val="000000"/>
              </a:buClr>
              <a:buSzPct val="45000"/>
              <a:buFont typeface="Wingdings" charset="2"/>
              <a:buChar char=""/>
            </a:pPr>
            <a:r>
              <a:rPr b="0" lang="de-DE" sz="2000" spc="-1" strike="noStrike">
                <a:solidFill>
                  <a:schemeClr val="dk1"/>
                </a:solidFill>
                <a:latin typeface="Noto Sans"/>
              </a:rPr>
              <a:t>Sixth Outline Level</a:t>
            </a:r>
            <a:endParaRPr b="0" lang="de-DE" sz="2000" spc="-1" strike="noStrike">
              <a:solidFill>
                <a:schemeClr val="dk1"/>
              </a:solidFill>
              <a:latin typeface="Noto Sans"/>
            </a:endParaRPr>
          </a:p>
          <a:p>
            <a:pPr lvl="6" marL="3024000" indent="-216000">
              <a:lnSpc>
                <a:spcPct val="120000"/>
              </a:lnSpc>
              <a:spcBef>
                <a:spcPts val="283"/>
              </a:spcBef>
              <a:buClr>
                <a:srgbClr val="000000"/>
              </a:buClr>
              <a:buSzPct val="45000"/>
              <a:buFont typeface="Wingdings" charset="2"/>
              <a:buChar char=""/>
            </a:pPr>
            <a:r>
              <a:rPr b="0" lang="de-DE" sz="2000" spc="-1" strike="noStrike">
                <a:solidFill>
                  <a:schemeClr val="dk1"/>
                </a:solidFill>
                <a:latin typeface="Noto Sans"/>
              </a:rPr>
              <a:t>Seventh Outline Level</a:t>
            </a:r>
            <a:endParaRPr b="0" lang="de-DE" sz="20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body"/>
          </p:nvPr>
        </p:nvSpPr>
        <p:spPr>
          <a:xfrm>
            <a:off x="0" y="0"/>
            <a:ext cx="12191760" cy="6857640"/>
          </a:xfrm>
          <a:prstGeom prst="rect">
            <a:avLst/>
          </a:prstGeom>
          <a:solidFill>
            <a:schemeClr val="lt1">
              <a:lumMod val="85000"/>
            </a:schemeClr>
          </a:solidFill>
          <a:ln w="0">
            <a:noFill/>
          </a:ln>
        </p:spPr>
        <p:txBody>
          <a:bodyPr lIns="90000" rIns="90000" tIns="45000" bIns="45000" anchor="ctr">
            <a:noAutofit/>
          </a:bodyPr>
          <a:p>
            <a:pPr marL="432000" indent="-324000">
              <a:lnSpc>
                <a:spcPct val="120000"/>
              </a:lnSpc>
              <a:spcBef>
                <a:spcPts val="1417"/>
              </a:spcBef>
              <a:buClr>
                <a:srgbClr val="000000"/>
              </a:buClr>
              <a:buSzPct val="45000"/>
              <a:buFont typeface="Wingdings" charset="2"/>
              <a:buChar char=""/>
            </a:pPr>
            <a:r>
              <a:rPr b="0" lang="de-DE" sz="1800" spc="-1" strike="noStrike">
                <a:solidFill>
                  <a:schemeClr val="dk1"/>
                </a:solidFill>
                <a:latin typeface="Noto Sans"/>
              </a:rPr>
              <a:t>Click to edit the outline text format</a:t>
            </a:r>
            <a:endParaRPr b="0" lang="de-DE" sz="1800" spc="-1" strike="noStrike">
              <a:solidFill>
                <a:schemeClr val="dk1"/>
              </a:solidFill>
              <a:latin typeface="Noto Sans"/>
            </a:endParaRPr>
          </a:p>
          <a:p>
            <a:pPr lvl="1" marL="864000" indent="-324000">
              <a:lnSpc>
                <a:spcPct val="120000"/>
              </a:lnSpc>
              <a:spcBef>
                <a:spcPts val="1134"/>
              </a:spcBef>
              <a:buClr>
                <a:srgbClr val="000000"/>
              </a:buClr>
              <a:buSzPct val="75000"/>
              <a:buFont typeface="Symbol" charset="2"/>
              <a:buChar char=""/>
            </a:pPr>
            <a:r>
              <a:rPr b="0" lang="de-DE" sz="1800" spc="-1" strike="noStrike">
                <a:solidFill>
                  <a:schemeClr val="dk1"/>
                </a:solidFill>
                <a:latin typeface="Noto Sans"/>
              </a:rPr>
              <a:t>Second Outline Level</a:t>
            </a:r>
            <a:endParaRPr b="0" lang="de-DE" sz="1800" spc="-1" strike="noStrike">
              <a:solidFill>
                <a:schemeClr val="dk1"/>
              </a:solidFill>
              <a:latin typeface="Noto Sans"/>
            </a:endParaRPr>
          </a:p>
          <a:p>
            <a:pPr lvl="2" marL="1296000" indent="-288000">
              <a:lnSpc>
                <a:spcPct val="120000"/>
              </a:lnSpc>
              <a:spcBef>
                <a:spcPts val="850"/>
              </a:spcBef>
              <a:buClr>
                <a:srgbClr val="000000"/>
              </a:buClr>
              <a:buSzPct val="45000"/>
              <a:buFont typeface="Wingdings" charset="2"/>
              <a:buChar char=""/>
            </a:pPr>
            <a:r>
              <a:rPr b="0" lang="de-DE" sz="1800" spc="-1" strike="noStrike">
                <a:solidFill>
                  <a:schemeClr val="dk1"/>
                </a:solidFill>
                <a:latin typeface="Noto Sans"/>
              </a:rPr>
              <a:t>Third Outline Level</a:t>
            </a:r>
            <a:endParaRPr b="0" lang="de-DE" sz="1800" spc="-1" strike="noStrike">
              <a:solidFill>
                <a:schemeClr val="dk1"/>
              </a:solidFill>
              <a:latin typeface="Noto Sans"/>
            </a:endParaRPr>
          </a:p>
          <a:p>
            <a:pPr lvl="3" marL="1728000" indent="-216000">
              <a:lnSpc>
                <a:spcPct val="120000"/>
              </a:lnSpc>
              <a:spcBef>
                <a:spcPts val="567"/>
              </a:spcBef>
              <a:buClr>
                <a:srgbClr val="000000"/>
              </a:buClr>
              <a:buSzPct val="75000"/>
              <a:buFont typeface="Symbol" charset="2"/>
              <a:buChar char=""/>
            </a:pPr>
            <a:r>
              <a:rPr b="0" lang="de-DE" sz="1800" spc="-1" strike="noStrike">
                <a:solidFill>
                  <a:schemeClr val="dk1"/>
                </a:solidFill>
                <a:latin typeface="Noto Sans"/>
              </a:rPr>
              <a:t>Fourth Outline Level</a:t>
            </a:r>
            <a:endParaRPr b="0" lang="de-DE" sz="1800" spc="-1" strike="noStrike">
              <a:solidFill>
                <a:schemeClr val="dk1"/>
              </a:solidFill>
              <a:latin typeface="Noto Sans"/>
            </a:endParaRPr>
          </a:p>
          <a:p>
            <a:pPr lvl="4" marL="2160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Fifth Outline Level</a:t>
            </a:r>
            <a:endParaRPr b="0" lang="de-DE" sz="1800" spc="-1" strike="noStrike">
              <a:solidFill>
                <a:schemeClr val="dk1"/>
              </a:solidFill>
              <a:latin typeface="Noto Sans"/>
            </a:endParaRPr>
          </a:p>
          <a:p>
            <a:pPr lvl="5" marL="2592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Sixth Outline Level</a:t>
            </a:r>
            <a:endParaRPr b="0" lang="de-DE" sz="1800" spc="-1" strike="noStrike">
              <a:solidFill>
                <a:schemeClr val="dk1"/>
              </a:solidFill>
              <a:latin typeface="Noto Sans"/>
            </a:endParaRPr>
          </a:p>
          <a:p>
            <a:pPr lvl="6" marL="3024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Seventh Outline Level</a:t>
            </a:r>
            <a:endParaRPr b="0" lang="de-DE" sz="1800" spc="-1" strike="noStrike">
              <a:solidFill>
                <a:schemeClr val="dk1"/>
              </a:solidFill>
              <a:latin typeface="Noto Sans"/>
            </a:endParaRPr>
          </a:p>
        </p:txBody>
      </p:sp>
      <p:sp>
        <p:nvSpPr>
          <p:cNvPr id="27" name="PlaceHolder 2"/>
          <p:cNvSpPr>
            <a:spLocks noGrp="1"/>
          </p:cNvSpPr>
          <p:nvPr>
            <p:ph type="ftr" idx="9"/>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28" name="PlaceHolder 3">
            <a:extLst>
              <a:ext uri="{C183D7F6-B498-43B3-948B-1728B52AA6E4}">
                <adec:decorative xmlns:adec="http://schemas.microsoft.com/office/drawing/2017/decorative" val="1"/>
              </a:ext>
            </a:extLst>
          </p:cNvPr>
          <p:cNvSpPr>
            <a:spLocks noGrp="1"/>
          </p:cNvSpPr>
          <p:nvPr>
            <p:ph type="sldNum" idx="10"/>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BB910784-D907-417F-BF79-8F00226EE4D4}"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
        <p:nvSpPr>
          <p:cNvPr id="29" name="PlaceHolder 4"/>
          <p:cNvSpPr>
            <a:spLocks noGrp="1"/>
          </p:cNvSpPr>
          <p:nvPr>
            <p:ph type="body"/>
          </p:nvPr>
        </p:nvSpPr>
        <p:spPr>
          <a:xfrm rot="16200000">
            <a:off x="9109440" y="3083760"/>
            <a:ext cx="5829480" cy="334440"/>
          </a:xfrm>
          <a:prstGeom prst="rect">
            <a:avLst/>
          </a:prstGeom>
          <a:noFill/>
          <a:ln w="0">
            <a:noFill/>
          </a:ln>
        </p:spPr>
        <p:txBody>
          <a:bodyPr lIns="108000" rIns="108000" tIns="36000" bIns="36000" anchor="ctr">
            <a:noAutofit/>
          </a:bodyPr>
          <a:p>
            <a:pPr indent="0" defTabSz="914400">
              <a:lnSpc>
                <a:spcPct val="100000"/>
              </a:lnSpc>
              <a:buNone/>
              <a:tabLst>
                <a:tab algn="l" pos="0"/>
              </a:tabLst>
            </a:pPr>
            <a:r>
              <a:rPr b="0" lang="de-DE" sz="800" spc="-1" strike="noStrike">
                <a:solidFill>
                  <a:schemeClr val="lt1"/>
                </a:solidFill>
                <a:latin typeface="Noto Sans"/>
              </a:rPr>
              <a:t>Bildnachweis</a:t>
            </a:r>
            <a:endParaRPr b="0" lang="de-DE" sz="800" spc="-1" strike="noStrike">
              <a:solidFill>
                <a:schemeClr val="dk1"/>
              </a:solidFill>
              <a:latin typeface="Noto Sans"/>
            </a:endParaRPr>
          </a:p>
        </p:txBody>
      </p:sp>
      <p:sp>
        <p:nvSpPr>
          <p:cNvPr id="30" name="PlaceHolder 5"/>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de-DE" sz="1800" spc="-1" strike="noStrike">
                <a:solidFill>
                  <a:schemeClr val="dk1"/>
                </a:solidFill>
                <a:latin typeface="Noto Sans"/>
              </a:rPr>
              <a:t>Click to edit the title text format</a:t>
            </a:r>
            <a:endParaRPr b="0" lang="de-DE" sz="18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 name="PlaceHolder 1"/>
          <p:cNvSpPr>
            <a:spLocks noGrp="1"/>
          </p:cNvSpPr>
          <p:nvPr>
            <p:ph type="ftr" idx="11"/>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32" name="PlaceHolder 2">
            <a:extLst>
              <a:ext uri="{C183D7F6-B498-43B3-948B-1728B52AA6E4}">
                <adec:decorative xmlns:adec="http://schemas.microsoft.com/office/drawing/2017/decorative" val="1"/>
              </a:ext>
            </a:extLst>
          </p:cNvPr>
          <p:cNvSpPr>
            <a:spLocks noGrp="1"/>
          </p:cNvSpPr>
          <p:nvPr>
            <p:ph type="sldNum" idx="12"/>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98A001C0-8E25-4258-8FFD-3A8010CF0C48}"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1"/>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334800" y="339120"/>
            <a:ext cx="6164640" cy="6150240"/>
          </a:xfrm>
          <a:prstGeom prst="rect">
            <a:avLst/>
          </a:prstGeom>
          <a:solidFill>
            <a:schemeClr val="accent4"/>
          </a:solidFill>
          <a:ln w="0">
            <a:noFill/>
          </a:ln>
        </p:spPr>
        <p:txBody>
          <a:bodyPr lIns="432000" rIns="432000" tIns="2772000" bIns="0" anchor="t">
            <a:noAutofit/>
          </a:bodyPr>
          <a:p>
            <a:pPr indent="0" defTabSz="914400">
              <a:lnSpc>
                <a:spcPct val="100000"/>
              </a:lnSpc>
              <a:buNone/>
            </a:pPr>
            <a:r>
              <a:rPr b="0" lang="de-DE" sz="3000" spc="-1" strike="noStrike">
                <a:solidFill>
                  <a:schemeClr val="dk1"/>
                </a:solidFill>
                <a:latin typeface="Noto Sans"/>
              </a:rPr>
              <a:t>Mastertitelformat bearbeiten</a:t>
            </a:r>
            <a:endParaRPr b="0" lang="de-DE" sz="3000" spc="-1" strike="noStrike">
              <a:solidFill>
                <a:schemeClr val="dk1"/>
              </a:solidFill>
              <a:latin typeface="Noto Sans"/>
            </a:endParaRPr>
          </a:p>
        </p:txBody>
      </p:sp>
      <p:sp>
        <p:nvSpPr>
          <p:cNvPr id="34" name="Freihandform: Form 3"/>
          <p:cNvSpPr/>
          <p:nvPr/>
        </p:nvSpPr>
        <p:spPr>
          <a:xfrm>
            <a:off x="10878120" y="335880"/>
            <a:ext cx="982800" cy="1382040"/>
          </a:xfrm>
          <a:custGeom>
            <a:avLst/>
            <a:gdLst>
              <a:gd name="textAreaLeft" fmla="*/ 0 w 982800"/>
              <a:gd name="textAreaRight" fmla="*/ 983160 w 982800"/>
              <a:gd name="textAreaTop" fmla="*/ 0 h 1382040"/>
              <a:gd name="textAreaBottom" fmla="*/ 1382400 h 1382040"/>
            </a:gdLst>
            <a:ahLst/>
            <a:rect l="textAreaLeft" t="textAreaTop" r="textAreaRight" b="textAreaBottom"/>
            <a:pathLst>
              <a:path w="1156206" h="1625685">
                <a:moveTo>
                  <a:pt x="260996" y="1521843"/>
                </a:moveTo>
                <a:lnTo>
                  <a:pt x="248775" y="1522272"/>
                </a:lnTo>
                <a:cubicBezTo>
                  <a:pt x="238659" y="1522548"/>
                  <a:pt x="231630" y="1524377"/>
                  <a:pt x="227706" y="1527739"/>
                </a:cubicBezTo>
                <a:cubicBezTo>
                  <a:pt x="223781" y="1531121"/>
                  <a:pt x="221810" y="1535540"/>
                  <a:pt x="221810" y="1541008"/>
                </a:cubicBezTo>
                <a:cubicBezTo>
                  <a:pt x="221810" y="1545789"/>
                  <a:pt x="223219" y="1549199"/>
                  <a:pt x="226029" y="1551228"/>
                </a:cubicBezTo>
                <a:cubicBezTo>
                  <a:pt x="228839" y="1553266"/>
                  <a:pt x="232487" y="1554276"/>
                  <a:pt x="236983" y="1554276"/>
                </a:cubicBezTo>
                <a:cubicBezTo>
                  <a:pt x="243717" y="1554276"/>
                  <a:pt x="249413" y="1552285"/>
                  <a:pt x="254033" y="1548275"/>
                </a:cubicBezTo>
                <a:cubicBezTo>
                  <a:pt x="258681" y="1544284"/>
                  <a:pt x="260996" y="1538626"/>
                  <a:pt x="260996" y="1531321"/>
                </a:cubicBezTo>
                <a:close/>
                <a:moveTo>
                  <a:pt x="832448" y="1483515"/>
                </a:moveTo>
                <a:cubicBezTo>
                  <a:pt x="817703" y="1483515"/>
                  <a:pt x="810331" y="1495107"/>
                  <a:pt x="810331" y="1518262"/>
                </a:cubicBezTo>
                <a:cubicBezTo>
                  <a:pt x="810331" y="1541160"/>
                  <a:pt x="817846" y="1552599"/>
                  <a:pt x="832876" y="1552599"/>
                </a:cubicBezTo>
                <a:cubicBezTo>
                  <a:pt x="840868" y="1552599"/>
                  <a:pt x="846792" y="1550313"/>
                  <a:pt x="850669" y="1545760"/>
                </a:cubicBezTo>
                <a:cubicBezTo>
                  <a:pt x="854527" y="1541198"/>
                  <a:pt x="856460" y="1533226"/>
                  <a:pt x="856460" y="1521843"/>
                </a:cubicBezTo>
                <a:lnTo>
                  <a:pt x="856460" y="1518052"/>
                </a:lnTo>
                <a:cubicBezTo>
                  <a:pt x="856460" y="1505698"/>
                  <a:pt x="854565" y="1496850"/>
                  <a:pt x="850774" y="1491516"/>
                </a:cubicBezTo>
                <a:cubicBezTo>
                  <a:pt x="846983" y="1486172"/>
                  <a:pt x="840868" y="1483515"/>
                  <a:pt x="832448" y="1483515"/>
                </a:cubicBezTo>
                <a:close/>
                <a:moveTo>
                  <a:pt x="473948" y="1483086"/>
                </a:moveTo>
                <a:cubicBezTo>
                  <a:pt x="465804" y="1483086"/>
                  <a:pt x="460079" y="1485620"/>
                  <a:pt x="456793" y="1490678"/>
                </a:cubicBezTo>
                <a:cubicBezTo>
                  <a:pt x="453479" y="1495716"/>
                  <a:pt x="451697" y="1503450"/>
                  <a:pt x="451402" y="1513842"/>
                </a:cubicBezTo>
                <a:lnTo>
                  <a:pt x="451402" y="1517214"/>
                </a:lnTo>
                <a:cubicBezTo>
                  <a:pt x="451402" y="1528301"/>
                  <a:pt x="453069" y="1536845"/>
                  <a:pt x="456365" y="1542808"/>
                </a:cubicBezTo>
                <a:cubicBezTo>
                  <a:pt x="459670" y="1548770"/>
                  <a:pt x="465671" y="1551752"/>
                  <a:pt x="474376" y="1551752"/>
                </a:cubicBezTo>
                <a:cubicBezTo>
                  <a:pt x="480825" y="1551752"/>
                  <a:pt x="485968" y="1548770"/>
                  <a:pt x="489750" y="1542808"/>
                </a:cubicBezTo>
                <a:cubicBezTo>
                  <a:pt x="493541" y="1536845"/>
                  <a:pt x="495446" y="1528235"/>
                  <a:pt x="495446" y="1517014"/>
                </a:cubicBezTo>
                <a:cubicBezTo>
                  <a:pt x="495446" y="1505765"/>
                  <a:pt x="493503" y="1497316"/>
                  <a:pt x="489645" y="1491620"/>
                </a:cubicBezTo>
                <a:cubicBezTo>
                  <a:pt x="485778" y="1485934"/>
                  <a:pt x="480549" y="1483086"/>
                  <a:pt x="473948" y="1483086"/>
                </a:cubicBezTo>
                <a:close/>
                <a:moveTo>
                  <a:pt x="552733" y="1460134"/>
                </a:moveTo>
                <a:lnTo>
                  <a:pt x="584118" y="1460134"/>
                </a:lnTo>
                <a:lnTo>
                  <a:pt x="584118" y="1527333"/>
                </a:lnTo>
                <a:cubicBezTo>
                  <a:pt x="584118" y="1535467"/>
                  <a:pt x="585594" y="1541639"/>
                  <a:pt x="588537" y="1545859"/>
                </a:cubicBezTo>
                <a:cubicBezTo>
                  <a:pt x="591490" y="1550078"/>
                  <a:pt x="596186" y="1552183"/>
                  <a:pt x="602644" y="1552183"/>
                </a:cubicBezTo>
                <a:cubicBezTo>
                  <a:pt x="612198" y="1552183"/>
                  <a:pt x="618722" y="1548907"/>
                  <a:pt x="622237" y="1542382"/>
                </a:cubicBezTo>
                <a:cubicBezTo>
                  <a:pt x="625733" y="1535848"/>
                  <a:pt x="627504" y="1526475"/>
                  <a:pt x="627504" y="1514264"/>
                </a:cubicBezTo>
                <a:lnTo>
                  <a:pt x="627504" y="1460134"/>
                </a:lnTo>
                <a:lnTo>
                  <a:pt x="658889" y="1460134"/>
                </a:lnTo>
                <a:lnTo>
                  <a:pt x="658889" y="1575138"/>
                </a:lnTo>
                <a:lnTo>
                  <a:pt x="634877" y="1575138"/>
                </a:lnTo>
                <a:lnTo>
                  <a:pt x="630657" y="1560394"/>
                </a:lnTo>
                <a:lnTo>
                  <a:pt x="628981" y="1560394"/>
                </a:lnTo>
                <a:cubicBezTo>
                  <a:pt x="625323" y="1566290"/>
                  <a:pt x="620303" y="1570576"/>
                  <a:pt x="613912" y="1573234"/>
                </a:cubicBezTo>
                <a:cubicBezTo>
                  <a:pt x="607511" y="1575910"/>
                  <a:pt x="600749" y="1577243"/>
                  <a:pt x="593576" y="1577243"/>
                </a:cubicBezTo>
                <a:cubicBezTo>
                  <a:pt x="581241" y="1577243"/>
                  <a:pt x="571326" y="1573900"/>
                  <a:pt x="563887" y="1567233"/>
                </a:cubicBezTo>
                <a:cubicBezTo>
                  <a:pt x="556448" y="1560565"/>
                  <a:pt x="552733" y="1549850"/>
                  <a:pt x="552733" y="1535114"/>
                </a:cubicBezTo>
                <a:close/>
                <a:moveTo>
                  <a:pt x="822542" y="1458026"/>
                </a:moveTo>
                <a:cubicBezTo>
                  <a:pt x="836734" y="1458026"/>
                  <a:pt x="847821" y="1463645"/>
                  <a:pt x="855832" y="1474875"/>
                </a:cubicBezTo>
                <a:lnTo>
                  <a:pt x="856670" y="1474875"/>
                </a:lnTo>
                <a:lnTo>
                  <a:pt x="859204" y="1460131"/>
                </a:lnTo>
                <a:lnTo>
                  <a:pt x="885740" y="1460131"/>
                </a:lnTo>
                <a:lnTo>
                  <a:pt x="885740" y="1575345"/>
                </a:lnTo>
                <a:cubicBezTo>
                  <a:pt x="885740" y="1591785"/>
                  <a:pt x="880892" y="1604282"/>
                  <a:pt x="871205" y="1612845"/>
                </a:cubicBezTo>
                <a:cubicBezTo>
                  <a:pt x="861518" y="1621399"/>
                  <a:pt x="847193" y="1625685"/>
                  <a:pt x="828228" y="1625685"/>
                </a:cubicBezTo>
                <a:cubicBezTo>
                  <a:pt x="820084" y="1625685"/>
                  <a:pt x="812550" y="1625189"/>
                  <a:pt x="805587" y="1624218"/>
                </a:cubicBezTo>
                <a:cubicBezTo>
                  <a:pt x="798644" y="1623237"/>
                  <a:pt x="791852" y="1621475"/>
                  <a:pt x="785261" y="1618951"/>
                </a:cubicBezTo>
                <a:lnTo>
                  <a:pt x="785261" y="1593890"/>
                </a:lnTo>
                <a:cubicBezTo>
                  <a:pt x="799453" y="1599786"/>
                  <a:pt x="814398" y="1602739"/>
                  <a:pt x="830133" y="1602739"/>
                </a:cubicBezTo>
                <a:cubicBezTo>
                  <a:pt x="846278" y="1602739"/>
                  <a:pt x="854355" y="1594024"/>
                  <a:pt x="854355" y="1576612"/>
                </a:cubicBezTo>
                <a:lnTo>
                  <a:pt x="854355" y="1574297"/>
                </a:lnTo>
                <a:cubicBezTo>
                  <a:pt x="854355" y="1571916"/>
                  <a:pt x="854460" y="1569449"/>
                  <a:pt x="854660" y="1566925"/>
                </a:cubicBezTo>
                <a:cubicBezTo>
                  <a:pt x="854889" y="1564391"/>
                  <a:pt x="855060" y="1562143"/>
                  <a:pt x="855194" y="1560191"/>
                </a:cubicBezTo>
                <a:lnTo>
                  <a:pt x="854355" y="1560191"/>
                </a:lnTo>
                <a:cubicBezTo>
                  <a:pt x="850412" y="1566220"/>
                  <a:pt x="845716" y="1570573"/>
                  <a:pt x="840249" y="1573231"/>
                </a:cubicBezTo>
                <a:cubicBezTo>
                  <a:pt x="834762" y="1575907"/>
                  <a:pt x="828590" y="1577241"/>
                  <a:pt x="821704" y="1577241"/>
                </a:cubicBezTo>
                <a:cubicBezTo>
                  <a:pt x="808092" y="1577241"/>
                  <a:pt x="797443" y="1572021"/>
                  <a:pt x="789795" y="1561543"/>
                </a:cubicBezTo>
                <a:cubicBezTo>
                  <a:pt x="782137" y="1551085"/>
                  <a:pt x="778317" y="1536521"/>
                  <a:pt x="778317" y="1517852"/>
                </a:cubicBezTo>
                <a:cubicBezTo>
                  <a:pt x="778317" y="1499031"/>
                  <a:pt x="782242" y="1484353"/>
                  <a:pt x="790109" y="1473809"/>
                </a:cubicBezTo>
                <a:cubicBezTo>
                  <a:pt x="797977" y="1463284"/>
                  <a:pt x="808778" y="1458026"/>
                  <a:pt x="822542" y="1458026"/>
                </a:cubicBezTo>
                <a:close/>
                <a:moveTo>
                  <a:pt x="755979" y="1458025"/>
                </a:moveTo>
                <a:cubicBezTo>
                  <a:pt x="757522" y="1458025"/>
                  <a:pt x="759361" y="1458091"/>
                  <a:pt x="761466" y="1458234"/>
                </a:cubicBezTo>
                <a:cubicBezTo>
                  <a:pt x="763571" y="1458368"/>
                  <a:pt x="765257" y="1458587"/>
                  <a:pt x="766523" y="1458863"/>
                </a:cubicBezTo>
                <a:lnTo>
                  <a:pt x="764209" y="1488352"/>
                </a:lnTo>
                <a:cubicBezTo>
                  <a:pt x="763209" y="1488076"/>
                  <a:pt x="761771" y="1487838"/>
                  <a:pt x="759885" y="1487609"/>
                </a:cubicBezTo>
                <a:cubicBezTo>
                  <a:pt x="757989" y="1487409"/>
                  <a:pt x="756341" y="1487305"/>
                  <a:pt x="754932" y="1487305"/>
                </a:cubicBezTo>
                <a:cubicBezTo>
                  <a:pt x="749588" y="1487305"/>
                  <a:pt x="744464" y="1488248"/>
                  <a:pt x="739558" y="1490153"/>
                </a:cubicBezTo>
                <a:cubicBezTo>
                  <a:pt x="734634" y="1492039"/>
                  <a:pt x="730681" y="1495106"/>
                  <a:pt x="727661" y="1499306"/>
                </a:cubicBezTo>
                <a:cubicBezTo>
                  <a:pt x="724623" y="1503516"/>
                  <a:pt x="723118" y="1509279"/>
                  <a:pt x="723118" y="1516584"/>
                </a:cubicBezTo>
                <a:lnTo>
                  <a:pt x="723118" y="1575135"/>
                </a:lnTo>
                <a:lnTo>
                  <a:pt x="691733" y="1575135"/>
                </a:lnTo>
                <a:lnTo>
                  <a:pt x="691733" y="1460130"/>
                </a:lnTo>
                <a:lnTo>
                  <a:pt x="715546" y="1460130"/>
                </a:lnTo>
                <a:lnTo>
                  <a:pt x="720175" y="1479504"/>
                </a:lnTo>
                <a:lnTo>
                  <a:pt x="721642" y="1479504"/>
                </a:lnTo>
                <a:cubicBezTo>
                  <a:pt x="725023" y="1473608"/>
                  <a:pt x="729652" y="1468550"/>
                  <a:pt x="735548" y="1464349"/>
                </a:cubicBezTo>
                <a:cubicBezTo>
                  <a:pt x="741444" y="1460130"/>
                  <a:pt x="748264" y="1458025"/>
                  <a:pt x="755979" y="1458025"/>
                </a:cubicBezTo>
                <a:close/>
                <a:moveTo>
                  <a:pt x="388633" y="1458025"/>
                </a:moveTo>
                <a:cubicBezTo>
                  <a:pt x="390176" y="1458025"/>
                  <a:pt x="392015" y="1458091"/>
                  <a:pt x="394120" y="1458234"/>
                </a:cubicBezTo>
                <a:cubicBezTo>
                  <a:pt x="396225" y="1458368"/>
                  <a:pt x="397911" y="1458587"/>
                  <a:pt x="399178" y="1458863"/>
                </a:cubicBezTo>
                <a:lnTo>
                  <a:pt x="396863" y="1488352"/>
                </a:lnTo>
                <a:cubicBezTo>
                  <a:pt x="395863" y="1488076"/>
                  <a:pt x="394425" y="1487838"/>
                  <a:pt x="392539" y="1487609"/>
                </a:cubicBezTo>
                <a:cubicBezTo>
                  <a:pt x="390643" y="1487409"/>
                  <a:pt x="388995" y="1487305"/>
                  <a:pt x="387586" y="1487305"/>
                </a:cubicBezTo>
                <a:cubicBezTo>
                  <a:pt x="382242" y="1487305"/>
                  <a:pt x="377118" y="1488248"/>
                  <a:pt x="372212" y="1490153"/>
                </a:cubicBezTo>
                <a:cubicBezTo>
                  <a:pt x="367288" y="1492039"/>
                  <a:pt x="363335" y="1495106"/>
                  <a:pt x="360316" y="1499306"/>
                </a:cubicBezTo>
                <a:cubicBezTo>
                  <a:pt x="357277" y="1503516"/>
                  <a:pt x="355772" y="1509279"/>
                  <a:pt x="355772" y="1516584"/>
                </a:cubicBezTo>
                <a:lnTo>
                  <a:pt x="355772" y="1575135"/>
                </a:lnTo>
                <a:lnTo>
                  <a:pt x="324387" y="1575135"/>
                </a:lnTo>
                <a:lnTo>
                  <a:pt x="324387" y="1460130"/>
                </a:lnTo>
                <a:lnTo>
                  <a:pt x="348200" y="1460130"/>
                </a:lnTo>
                <a:lnTo>
                  <a:pt x="352829" y="1479504"/>
                </a:lnTo>
                <a:lnTo>
                  <a:pt x="354296" y="1479504"/>
                </a:lnTo>
                <a:cubicBezTo>
                  <a:pt x="357677" y="1473608"/>
                  <a:pt x="362306" y="1468550"/>
                  <a:pt x="368202" y="1464349"/>
                </a:cubicBezTo>
                <a:cubicBezTo>
                  <a:pt x="374098" y="1460130"/>
                  <a:pt x="380918" y="1458025"/>
                  <a:pt x="388633" y="1458025"/>
                </a:cubicBezTo>
                <a:close/>
                <a:moveTo>
                  <a:pt x="244355" y="1457816"/>
                </a:moveTo>
                <a:cubicBezTo>
                  <a:pt x="259795" y="1457816"/>
                  <a:pt x="271625" y="1461140"/>
                  <a:pt x="279855" y="1467817"/>
                </a:cubicBezTo>
                <a:cubicBezTo>
                  <a:pt x="288066" y="1474485"/>
                  <a:pt x="292161" y="1484696"/>
                  <a:pt x="292161" y="1498459"/>
                </a:cubicBezTo>
                <a:lnTo>
                  <a:pt x="292161" y="1575136"/>
                </a:lnTo>
                <a:lnTo>
                  <a:pt x="270254" y="1575136"/>
                </a:lnTo>
                <a:lnTo>
                  <a:pt x="264148" y="1559553"/>
                </a:lnTo>
                <a:lnTo>
                  <a:pt x="263310" y="1559553"/>
                </a:lnTo>
                <a:cubicBezTo>
                  <a:pt x="258395" y="1565725"/>
                  <a:pt x="253195" y="1570221"/>
                  <a:pt x="247727" y="1573031"/>
                </a:cubicBezTo>
                <a:cubicBezTo>
                  <a:pt x="242241" y="1575840"/>
                  <a:pt x="234735" y="1577241"/>
                  <a:pt x="225191" y="1577241"/>
                </a:cubicBezTo>
                <a:cubicBezTo>
                  <a:pt x="214933" y="1577241"/>
                  <a:pt x="206436" y="1574259"/>
                  <a:pt x="199702" y="1568297"/>
                </a:cubicBezTo>
                <a:cubicBezTo>
                  <a:pt x="192958" y="1562334"/>
                  <a:pt x="189587" y="1553161"/>
                  <a:pt x="189587" y="1540798"/>
                </a:cubicBezTo>
                <a:cubicBezTo>
                  <a:pt x="189587" y="1528577"/>
                  <a:pt x="193873" y="1519567"/>
                  <a:pt x="202445" y="1513737"/>
                </a:cubicBezTo>
                <a:cubicBezTo>
                  <a:pt x="210999" y="1507908"/>
                  <a:pt x="223848" y="1504717"/>
                  <a:pt x="240974" y="1504155"/>
                </a:cubicBezTo>
                <a:lnTo>
                  <a:pt x="260996" y="1503517"/>
                </a:lnTo>
                <a:lnTo>
                  <a:pt x="260996" y="1498459"/>
                </a:lnTo>
                <a:cubicBezTo>
                  <a:pt x="260996" y="1492430"/>
                  <a:pt x="259424" y="1488001"/>
                  <a:pt x="256252" y="1485191"/>
                </a:cubicBezTo>
                <a:cubicBezTo>
                  <a:pt x="253099" y="1482381"/>
                  <a:pt x="248708" y="1480981"/>
                  <a:pt x="243089" y="1480981"/>
                </a:cubicBezTo>
                <a:cubicBezTo>
                  <a:pt x="237478" y="1480981"/>
                  <a:pt x="231992" y="1481781"/>
                  <a:pt x="226658" y="1483410"/>
                </a:cubicBezTo>
                <a:cubicBezTo>
                  <a:pt x="221314" y="1485020"/>
                  <a:pt x="215980" y="1487029"/>
                  <a:pt x="210656" y="1489411"/>
                </a:cubicBezTo>
                <a:lnTo>
                  <a:pt x="200331" y="1468141"/>
                </a:lnTo>
                <a:cubicBezTo>
                  <a:pt x="206503" y="1464903"/>
                  <a:pt x="213361" y="1462379"/>
                  <a:pt x="220867" y="1460540"/>
                </a:cubicBezTo>
                <a:cubicBezTo>
                  <a:pt x="228372" y="1458731"/>
                  <a:pt x="236211" y="1457816"/>
                  <a:pt x="244355" y="1457816"/>
                </a:cubicBezTo>
                <a:close/>
                <a:moveTo>
                  <a:pt x="1065" y="1424737"/>
                </a:moveTo>
                <a:lnTo>
                  <a:pt x="44442" y="1424737"/>
                </a:lnTo>
                <a:lnTo>
                  <a:pt x="80046" y="1539761"/>
                </a:lnTo>
                <a:lnTo>
                  <a:pt x="80684" y="1539761"/>
                </a:lnTo>
                <a:lnTo>
                  <a:pt x="118375" y="1424737"/>
                </a:lnTo>
                <a:lnTo>
                  <a:pt x="161780" y="1424737"/>
                </a:lnTo>
                <a:lnTo>
                  <a:pt x="161780" y="1575137"/>
                </a:lnTo>
                <a:lnTo>
                  <a:pt x="132072" y="1575137"/>
                </a:lnTo>
                <a:lnTo>
                  <a:pt x="132072" y="1503947"/>
                </a:lnTo>
                <a:cubicBezTo>
                  <a:pt x="132072" y="1499165"/>
                  <a:pt x="132177" y="1493698"/>
                  <a:pt x="132386" y="1487507"/>
                </a:cubicBezTo>
                <a:cubicBezTo>
                  <a:pt x="132605" y="1481334"/>
                  <a:pt x="132815" y="1475477"/>
                  <a:pt x="133015" y="1469923"/>
                </a:cubicBezTo>
                <a:cubicBezTo>
                  <a:pt x="133243" y="1464380"/>
                  <a:pt x="133415" y="1460198"/>
                  <a:pt x="133548" y="1457389"/>
                </a:cubicBezTo>
                <a:lnTo>
                  <a:pt x="132710" y="1457389"/>
                </a:lnTo>
                <a:lnTo>
                  <a:pt x="93953" y="1575137"/>
                </a:lnTo>
                <a:lnTo>
                  <a:pt x="64673" y="1575137"/>
                </a:lnTo>
                <a:lnTo>
                  <a:pt x="28440" y="1457189"/>
                </a:lnTo>
                <a:lnTo>
                  <a:pt x="27592" y="1457189"/>
                </a:lnTo>
                <a:cubicBezTo>
                  <a:pt x="27735" y="1459998"/>
                  <a:pt x="27954" y="1464199"/>
                  <a:pt x="28230" y="1469819"/>
                </a:cubicBezTo>
                <a:cubicBezTo>
                  <a:pt x="28506" y="1475438"/>
                  <a:pt x="28792" y="1481439"/>
                  <a:pt x="29068" y="1487830"/>
                </a:cubicBezTo>
                <a:cubicBezTo>
                  <a:pt x="29364" y="1494212"/>
                  <a:pt x="29497" y="1500003"/>
                  <a:pt x="29497" y="1505194"/>
                </a:cubicBezTo>
                <a:lnTo>
                  <a:pt x="29497" y="1575137"/>
                </a:lnTo>
                <a:lnTo>
                  <a:pt x="1065" y="1575137"/>
                </a:lnTo>
                <a:close/>
                <a:moveTo>
                  <a:pt x="420017" y="1415049"/>
                </a:moveTo>
                <a:lnTo>
                  <a:pt x="451402" y="1415049"/>
                </a:lnTo>
                <a:lnTo>
                  <a:pt x="451402" y="1452330"/>
                </a:lnTo>
                <a:cubicBezTo>
                  <a:pt x="451402" y="1456692"/>
                  <a:pt x="451269" y="1460969"/>
                  <a:pt x="450993" y="1465188"/>
                </a:cubicBezTo>
                <a:cubicBezTo>
                  <a:pt x="450707" y="1469389"/>
                  <a:pt x="450431" y="1472694"/>
                  <a:pt x="450154" y="1475085"/>
                </a:cubicBezTo>
                <a:lnTo>
                  <a:pt x="451402" y="1475085"/>
                </a:lnTo>
                <a:cubicBezTo>
                  <a:pt x="454488" y="1470313"/>
                  <a:pt x="458641" y="1466274"/>
                  <a:pt x="463832" y="1462979"/>
                </a:cubicBezTo>
                <a:cubicBezTo>
                  <a:pt x="469023" y="1459674"/>
                  <a:pt x="475786" y="1458026"/>
                  <a:pt x="484063" y="1458026"/>
                </a:cubicBezTo>
                <a:cubicBezTo>
                  <a:pt x="496989" y="1458026"/>
                  <a:pt x="507447" y="1463045"/>
                  <a:pt x="515448" y="1473075"/>
                </a:cubicBezTo>
                <a:cubicBezTo>
                  <a:pt x="523449" y="1483124"/>
                  <a:pt x="527450" y="1497916"/>
                  <a:pt x="527450" y="1517424"/>
                </a:cubicBezTo>
                <a:cubicBezTo>
                  <a:pt x="527450" y="1537083"/>
                  <a:pt x="523383" y="1551961"/>
                  <a:pt x="515239" y="1562077"/>
                </a:cubicBezTo>
                <a:cubicBezTo>
                  <a:pt x="507085" y="1572192"/>
                  <a:pt x="496417" y="1577241"/>
                  <a:pt x="483225" y="1577241"/>
                </a:cubicBezTo>
                <a:cubicBezTo>
                  <a:pt x="474786" y="1577241"/>
                  <a:pt x="468157" y="1575736"/>
                  <a:pt x="463318" y="1572716"/>
                </a:cubicBezTo>
                <a:cubicBezTo>
                  <a:pt x="458470" y="1569706"/>
                  <a:pt x="454488" y="1566296"/>
                  <a:pt x="451402" y="1562506"/>
                </a:cubicBezTo>
                <a:lnTo>
                  <a:pt x="449297" y="1562506"/>
                </a:lnTo>
                <a:lnTo>
                  <a:pt x="444039" y="1575136"/>
                </a:lnTo>
                <a:lnTo>
                  <a:pt x="420017" y="1575136"/>
                </a:lnTo>
                <a:close/>
                <a:moveTo>
                  <a:pt x="1024557" y="1311207"/>
                </a:moveTo>
                <a:lnTo>
                  <a:pt x="1012336" y="1311636"/>
                </a:lnTo>
                <a:cubicBezTo>
                  <a:pt x="1002220" y="1311912"/>
                  <a:pt x="995191" y="1313741"/>
                  <a:pt x="991267" y="1317103"/>
                </a:cubicBezTo>
                <a:cubicBezTo>
                  <a:pt x="987342" y="1320485"/>
                  <a:pt x="985371" y="1324904"/>
                  <a:pt x="985371" y="1330372"/>
                </a:cubicBezTo>
                <a:cubicBezTo>
                  <a:pt x="985371" y="1335153"/>
                  <a:pt x="986771" y="1338563"/>
                  <a:pt x="989590" y="1340592"/>
                </a:cubicBezTo>
                <a:cubicBezTo>
                  <a:pt x="992400" y="1342630"/>
                  <a:pt x="996048" y="1343640"/>
                  <a:pt x="1000535" y="1343640"/>
                </a:cubicBezTo>
                <a:cubicBezTo>
                  <a:pt x="1007278" y="1343640"/>
                  <a:pt x="1012965" y="1341649"/>
                  <a:pt x="1017594" y="1337639"/>
                </a:cubicBezTo>
                <a:cubicBezTo>
                  <a:pt x="1022242" y="1333648"/>
                  <a:pt x="1024557" y="1327990"/>
                  <a:pt x="1024557" y="1320685"/>
                </a:cubicBezTo>
                <a:close/>
                <a:moveTo>
                  <a:pt x="527876" y="1269707"/>
                </a:moveTo>
                <a:cubicBezTo>
                  <a:pt x="521827" y="1269707"/>
                  <a:pt x="516798" y="1271679"/>
                  <a:pt x="512807" y="1275603"/>
                </a:cubicBezTo>
                <a:cubicBezTo>
                  <a:pt x="508797" y="1279546"/>
                  <a:pt x="506444" y="1285652"/>
                  <a:pt x="505749" y="1293948"/>
                </a:cubicBezTo>
                <a:lnTo>
                  <a:pt x="549783" y="1293948"/>
                </a:lnTo>
                <a:cubicBezTo>
                  <a:pt x="549631" y="1286919"/>
                  <a:pt x="547811" y="1281127"/>
                  <a:pt x="544297" y="1276565"/>
                </a:cubicBezTo>
                <a:cubicBezTo>
                  <a:pt x="540782" y="1272002"/>
                  <a:pt x="535315" y="1269707"/>
                  <a:pt x="527876" y="1269707"/>
                </a:cubicBezTo>
                <a:close/>
                <a:moveTo>
                  <a:pt x="805057" y="1249496"/>
                </a:moveTo>
                <a:lnTo>
                  <a:pt x="836442" y="1249496"/>
                </a:lnTo>
                <a:lnTo>
                  <a:pt x="836442" y="1364501"/>
                </a:lnTo>
                <a:lnTo>
                  <a:pt x="805057" y="1364501"/>
                </a:lnTo>
                <a:close/>
                <a:moveTo>
                  <a:pt x="296155" y="1249496"/>
                </a:moveTo>
                <a:lnTo>
                  <a:pt x="327540" y="1249496"/>
                </a:lnTo>
                <a:lnTo>
                  <a:pt x="327540" y="1364501"/>
                </a:lnTo>
                <a:lnTo>
                  <a:pt x="296155" y="1364501"/>
                </a:lnTo>
                <a:close/>
                <a:moveTo>
                  <a:pt x="343978" y="1249495"/>
                </a:moveTo>
                <a:lnTo>
                  <a:pt x="376839" y="1249495"/>
                </a:lnTo>
                <a:lnTo>
                  <a:pt x="398957" y="1314998"/>
                </a:lnTo>
                <a:cubicBezTo>
                  <a:pt x="400223" y="1318942"/>
                  <a:pt x="401233" y="1322999"/>
                  <a:pt x="402005" y="1327219"/>
                </a:cubicBezTo>
                <a:cubicBezTo>
                  <a:pt x="402776" y="1331429"/>
                  <a:pt x="403233" y="1335220"/>
                  <a:pt x="403376" y="1338601"/>
                </a:cubicBezTo>
                <a:lnTo>
                  <a:pt x="404214" y="1338601"/>
                </a:lnTo>
                <a:cubicBezTo>
                  <a:pt x="404643" y="1331000"/>
                  <a:pt x="406186" y="1323152"/>
                  <a:pt x="408863" y="1314998"/>
                </a:cubicBezTo>
                <a:lnTo>
                  <a:pt x="430970" y="1249495"/>
                </a:lnTo>
                <a:lnTo>
                  <a:pt x="463831" y="1249495"/>
                </a:lnTo>
                <a:lnTo>
                  <a:pt x="420016" y="1364500"/>
                </a:lnTo>
                <a:lnTo>
                  <a:pt x="387793" y="1364500"/>
                </a:lnTo>
                <a:close/>
                <a:moveTo>
                  <a:pt x="527656" y="1247390"/>
                </a:moveTo>
                <a:cubicBezTo>
                  <a:pt x="543525" y="1247390"/>
                  <a:pt x="556089" y="1251914"/>
                  <a:pt x="565366" y="1260963"/>
                </a:cubicBezTo>
                <a:cubicBezTo>
                  <a:pt x="574624" y="1270031"/>
                  <a:pt x="579263" y="1282928"/>
                  <a:pt x="579263" y="1299615"/>
                </a:cubicBezTo>
                <a:lnTo>
                  <a:pt x="579263" y="1314789"/>
                </a:lnTo>
                <a:lnTo>
                  <a:pt x="505111" y="1314789"/>
                </a:lnTo>
                <a:cubicBezTo>
                  <a:pt x="505406" y="1323638"/>
                  <a:pt x="508025" y="1330591"/>
                  <a:pt x="513017" y="1335648"/>
                </a:cubicBezTo>
                <a:cubicBezTo>
                  <a:pt x="517998" y="1340687"/>
                  <a:pt x="524923" y="1343230"/>
                  <a:pt x="533772" y="1343230"/>
                </a:cubicBezTo>
                <a:cubicBezTo>
                  <a:pt x="541211" y="1343230"/>
                  <a:pt x="547945" y="1342487"/>
                  <a:pt x="553984" y="1341021"/>
                </a:cubicBezTo>
                <a:cubicBezTo>
                  <a:pt x="560013" y="1339544"/>
                  <a:pt x="566271" y="1337258"/>
                  <a:pt x="572738" y="1334172"/>
                </a:cubicBezTo>
                <a:lnTo>
                  <a:pt x="572738" y="1358394"/>
                </a:lnTo>
                <a:cubicBezTo>
                  <a:pt x="567109" y="1361214"/>
                  <a:pt x="561184" y="1363261"/>
                  <a:pt x="554946" y="1364605"/>
                </a:cubicBezTo>
                <a:cubicBezTo>
                  <a:pt x="548688" y="1365938"/>
                  <a:pt x="541144" y="1366605"/>
                  <a:pt x="532295" y="1366605"/>
                </a:cubicBezTo>
                <a:cubicBezTo>
                  <a:pt x="520779" y="1366605"/>
                  <a:pt x="510597" y="1364462"/>
                  <a:pt x="501748" y="1360185"/>
                </a:cubicBezTo>
                <a:cubicBezTo>
                  <a:pt x="492909" y="1355899"/>
                  <a:pt x="485946" y="1349403"/>
                  <a:pt x="480889" y="1340687"/>
                </a:cubicBezTo>
                <a:cubicBezTo>
                  <a:pt x="475831" y="1332000"/>
                  <a:pt x="473316" y="1321047"/>
                  <a:pt x="473316" y="1307845"/>
                </a:cubicBezTo>
                <a:cubicBezTo>
                  <a:pt x="473316" y="1294358"/>
                  <a:pt x="475593" y="1283166"/>
                  <a:pt x="480155" y="1274250"/>
                </a:cubicBezTo>
                <a:cubicBezTo>
                  <a:pt x="484708" y="1265316"/>
                  <a:pt x="491071" y="1258620"/>
                  <a:pt x="499215" y="1254124"/>
                </a:cubicBezTo>
                <a:cubicBezTo>
                  <a:pt x="507359" y="1249638"/>
                  <a:pt x="516836" y="1247390"/>
                  <a:pt x="527656" y="1247390"/>
                </a:cubicBezTo>
                <a:close/>
                <a:moveTo>
                  <a:pt x="738919" y="1247389"/>
                </a:moveTo>
                <a:cubicBezTo>
                  <a:pt x="746091" y="1247389"/>
                  <a:pt x="752892" y="1248094"/>
                  <a:pt x="759360" y="1249494"/>
                </a:cubicBezTo>
                <a:cubicBezTo>
                  <a:pt x="765818" y="1250904"/>
                  <a:pt x="772485" y="1253218"/>
                  <a:pt x="779362" y="1256438"/>
                </a:cubicBezTo>
                <a:lnTo>
                  <a:pt x="769894" y="1278983"/>
                </a:lnTo>
                <a:cubicBezTo>
                  <a:pt x="764275" y="1276593"/>
                  <a:pt x="758941" y="1274592"/>
                  <a:pt x="753892" y="1272983"/>
                </a:cubicBezTo>
                <a:cubicBezTo>
                  <a:pt x="748835" y="1271373"/>
                  <a:pt x="743710" y="1270563"/>
                  <a:pt x="738510" y="1270563"/>
                </a:cubicBezTo>
                <a:cubicBezTo>
                  <a:pt x="729242" y="1270563"/>
                  <a:pt x="724613" y="1273087"/>
                  <a:pt x="724613" y="1278136"/>
                </a:cubicBezTo>
                <a:cubicBezTo>
                  <a:pt x="724613" y="1279955"/>
                  <a:pt x="725194" y="1281622"/>
                  <a:pt x="726394" y="1283098"/>
                </a:cubicBezTo>
                <a:cubicBezTo>
                  <a:pt x="727594" y="1284565"/>
                  <a:pt x="729908" y="1286146"/>
                  <a:pt x="733357" y="1287823"/>
                </a:cubicBezTo>
                <a:cubicBezTo>
                  <a:pt x="736776" y="1289509"/>
                  <a:pt x="741872" y="1291766"/>
                  <a:pt x="748606" y="1294566"/>
                </a:cubicBezTo>
                <a:cubicBezTo>
                  <a:pt x="755207" y="1297233"/>
                  <a:pt x="760903" y="1300015"/>
                  <a:pt x="765684" y="1302891"/>
                </a:cubicBezTo>
                <a:cubicBezTo>
                  <a:pt x="770447" y="1305768"/>
                  <a:pt x="774133" y="1309359"/>
                  <a:pt x="776733" y="1313626"/>
                </a:cubicBezTo>
                <a:cubicBezTo>
                  <a:pt x="779324" y="1317912"/>
                  <a:pt x="780629" y="1323494"/>
                  <a:pt x="780629" y="1330371"/>
                </a:cubicBezTo>
                <a:cubicBezTo>
                  <a:pt x="780629" y="1342029"/>
                  <a:pt x="776533" y="1350992"/>
                  <a:pt x="768304" y="1357231"/>
                </a:cubicBezTo>
                <a:cubicBezTo>
                  <a:pt x="760093" y="1363489"/>
                  <a:pt x="747835" y="1366604"/>
                  <a:pt x="731556" y="1366604"/>
                </a:cubicBezTo>
                <a:cubicBezTo>
                  <a:pt x="723546" y="1366604"/>
                  <a:pt x="716678" y="1366080"/>
                  <a:pt x="710916" y="1365032"/>
                </a:cubicBezTo>
                <a:cubicBezTo>
                  <a:pt x="705153" y="1363965"/>
                  <a:pt x="699390" y="1362251"/>
                  <a:pt x="693637" y="1359870"/>
                </a:cubicBezTo>
                <a:lnTo>
                  <a:pt x="693637" y="1333952"/>
                </a:lnTo>
                <a:cubicBezTo>
                  <a:pt x="699819" y="1336762"/>
                  <a:pt x="706496" y="1339077"/>
                  <a:pt x="713659" y="1340915"/>
                </a:cubicBezTo>
                <a:cubicBezTo>
                  <a:pt x="720803" y="1342734"/>
                  <a:pt x="727127" y="1343639"/>
                  <a:pt x="732614" y="1343639"/>
                </a:cubicBezTo>
                <a:cubicBezTo>
                  <a:pt x="738786" y="1343639"/>
                  <a:pt x="743177" y="1342734"/>
                  <a:pt x="745777" y="1340915"/>
                </a:cubicBezTo>
                <a:cubicBezTo>
                  <a:pt x="748368" y="1339077"/>
                  <a:pt x="749673" y="1336695"/>
                  <a:pt x="749673" y="1333752"/>
                </a:cubicBezTo>
                <a:cubicBezTo>
                  <a:pt x="749673" y="1331781"/>
                  <a:pt x="749139" y="1330028"/>
                  <a:pt x="748092" y="1328485"/>
                </a:cubicBezTo>
                <a:cubicBezTo>
                  <a:pt x="747034" y="1326942"/>
                  <a:pt x="744748" y="1325180"/>
                  <a:pt x="741234" y="1323227"/>
                </a:cubicBezTo>
                <a:cubicBezTo>
                  <a:pt x="737719" y="1321255"/>
                  <a:pt x="732252" y="1318712"/>
                  <a:pt x="724813" y="1315626"/>
                </a:cubicBezTo>
                <a:cubicBezTo>
                  <a:pt x="717650" y="1312540"/>
                  <a:pt x="711754" y="1309492"/>
                  <a:pt x="707125" y="1306472"/>
                </a:cubicBezTo>
                <a:cubicBezTo>
                  <a:pt x="702476" y="1303463"/>
                  <a:pt x="699047" y="1299805"/>
                  <a:pt x="696809" y="1295519"/>
                </a:cubicBezTo>
                <a:cubicBezTo>
                  <a:pt x="694542" y="1291233"/>
                  <a:pt x="693428" y="1285870"/>
                  <a:pt x="693428" y="1279412"/>
                </a:cubicBezTo>
                <a:cubicBezTo>
                  <a:pt x="693428" y="1268725"/>
                  <a:pt x="697562" y="1260724"/>
                  <a:pt x="705858" y="1255390"/>
                </a:cubicBezTo>
                <a:cubicBezTo>
                  <a:pt x="714135" y="1250065"/>
                  <a:pt x="725156" y="1247389"/>
                  <a:pt x="738919" y="1247389"/>
                </a:cubicBezTo>
                <a:close/>
                <a:moveTo>
                  <a:pt x="668986" y="1247388"/>
                </a:moveTo>
                <a:cubicBezTo>
                  <a:pt x="670529" y="1247388"/>
                  <a:pt x="672367" y="1247455"/>
                  <a:pt x="674472" y="1247598"/>
                </a:cubicBezTo>
                <a:cubicBezTo>
                  <a:pt x="676577" y="1247731"/>
                  <a:pt x="678263" y="1247950"/>
                  <a:pt x="679530" y="1248226"/>
                </a:cubicBezTo>
                <a:lnTo>
                  <a:pt x="677215" y="1277715"/>
                </a:lnTo>
                <a:cubicBezTo>
                  <a:pt x="676215" y="1277439"/>
                  <a:pt x="674777" y="1277201"/>
                  <a:pt x="672891" y="1276973"/>
                </a:cubicBezTo>
                <a:cubicBezTo>
                  <a:pt x="670995" y="1276773"/>
                  <a:pt x="669348" y="1276668"/>
                  <a:pt x="667938" y="1276668"/>
                </a:cubicBezTo>
                <a:cubicBezTo>
                  <a:pt x="662594" y="1276668"/>
                  <a:pt x="657470" y="1277611"/>
                  <a:pt x="652565" y="1279516"/>
                </a:cubicBezTo>
                <a:cubicBezTo>
                  <a:pt x="647640" y="1281402"/>
                  <a:pt x="643687" y="1284469"/>
                  <a:pt x="640668" y="1288669"/>
                </a:cubicBezTo>
                <a:cubicBezTo>
                  <a:pt x="637629" y="1292879"/>
                  <a:pt x="636124" y="1298642"/>
                  <a:pt x="636124" y="1305948"/>
                </a:cubicBezTo>
                <a:lnTo>
                  <a:pt x="636124" y="1364498"/>
                </a:lnTo>
                <a:lnTo>
                  <a:pt x="604739" y="1364498"/>
                </a:lnTo>
                <a:lnTo>
                  <a:pt x="604739" y="1249493"/>
                </a:lnTo>
                <a:lnTo>
                  <a:pt x="628552" y="1249493"/>
                </a:lnTo>
                <a:lnTo>
                  <a:pt x="633181" y="1268867"/>
                </a:lnTo>
                <a:lnTo>
                  <a:pt x="634648" y="1268867"/>
                </a:lnTo>
                <a:cubicBezTo>
                  <a:pt x="638029" y="1262971"/>
                  <a:pt x="642659" y="1257913"/>
                  <a:pt x="648555" y="1253713"/>
                </a:cubicBezTo>
                <a:cubicBezTo>
                  <a:pt x="654450" y="1249493"/>
                  <a:pt x="661270" y="1247388"/>
                  <a:pt x="668986" y="1247388"/>
                </a:cubicBezTo>
                <a:close/>
                <a:moveTo>
                  <a:pt x="223079" y="1247388"/>
                </a:moveTo>
                <a:cubicBezTo>
                  <a:pt x="235443" y="1247388"/>
                  <a:pt x="245330" y="1250731"/>
                  <a:pt x="252769" y="1257399"/>
                </a:cubicBezTo>
                <a:cubicBezTo>
                  <a:pt x="260208" y="1264066"/>
                  <a:pt x="263942" y="1274763"/>
                  <a:pt x="263942" y="1289508"/>
                </a:cubicBezTo>
                <a:lnTo>
                  <a:pt x="263942" y="1364498"/>
                </a:lnTo>
                <a:lnTo>
                  <a:pt x="232557" y="1364498"/>
                </a:lnTo>
                <a:lnTo>
                  <a:pt x="232557" y="1297308"/>
                </a:lnTo>
                <a:cubicBezTo>
                  <a:pt x="232557" y="1289022"/>
                  <a:pt x="231080" y="1282802"/>
                  <a:pt x="228137" y="1278668"/>
                </a:cubicBezTo>
                <a:cubicBezTo>
                  <a:pt x="225184" y="1274525"/>
                  <a:pt x="220470" y="1272448"/>
                  <a:pt x="214012" y="1272448"/>
                </a:cubicBezTo>
                <a:cubicBezTo>
                  <a:pt x="204468" y="1272448"/>
                  <a:pt x="197933" y="1275725"/>
                  <a:pt x="194438" y="1282250"/>
                </a:cubicBezTo>
                <a:cubicBezTo>
                  <a:pt x="190923" y="1288765"/>
                  <a:pt x="189151" y="1298147"/>
                  <a:pt x="189151" y="1310367"/>
                </a:cubicBezTo>
                <a:lnTo>
                  <a:pt x="189151" y="1364498"/>
                </a:lnTo>
                <a:lnTo>
                  <a:pt x="157766" y="1364498"/>
                </a:lnTo>
                <a:lnTo>
                  <a:pt x="157766" y="1249493"/>
                </a:lnTo>
                <a:lnTo>
                  <a:pt x="181789" y="1249493"/>
                </a:lnTo>
                <a:lnTo>
                  <a:pt x="185999" y="1264238"/>
                </a:lnTo>
                <a:lnTo>
                  <a:pt x="187684" y="1264238"/>
                </a:lnTo>
                <a:cubicBezTo>
                  <a:pt x="191333" y="1258342"/>
                  <a:pt x="196352" y="1254055"/>
                  <a:pt x="202753" y="1251379"/>
                </a:cubicBezTo>
                <a:cubicBezTo>
                  <a:pt x="209144" y="1248721"/>
                  <a:pt x="215917" y="1247388"/>
                  <a:pt x="223079" y="1247388"/>
                </a:cubicBezTo>
                <a:close/>
                <a:moveTo>
                  <a:pt x="1007907" y="1247180"/>
                </a:moveTo>
                <a:cubicBezTo>
                  <a:pt x="1023356" y="1247180"/>
                  <a:pt x="1035187" y="1250505"/>
                  <a:pt x="1043407" y="1257172"/>
                </a:cubicBezTo>
                <a:cubicBezTo>
                  <a:pt x="1051617" y="1263849"/>
                  <a:pt x="1055722" y="1274060"/>
                  <a:pt x="1055722" y="1287824"/>
                </a:cubicBezTo>
                <a:lnTo>
                  <a:pt x="1055722" y="1364500"/>
                </a:lnTo>
                <a:lnTo>
                  <a:pt x="1033815" y="1364500"/>
                </a:lnTo>
                <a:lnTo>
                  <a:pt x="1027709" y="1348917"/>
                </a:lnTo>
                <a:lnTo>
                  <a:pt x="1026871" y="1348917"/>
                </a:lnTo>
                <a:cubicBezTo>
                  <a:pt x="1021947" y="1355089"/>
                  <a:pt x="1016756" y="1359585"/>
                  <a:pt x="1011288" y="1362395"/>
                </a:cubicBezTo>
                <a:cubicBezTo>
                  <a:pt x="1005802" y="1365205"/>
                  <a:pt x="998296" y="1366605"/>
                  <a:pt x="988743" y="1366605"/>
                </a:cubicBezTo>
                <a:cubicBezTo>
                  <a:pt x="978494" y="1366605"/>
                  <a:pt x="969997" y="1363623"/>
                  <a:pt x="963254" y="1357661"/>
                </a:cubicBezTo>
                <a:cubicBezTo>
                  <a:pt x="956520" y="1351698"/>
                  <a:pt x="953138" y="1342526"/>
                  <a:pt x="953138" y="1330162"/>
                </a:cubicBezTo>
                <a:cubicBezTo>
                  <a:pt x="953138" y="1317942"/>
                  <a:pt x="957424" y="1308931"/>
                  <a:pt x="965997" y="1303102"/>
                </a:cubicBezTo>
                <a:cubicBezTo>
                  <a:pt x="974550" y="1297272"/>
                  <a:pt x="987409" y="1294081"/>
                  <a:pt x="1004535" y="1293519"/>
                </a:cubicBezTo>
                <a:lnTo>
                  <a:pt x="1024557" y="1292881"/>
                </a:lnTo>
                <a:lnTo>
                  <a:pt x="1024557" y="1287824"/>
                </a:lnTo>
                <a:cubicBezTo>
                  <a:pt x="1024557" y="1281794"/>
                  <a:pt x="1022975" y="1277365"/>
                  <a:pt x="1019804" y="1274555"/>
                </a:cubicBezTo>
                <a:cubicBezTo>
                  <a:pt x="1016651" y="1271745"/>
                  <a:pt x="1012260" y="1270345"/>
                  <a:pt x="1006640" y="1270345"/>
                </a:cubicBezTo>
                <a:cubicBezTo>
                  <a:pt x="1001039" y="1270345"/>
                  <a:pt x="995553" y="1271145"/>
                  <a:pt x="990219" y="1272774"/>
                </a:cubicBezTo>
                <a:cubicBezTo>
                  <a:pt x="984875" y="1274384"/>
                  <a:pt x="979541" y="1276393"/>
                  <a:pt x="974207" y="1278775"/>
                </a:cubicBezTo>
                <a:lnTo>
                  <a:pt x="963892" y="1257506"/>
                </a:lnTo>
                <a:cubicBezTo>
                  <a:pt x="970064" y="1254267"/>
                  <a:pt x="976922" y="1251743"/>
                  <a:pt x="984428" y="1249905"/>
                </a:cubicBezTo>
                <a:cubicBezTo>
                  <a:pt x="991934" y="1248095"/>
                  <a:pt x="999773" y="1247180"/>
                  <a:pt x="1007907" y="1247180"/>
                </a:cubicBezTo>
                <a:close/>
                <a:moveTo>
                  <a:pt x="1102705" y="1225057"/>
                </a:moveTo>
                <a:lnTo>
                  <a:pt x="1122707" y="1225057"/>
                </a:lnTo>
                <a:lnTo>
                  <a:pt x="1122707" y="1249498"/>
                </a:lnTo>
                <a:lnTo>
                  <a:pt x="1154930" y="1249498"/>
                </a:lnTo>
                <a:lnTo>
                  <a:pt x="1154930" y="1273082"/>
                </a:lnTo>
                <a:lnTo>
                  <a:pt x="1122707" y="1273082"/>
                </a:lnTo>
                <a:lnTo>
                  <a:pt x="1122707" y="1328489"/>
                </a:lnTo>
                <a:cubicBezTo>
                  <a:pt x="1122707" y="1332841"/>
                  <a:pt x="1123974" y="1336099"/>
                  <a:pt x="1126498" y="1338271"/>
                </a:cubicBezTo>
                <a:cubicBezTo>
                  <a:pt x="1129032" y="1340452"/>
                  <a:pt x="1132327" y="1341547"/>
                  <a:pt x="1136404" y="1341547"/>
                </a:cubicBezTo>
                <a:cubicBezTo>
                  <a:pt x="1139900" y="1341547"/>
                  <a:pt x="1143281" y="1341185"/>
                  <a:pt x="1146520" y="1340481"/>
                </a:cubicBezTo>
                <a:cubicBezTo>
                  <a:pt x="1149739" y="1339785"/>
                  <a:pt x="1152959" y="1338937"/>
                  <a:pt x="1156206" y="1337966"/>
                </a:cubicBezTo>
                <a:lnTo>
                  <a:pt x="1156206" y="1361350"/>
                </a:lnTo>
                <a:cubicBezTo>
                  <a:pt x="1152825" y="1362750"/>
                  <a:pt x="1148644" y="1363969"/>
                  <a:pt x="1143672" y="1365036"/>
                </a:cubicBezTo>
                <a:cubicBezTo>
                  <a:pt x="1138680" y="1366074"/>
                  <a:pt x="1133232" y="1366608"/>
                  <a:pt x="1127336" y="1366608"/>
                </a:cubicBezTo>
                <a:cubicBezTo>
                  <a:pt x="1120459" y="1366608"/>
                  <a:pt x="1114306" y="1365474"/>
                  <a:pt x="1108905" y="1363236"/>
                </a:cubicBezTo>
                <a:cubicBezTo>
                  <a:pt x="1103505" y="1360988"/>
                  <a:pt x="1099228" y="1357092"/>
                  <a:pt x="1096066" y="1351539"/>
                </a:cubicBezTo>
                <a:cubicBezTo>
                  <a:pt x="1092894" y="1346005"/>
                  <a:pt x="1091322" y="1338309"/>
                  <a:pt x="1091322" y="1328489"/>
                </a:cubicBezTo>
                <a:lnTo>
                  <a:pt x="1091322" y="1273082"/>
                </a:lnTo>
                <a:lnTo>
                  <a:pt x="1076377" y="1273082"/>
                </a:lnTo>
                <a:lnTo>
                  <a:pt x="1076377" y="1259813"/>
                </a:lnTo>
                <a:lnTo>
                  <a:pt x="1093637" y="1249269"/>
                </a:lnTo>
                <a:close/>
                <a:moveTo>
                  <a:pt x="884063" y="1225057"/>
                </a:moveTo>
                <a:lnTo>
                  <a:pt x="904065" y="1225057"/>
                </a:lnTo>
                <a:lnTo>
                  <a:pt x="904065" y="1249498"/>
                </a:lnTo>
                <a:lnTo>
                  <a:pt x="936289" y="1249498"/>
                </a:lnTo>
                <a:lnTo>
                  <a:pt x="936289" y="1273082"/>
                </a:lnTo>
                <a:lnTo>
                  <a:pt x="904065" y="1273082"/>
                </a:lnTo>
                <a:lnTo>
                  <a:pt x="904065" y="1328489"/>
                </a:lnTo>
                <a:cubicBezTo>
                  <a:pt x="904065" y="1332841"/>
                  <a:pt x="905332" y="1336099"/>
                  <a:pt x="907856" y="1338271"/>
                </a:cubicBezTo>
                <a:cubicBezTo>
                  <a:pt x="910390" y="1340452"/>
                  <a:pt x="913686" y="1341547"/>
                  <a:pt x="917762" y="1341547"/>
                </a:cubicBezTo>
                <a:cubicBezTo>
                  <a:pt x="921258" y="1341547"/>
                  <a:pt x="924639" y="1341185"/>
                  <a:pt x="927878" y="1340481"/>
                </a:cubicBezTo>
                <a:cubicBezTo>
                  <a:pt x="931097" y="1339785"/>
                  <a:pt x="934317" y="1338937"/>
                  <a:pt x="937565" y="1337966"/>
                </a:cubicBezTo>
                <a:lnTo>
                  <a:pt x="937565" y="1361350"/>
                </a:lnTo>
                <a:cubicBezTo>
                  <a:pt x="934183" y="1362750"/>
                  <a:pt x="930002" y="1363969"/>
                  <a:pt x="925030" y="1365036"/>
                </a:cubicBezTo>
                <a:cubicBezTo>
                  <a:pt x="920039" y="1366074"/>
                  <a:pt x="914591" y="1366608"/>
                  <a:pt x="908695" y="1366608"/>
                </a:cubicBezTo>
                <a:cubicBezTo>
                  <a:pt x="901818" y="1366608"/>
                  <a:pt x="895664" y="1365474"/>
                  <a:pt x="890264" y="1363236"/>
                </a:cubicBezTo>
                <a:cubicBezTo>
                  <a:pt x="884863" y="1360988"/>
                  <a:pt x="880586" y="1357092"/>
                  <a:pt x="877424" y="1351539"/>
                </a:cubicBezTo>
                <a:cubicBezTo>
                  <a:pt x="874252" y="1346005"/>
                  <a:pt x="872681" y="1338309"/>
                  <a:pt x="872681" y="1328489"/>
                </a:cubicBezTo>
                <a:lnTo>
                  <a:pt x="872681" y="1273082"/>
                </a:lnTo>
                <a:lnTo>
                  <a:pt x="857736" y="1273082"/>
                </a:lnTo>
                <a:lnTo>
                  <a:pt x="857736" y="1259813"/>
                </a:lnTo>
                <a:lnTo>
                  <a:pt x="874995" y="1249269"/>
                </a:lnTo>
                <a:close/>
                <a:moveTo>
                  <a:pt x="0" y="1214095"/>
                </a:moveTo>
                <a:lnTo>
                  <a:pt x="31814" y="1214095"/>
                </a:lnTo>
                <a:lnTo>
                  <a:pt x="31814" y="1306154"/>
                </a:lnTo>
                <a:cubicBezTo>
                  <a:pt x="31814" y="1318508"/>
                  <a:pt x="34328" y="1327214"/>
                  <a:pt x="39386" y="1332272"/>
                </a:cubicBezTo>
                <a:cubicBezTo>
                  <a:pt x="44444" y="1337330"/>
                  <a:pt x="51949" y="1339854"/>
                  <a:pt x="61932" y="1339854"/>
                </a:cubicBezTo>
                <a:cubicBezTo>
                  <a:pt x="72314" y="1339854"/>
                  <a:pt x="79877" y="1337120"/>
                  <a:pt x="84572" y="1331643"/>
                </a:cubicBezTo>
                <a:cubicBezTo>
                  <a:pt x="89268" y="1326166"/>
                  <a:pt x="91640" y="1317603"/>
                  <a:pt x="91640" y="1305945"/>
                </a:cubicBezTo>
                <a:lnTo>
                  <a:pt x="91640" y="1214095"/>
                </a:lnTo>
                <a:lnTo>
                  <a:pt x="123434" y="1214095"/>
                </a:lnTo>
                <a:lnTo>
                  <a:pt x="123434" y="1311412"/>
                </a:lnTo>
                <a:cubicBezTo>
                  <a:pt x="123434" y="1321814"/>
                  <a:pt x="121158" y="1331196"/>
                  <a:pt x="116596" y="1339539"/>
                </a:cubicBezTo>
                <a:cubicBezTo>
                  <a:pt x="112033" y="1347893"/>
                  <a:pt x="105146" y="1354494"/>
                  <a:pt x="95955" y="1359342"/>
                </a:cubicBezTo>
                <a:cubicBezTo>
                  <a:pt x="86754" y="1364190"/>
                  <a:pt x="75133" y="1366609"/>
                  <a:pt x="61093" y="1366609"/>
                </a:cubicBezTo>
                <a:cubicBezTo>
                  <a:pt x="41158" y="1366609"/>
                  <a:pt x="25984" y="1361514"/>
                  <a:pt x="15592" y="1351331"/>
                </a:cubicBezTo>
                <a:cubicBezTo>
                  <a:pt x="5191" y="1341149"/>
                  <a:pt x="0" y="1327709"/>
                  <a:pt x="0" y="1311003"/>
                </a:cubicBezTo>
                <a:close/>
                <a:moveTo>
                  <a:pt x="1028548" y="1206089"/>
                </a:moveTo>
                <a:cubicBezTo>
                  <a:pt x="1032472" y="1206089"/>
                  <a:pt x="1035882" y="1207194"/>
                  <a:pt x="1038768" y="1209366"/>
                </a:cubicBezTo>
                <a:cubicBezTo>
                  <a:pt x="1041644" y="1211547"/>
                  <a:pt x="1043083" y="1215091"/>
                  <a:pt x="1043083" y="1219996"/>
                </a:cubicBezTo>
                <a:cubicBezTo>
                  <a:pt x="1043083" y="1224644"/>
                  <a:pt x="1041644" y="1228083"/>
                  <a:pt x="1038768" y="1230331"/>
                </a:cubicBezTo>
                <a:cubicBezTo>
                  <a:pt x="1035882" y="1232579"/>
                  <a:pt x="1032472" y="1233693"/>
                  <a:pt x="1028548" y="1233693"/>
                </a:cubicBezTo>
                <a:cubicBezTo>
                  <a:pt x="1024490" y="1233693"/>
                  <a:pt x="1021042" y="1232579"/>
                  <a:pt x="1018232" y="1230331"/>
                </a:cubicBezTo>
                <a:cubicBezTo>
                  <a:pt x="1015422" y="1228083"/>
                  <a:pt x="1014012" y="1224644"/>
                  <a:pt x="1014012" y="1219996"/>
                </a:cubicBezTo>
                <a:cubicBezTo>
                  <a:pt x="1014012" y="1215091"/>
                  <a:pt x="1015422" y="1211547"/>
                  <a:pt x="1018232" y="1209366"/>
                </a:cubicBezTo>
                <a:cubicBezTo>
                  <a:pt x="1021042" y="1207194"/>
                  <a:pt x="1024490" y="1206089"/>
                  <a:pt x="1028548" y="1206089"/>
                </a:cubicBezTo>
                <a:close/>
                <a:moveTo>
                  <a:pt x="986847" y="1206089"/>
                </a:moveTo>
                <a:cubicBezTo>
                  <a:pt x="990771" y="1206089"/>
                  <a:pt x="994181" y="1207194"/>
                  <a:pt x="997058" y="1209366"/>
                </a:cubicBezTo>
                <a:cubicBezTo>
                  <a:pt x="999935" y="1211547"/>
                  <a:pt x="1001382" y="1215091"/>
                  <a:pt x="1001382" y="1219996"/>
                </a:cubicBezTo>
                <a:cubicBezTo>
                  <a:pt x="1001382" y="1224644"/>
                  <a:pt x="999935" y="1228083"/>
                  <a:pt x="997058" y="1230331"/>
                </a:cubicBezTo>
                <a:cubicBezTo>
                  <a:pt x="994181" y="1232579"/>
                  <a:pt x="990771" y="1233693"/>
                  <a:pt x="986847" y="1233693"/>
                </a:cubicBezTo>
                <a:cubicBezTo>
                  <a:pt x="982913" y="1233693"/>
                  <a:pt x="979541" y="1232579"/>
                  <a:pt x="976732" y="1230331"/>
                </a:cubicBezTo>
                <a:cubicBezTo>
                  <a:pt x="973922" y="1228083"/>
                  <a:pt x="972531" y="1224644"/>
                  <a:pt x="972531" y="1219996"/>
                </a:cubicBezTo>
                <a:cubicBezTo>
                  <a:pt x="972531" y="1215091"/>
                  <a:pt x="973922" y="1211547"/>
                  <a:pt x="976732" y="1209366"/>
                </a:cubicBezTo>
                <a:cubicBezTo>
                  <a:pt x="979541" y="1207194"/>
                  <a:pt x="982913" y="1206089"/>
                  <a:pt x="986847" y="1206089"/>
                </a:cubicBezTo>
                <a:close/>
                <a:moveTo>
                  <a:pt x="820859" y="1204414"/>
                </a:moveTo>
                <a:cubicBezTo>
                  <a:pt x="825488" y="1204414"/>
                  <a:pt x="829498" y="1205509"/>
                  <a:pt x="832860" y="1207691"/>
                </a:cubicBezTo>
                <a:cubicBezTo>
                  <a:pt x="836232" y="1209862"/>
                  <a:pt x="837918" y="1213891"/>
                  <a:pt x="837918" y="1219787"/>
                </a:cubicBezTo>
                <a:cubicBezTo>
                  <a:pt x="837918" y="1225550"/>
                  <a:pt x="836232" y="1229560"/>
                  <a:pt x="832860" y="1231808"/>
                </a:cubicBezTo>
                <a:cubicBezTo>
                  <a:pt x="829498" y="1234056"/>
                  <a:pt x="825488" y="1235170"/>
                  <a:pt x="820859" y="1235170"/>
                </a:cubicBezTo>
                <a:cubicBezTo>
                  <a:pt x="816077" y="1235170"/>
                  <a:pt x="812048" y="1234056"/>
                  <a:pt x="808762" y="1231808"/>
                </a:cubicBezTo>
                <a:cubicBezTo>
                  <a:pt x="805447" y="1229560"/>
                  <a:pt x="803809" y="1225550"/>
                  <a:pt x="803809" y="1219787"/>
                </a:cubicBezTo>
                <a:cubicBezTo>
                  <a:pt x="803809" y="1213891"/>
                  <a:pt x="805447" y="1209862"/>
                  <a:pt x="808762" y="1207691"/>
                </a:cubicBezTo>
                <a:cubicBezTo>
                  <a:pt x="812048" y="1205509"/>
                  <a:pt x="816077" y="1204414"/>
                  <a:pt x="820859" y="1204414"/>
                </a:cubicBezTo>
                <a:close/>
                <a:moveTo>
                  <a:pt x="311957" y="1204414"/>
                </a:moveTo>
                <a:cubicBezTo>
                  <a:pt x="316586" y="1204414"/>
                  <a:pt x="320596" y="1205509"/>
                  <a:pt x="323959" y="1207691"/>
                </a:cubicBezTo>
                <a:cubicBezTo>
                  <a:pt x="327331" y="1209862"/>
                  <a:pt x="329016" y="1213891"/>
                  <a:pt x="329016" y="1219787"/>
                </a:cubicBezTo>
                <a:cubicBezTo>
                  <a:pt x="329016" y="1225550"/>
                  <a:pt x="327331" y="1229560"/>
                  <a:pt x="323959" y="1231808"/>
                </a:cubicBezTo>
                <a:cubicBezTo>
                  <a:pt x="320596" y="1234056"/>
                  <a:pt x="316586" y="1235170"/>
                  <a:pt x="311957" y="1235170"/>
                </a:cubicBezTo>
                <a:cubicBezTo>
                  <a:pt x="307176" y="1235170"/>
                  <a:pt x="303147" y="1234056"/>
                  <a:pt x="299860" y="1231808"/>
                </a:cubicBezTo>
                <a:cubicBezTo>
                  <a:pt x="296546" y="1229560"/>
                  <a:pt x="294907" y="1225550"/>
                  <a:pt x="294907" y="1219787"/>
                </a:cubicBezTo>
                <a:cubicBezTo>
                  <a:pt x="294907" y="1213891"/>
                  <a:pt x="296546" y="1209862"/>
                  <a:pt x="299860" y="1207691"/>
                </a:cubicBezTo>
                <a:cubicBezTo>
                  <a:pt x="303147" y="1205509"/>
                  <a:pt x="307176" y="1204414"/>
                  <a:pt x="311957" y="1204414"/>
                </a:cubicBezTo>
                <a:close/>
                <a:moveTo>
                  <a:pt x="498587" y="809418"/>
                </a:moveTo>
                <a:cubicBezTo>
                  <a:pt x="442199" y="806941"/>
                  <a:pt x="396784" y="887589"/>
                  <a:pt x="382239" y="936138"/>
                </a:cubicBezTo>
                <a:cubicBezTo>
                  <a:pt x="378239" y="949511"/>
                  <a:pt x="369714" y="986630"/>
                  <a:pt x="366628" y="998860"/>
                </a:cubicBezTo>
                <a:cubicBezTo>
                  <a:pt x="387992" y="1004061"/>
                  <a:pt x="444628" y="1015444"/>
                  <a:pt x="505455" y="1012757"/>
                </a:cubicBezTo>
                <a:cubicBezTo>
                  <a:pt x="515961" y="943272"/>
                  <a:pt x="531543" y="858519"/>
                  <a:pt x="536887" y="830316"/>
                </a:cubicBezTo>
                <a:lnTo>
                  <a:pt x="536868" y="830306"/>
                </a:lnTo>
                <a:cubicBezTo>
                  <a:pt x="523819" y="817638"/>
                  <a:pt x="510589" y="809894"/>
                  <a:pt x="498587" y="809418"/>
                </a:cubicBezTo>
                <a:close/>
                <a:moveTo>
                  <a:pt x="55989" y="805169"/>
                </a:moveTo>
                <a:lnTo>
                  <a:pt x="33805" y="822648"/>
                </a:lnTo>
                <a:cubicBezTo>
                  <a:pt x="42539" y="836764"/>
                  <a:pt x="58418" y="856881"/>
                  <a:pt x="76496" y="875426"/>
                </a:cubicBezTo>
                <a:cubicBezTo>
                  <a:pt x="82325" y="868863"/>
                  <a:pt x="91698" y="858043"/>
                  <a:pt x="97175" y="852233"/>
                </a:cubicBezTo>
                <a:cubicBezTo>
                  <a:pt x="82992" y="838098"/>
                  <a:pt x="66447" y="818428"/>
                  <a:pt x="55989" y="805169"/>
                </a:cubicBezTo>
                <a:close/>
                <a:moveTo>
                  <a:pt x="280760" y="793873"/>
                </a:moveTo>
                <a:cubicBezTo>
                  <a:pt x="274616" y="816752"/>
                  <a:pt x="267139" y="841650"/>
                  <a:pt x="257366" y="868682"/>
                </a:cubicBezTo>
                <a:cubicBezTo>
                  <a:pt x="264072" y="905887"/>
                  <a:pt x="284646" y="932338"/>
                  <a:pt x="292323" y="938796"/>
                </a:cubicBezTo>
                <a:cubicBezTo>
                  <a:pt x="301534" y="939263"/>
                  <a:pt x="332480" y="932319"/>
                  <a:pt x="367247" y="900086"/>
                </a:cubicBezTo>
                <a:cubicBezTo>
                  <a:pt x="376191" y="872949"/>
                  <a:pt x="386478" y="844870"/>
                  <a:pt x="398660" y="818590"/>
                </a:cubicBezTo>
                <a:lnTo>
                  <a:pt x="398670" y="818571"/>
                </a:lnTo>
                <a:cubicBezTo>
                  <a:pt x="373657" y="816333"/>
                  <a:pt x="330042" y="810246"/>
                  <a:pt x="280760" y="793873"/>
                </a:cubicBezTo>
                <a:close/>
                <a:moveTo>
                  <a:pt x="212037" y="791444"/>
                </a:moveTo>
                <a:cubicBezTo>
                  <a:pt x="194416" y="794178"/>
                  <a:pt x="156744" y="823143"/>
                  <a:pt x="116349" y="868501"/>
                </a:cubicBezTo>
                <a:cubicBezTo>
                  <a:pt x="130884" y="882684"/>
                  <a:pt x="165764" y="914926"/>
                  <a:pt x="201312" y="934405"/>
                </a:cubicBezTo>
                <a:cubicBezTo>
                  <a:pt x="211608" y="912173"/>
                  <a:pt x="221219" y="888485"/>
                  <a:pt x="227991" y="866920"/>
                </a:cubicBezTo>
                <a:lnTo>
                  <a:pt x="227953" y="866673"/>
                </a:lnTo>
                <a:lnTo>
                  <a:pt x="228077" y="866653"/>
                </a:lnTo>
                <a:cubicBezTo>
                  <a:pt x="236383" y="840145"/>
                  <a:pt x="240355" y="816885"/>
                  <a:pt x="235849" y="803655"/>
                </a:cubicBezTo>
                <a:cubicBezTo>
                  <a:pt x="231535" y="790996"/>
                  <a:pt x="221781" y="789930"/>
                  <a:pt x="212037" y="791444"/>
                </a:cubicBezTo>
                <a:close/>
                <a:moveTo>
                  <a:pt x="885797" y="776071"/>
                </a:moveTo>
                <a:lnTo>
                  <a:pt x="885769" y="776109"/>
                </a:lnTo>
                <a:cubicBezTo>
                  <a:pt x="791614" y="926394"/>
                  <a:pt x="623545" y="977658"/>
                  <a:pt x="623545" y="977658"/>
                </a:cubicBezTo>
                <a:cubicBezTo>
                  <a:pt x="623545" y="977658"/>
                  <a:pt x="591056" y="893362"/>
                  <a:pt x="559166" y="856414"/>
                </a:cubicBezTo>
                <a:cubicBezTo>
                  <a:pt x="551270" y="899391"/>
                  <a:pt x="536925" y="979582"/>
                  <a:pt x="528486" y="1039313"/>
                </a:cubicBezTo>
                <a:cubicBezTo>
                  <a:pt x="588322" y="1032817"/>
                  <a:pt x="783423" y="990736"/>
                  <a:pt x="911724" y="797264"/>
                </a:cubicBezTo>
                <a:close/>
                <a:moveTo>
                  <a:pt x="347035" y="617898"/>
                </a:moveTo>
                <a:cubicBezTo>
                  <a:pt x="257528" y="643073"/>
                  <a:pt x="108262" y="737428"/>
                  <a:pt x="65009" y="772394"/>
                </a:cubicBezTo>
                <a:cubicBezTo>
                  <a:pt x="75096" y="786177"/>
                  <a:pt x="94413" y="812780"/>
                  <a:pt x="114768" y="833125"/>
                </a:cubicBezTo>
                <a:cubicBezTo>
                  <a:pt x="199931" y="752439"/>
                  <a:pt x="227610" y="761497"/>
                  <a:pt x="238145" y="764784"/>
                </a:cubicBezTo>
                <a:cubicBezTo>
                  <a:pt x="246937" y="767517"/>
                  <a:pt x="253090" y="775471"/>
                  <a:pt x="256785" y="785386"/>
                </a:cubicBezTo>
                <a:lnTo>
                  <a:pt x="257814" y="785481"/>
                </a:lnTo>
                <a:cubicBezTo>
                  <a:pt x="266434" y="751210"/>
                  <a:pt x="292304" y="662542"/>
                  <a:pt x="347501" y="618651"/>
                </a:cubicBezTo>
                <a:close/>
                <a:moveTo>
                  <a:pt x="620097" y="588666"/>
                </a:moveTo>
                <a:cubicBezTo>
                  <a:pt x="591913" y="617975"/>
                  <a:pt x="527629" y="656951"/>
                  <a:pt x="448952" y="658189"/>
                </a:cubicBezTo>
                <a:cubicBezTo>
                  <a:pt x="410852" y="659047"/>
                  <a:pt x="391707" y="644854"/>
                  <a:pt x="391707" y="644854"/>
                </a:cubicBezTo>
                <a:lnTo>
                  <a:pt x="392278" y="611298"/>
                </a:lnTo>
                <a:cubicBezTo>
                  <a:pt x="332157" y="650360"/>
                  <a:pt x="306611" y="704147"/>
                  <a:pt x="287713" y="768079"/>
                </a:cubicBezTo>
                <a:cubicBezTo>
                  <a:pt x="343149" y="786720"/>
                  <a:pt x="391688" y="791549"/>
                  <a:pt x="411424" y="792787"/>
                </a:cubicBezTo>
                <a:lnTo>
                  <a:pt x="411424" y="792777"/>
                </a:lnTo>
                <a:cubicBezTo>
                  <a:pt x="434665" y="749439"/>
                  <a:pt x="463392" y="712682"/>
                  <a:pt x="500959" y="699147"/>
                </a:cubicBezTo>
                <a:cubicBezTo>
                  <a:pt x="577568" y="671534"/>
                  <a:pt x="621107" y="589514"/>
                  <a:pt x="621107" y="589514"/>
                </a:cubicBezTo>
                <a:close/>
                <a:moveTo>
                  <a:pt x="658693" y="560177"/>
                </a:moveTo>
                <a:cubicBezTo>
                  <a:pt x="643929" y="600944"/>
                  <a:pt x="609306" y="682811"/>
                  <a:pt x="511674" y="721959"/>
                </a:cubicBezTo>
                <a:cubicBezTo>
                  <a:pt x="481956" y="733865"/>
                  <a:pt x="450010" y="768879"/>
                  <a:pt x="430998" y="812732"/>
                </a:cubicBezTo>
                <a:lnTo>
                  <a:pt x="432512" y="813237"/>
                </a:lnTo>
                <a:cubicBezTo>
                  <a:pt x="446371" y="797188"/>
                  <a:pt x="469717" y="778680"/>
                  <a:pt x="495539" y="778871"/>
                </a:cubicBezTo>
                <a:cubicBezTo>
                  <a:pt x="559538" y="779443"/>
                  <a:pt x="620307" y="901458"/>
                  <a:pt x="638785" y="943844"/>
                </a:cubicBezTo>
                <a:cubicBezTo>
                  <a:pt x="757762" y="891056"/>
                  <a:pt x="841125" y="813399"/>
                  <a:pt x="879292" y="732389"/>
                </a:cubicBezTo>
                <a:cubicBezTo>
                  <a:pt x="809759" y="656094"/>
                  <a:pt x="703936" y="588371"/>
                  <a:pt x="658693" y="560177"/>
                </a:cubicBezTo>
                <a:close/>
                <a:moveTo>
                  <a:pt x="359520" y="295985"/>
                </a:moveTo>
                <a:cubicBezTo>
                  <a:pt x="376432" y="295487"/>
                  <a:pt x="398103" y="299224"/>
                  <a:pt x="417767" y="315864"/>
                </a:cubicBezTo>
                <a:lnTo>
                  <a:pt x="411262" y="329637"/>
                </a:lnTo>
                <a:cubicBezTo>
                  <a:pt x="411262" y="329637"/>
                  <a:pt x="387154" y="319740"/>
                  <a:pt x="378991" y="320750"/>
                </a:cubicBezTo>
                <a:lnTo>
                  <a:pt x="378610" y="322331"/>
                </a:lnTo>
                <a:cubicBezTo>
                  <a:pt x="383820" y="328913"/>
                  <a:pt x="381067" y="338219"/>
                  <a:pt x="375867" y="342086"/>
                </a:cubicBezTo>
                <a:lnTo>
                  <a:pt x="357884" y="344353"/>
                </a:lnTo>
                <a:lnTo>
                  <a:pt x="352073" y="328218"/>
                </a:lnTo>
                <a:lnTo>
                  <a:pt x="350216" y="323103"/>
                </a:lnTo>
                <a:cubicBezTo>
                  <a:pt x="345111" y="324750"/>
                  <a:pt x="342177" y="326589"/>
                  <a:pt x="341634" y="327008"/>
                </a:cubicBezTo>
                <a:lnTo>
                  <a:pt x="329833" y="301509"/>
                </a:lnTo>
                <a:cubicBezTo>
                  <a:pt x="330457" y="301214"/>
                  <a:pt x="342608" y="296483"/>
                  <a:pt x="359520" y="295985"/>
                </a:cubicBezTo>
                <a:close/>
                <a:moveTo>
                  <a:pt x="333281" y="229802"/>
                </a:moveTo>
                <a:cubicBezTo>
                  <a:pt x="327585" y="242328"/>
                  <a:pt x="319260" y="258644"/>
                  <a:pt x="316021" y="268579"/>
                </a:cubicBezTo>
                <a:cubicBezTo>
                  <a:pt x="309744" y="287848"/>
                  <a:pt x="315602" y="311670"/>
                  <a:pt x="315602" y="311670"/>
                </a:cubicBezTo>
                <a:cubicBezTo>
                  <a:pt x="315602" y="311670"/>
                  <a:pt x="293599" y="359676"/>
                  <a:pt x="272073" y="402348"/>
                </a:cubicBezTo>
                <a:cubicBezTo>
                  <a:pt x="265596" y="415206"/>
                  <a:pt x="265224" y="423674"/>
                  <a:pt x="266939" y="426913"/>
                </a:cubicBezTo>
                <a:cubicBezTo>
                  <a:pt x="267891" y="428722"/>
                  <a:pt x="269444" y="430189"/>
                  <a:pt x="272768" y="430951"/>
                </a:cubicBezTo>
                <a:cubicBezTo>
                  <a:pt x="276083" y="431704"/>
                  <a:pt x="301124" y="426351"/>
                  <a:pt x="301124" y="426351"/>
                </a:cubicBezTo>
                <a:cubicBezTo>
                  <a:pt x="301124" y="426351"/>
                  <a:pt x="309840" y="431799"/>
                  <a:pt x="307325" y="460364"/>
                </a:cubicBezTo>
                <a:cubicBezTo>
                  <a:pt x="328861" y="464889"/>
                  <a:pt x="346730" y="463975"/>
                  <a:pt x="367294" y="460069"/>
                </a:cubicBezTo>
                <a:lnTo>
                  <a:pt x="370476" y="476071"/>
                </a:lnTo>
                <a:cubicBezTo>
                  <a:pt x="348635" y="484625"/>
                  <a:pt x="328823" y="487616"/>
                  <a:pt x="317507" y="488349"/>
                </a:cubicBezTo>
                <a:cubicBezTo>
                  <a:pt x="320936" y="492845"/>
                  <a:pt x="326785" y="499579"/>
                  <a:pt x="326785" y="499579"/>
                </a:cubicBezTo>
                <a:cubicBezTo>
                  <a:pt x="326785" y="499579"/>
                  <a:pt x="325603" y="512361"/>
                  <a:pt x="325508" y="517505"/>
                </a:cubicBezTo>
                <a:cubicBezTo>
                  <a:pt x="325137" y="538793"/>
                  <a:pt x="340101" y="546632"/>
                  <a:pt x="352835" y="545137"/>
                </a:cubicBezTo>
                <a:cubicBezTo>
                  <a:pt x="388640" y="540936"/>
                  <a:pt x="453810" y="520839"/>
                  <a:pt x="483442" y="465975"/>
                </a:cubicBezTo>
                <a:lnTo>
                  <a:pt x="497920" y="474833"/>
                </a:lnTo>
                <a:cubicBezTo>
                  <a:pt x="477241" y="513028"/>
                  <a:pt x="446666" y="537698"/>
                  <a:pt x="416281" y="552843"/>
                </a:cubicBezTo>
                <a:lnTo>
                  <a:pt x="417329" y="627805"/>
                </a:lnTo>
                <a:cubicBezTo>
                  <a:pt x="480766" y="648855"/>
                  <a:pt x="581826" y="603897"/>
                  <a:pt x="633842" y="546175"/>
                </a:cubicBezTo>
                <a:cubicBezTo>
                  <a:pt x="599419" y="527154"/>
                  <a:pt x="591599" y="489435"/>
                  <a:pt x="592361" y="461431"/>
                </a:cubicBezTo>
                <a:cubicBezTo>
                  <a:pt x="582531" y="458650"/>
                  <a:pt x="554261" y="441591"/>
                  <a:pt x="537535" y="414940"/>
                </a:cubicBezTo>
                <a:cubicBezTo>
                  <a:pt x="531363" y="420798"/>
                  <a:pt x="517389" y="431170"/>
                  <a:pt x="502264" y="429265"/>
                </a:cubicBezTo>
                <a:cubicBezTo>
                  <a:pt x="493062" y="428103"/>
                  <a:pt x="485719" y="423017"/>
                  <a:pt x="480004" y="414635"/>
                </a:cubicBezTo>
                <a:lnTo>
                  <a:pt x="487624" y="402062"/>
                </a:lnTo>
                <a:cubicBezTo>
                  <a:pt x="493910" y="407967"/>
                  <a:pt x="500644" y="407282"/>
                  <a:pt x="503435" y="407110"/>
                </a:cubicBezTo>
                <a:cubicBezTo>
                  <a:pt x="512894" y="406520"/>
                  <a:pt x="522219" y="398109"/>
                  <a:pt x="527010" y="390442"/>
                </a:cubicBezTo>
                <a:cubicBezTo>
                  <a:pt x="534849" y="377907"/>
                  <a:pt x="556042" y="335396"/>
                  <a:pt x="528200" y="324338"/>
                </a:cubicBezTo>
                <a:cubicBezTo>
                  <a:pt x="508522" y="316518"/>
                  <a:pt x="487433" y="343102"/>
                  <a:pt x="487433" y="343102"/>
                </a:cubicBezTo>
                <a:lnTo>
                  <a:pt x="460763" y="335768"/>
                </a:lnTo>
                <a:cubicBezTo>
                  <a:pt x="462144" y="307126"/>
                  <a:pt x="454896" y="260816"/>
                  <a:pt x="424044" y="247728"/>
                </a:cubicBezTo>
                <a:cubicBezTo>
                  <a:pt x="388183" y="232526"/>
                  <a:pt x="333690" y="229859"/>
                  <a:pt x="333281" y="229802"/>
                </a:cubicBezTo>
                <a:close/>
                <a:moveTo>
                  <a:pt x="434203" y="166755"/>
                </a:moveTo>
                <a:cubicBezTo>
                  <a:pt x="414841" y="166562"/>
                  <a:pt x="394407" y="167878"/>
                  <a:pt x="372952" y="171081"/>
                </a:cubicBezTo>
                <a:cubicBezTo>
                  <a:pt x="366666" y="175367"/>
                  <a:pt x="355388" y="186768"/>
                  <a:pt x="346054" y="205152"/>
                </a:cubicBezTo>
                <a:cubicBezTo>
                  <a:pt x="377391" y="209438"/>
                  <a:pt x="414386" y="214134"/>
                  <a:pt x="433712" y="223087"/>
                </a:cubicBezTo>
                <a:cubicBezTo>
                  <a:pt x="473174" y="241413"/>
                  <a:pt x="483776" y="293344"/>
                  <a:pt x="481842" y="316709"/>
                </a:cubicBezTo>
                <a:lnTo>
                  <a:pt x="483271" y="317128"/>
                </a:lnTo>
                <a:cubicBezTo>
                  <a:pt x="496377" y="301830"/>
                  <a:pt x="516503" y="291582"/>
                  <a:pt x="539802" y="301964"/>
                </a:cubicBezTo>
                <a:cubicBezTo>
                  <a:pt x="554661" y="308536"/>
                  <a:pt x="561995" y="317442"/>
                  <a:pt x="565805" y="331158"/>
                </a:cubicBezTo>
                <a:cubicBezTo>
                  <a:pt x="570472" y="347827"/>
                  <a:pt x="566557" y="369734"/>
                  <a:pt x="553699" y="393070"/>
                </a:cubicBezTo>
                <a:cubicBezTo>
                  <a:pt x="560271" y="404786"/>
                  <a:pt x="577235" y="431504"/>
                  <a:pt x="608829" y="441591"/>
                </a:cubicBezTo>
                <a:cubicBezTo>
                  <a:pt x="628451" y="433304"/>
                  <a:pt x="697269" y="369620"/>
                  <a:pt x="665646" y="263416"/>
                </a:cubicBezTo>
                <a:cubicBezTo>
                  <a:pt x="652728" y="243414"/>
                  <a:pt x="569735" y="168105"/>
                  <a:pt x="434203" y="166755"/>
                </a:cubicBezTo>
                <a:close/>
                <a:moveTo>
                  <a:pt x="515050" y="25991"/>
                </a:moveTo>
                <a:cubicBezTo>
                  <a:pt x="488319" y="24434"/>
                  <a:pt x="459568" y="25315"/>
                  <a:pt x="428978" y="29101"/>
                </a:cubicBezTo>
                <a:cubicBezTo>
                  <a:pt x="427083" y="42979"/>
                  <a:pt x="424883" y="60172"/>
                  <a:pt x="439056" y="93976"/>
                </a:cubicBezTo>
                <a:lnTo>
                  <a:pt x="420196" y="97681"/>
                </a:lnTo>
                <a:cubicBezTo>
                  <a:pt x="401718" y="64706"/>
                  <a:pt x="399813" y="47780"/>
                  <a:pt x="400546" y="31635"/>
                </a:cubicBezTo>
                <a:cubicBezTo>
                  <a:pt x="359836" y="33454"/>
                  <a:pt x="321689" y="38321"/>
                  <a:pt x="287342" y="49637"/>
                </a:cubicBezTo>
                <a:cubicBezTo>
                  <a:pt x="242393" y="64448"/>
                  <a:pt x="204093" y="90175"/>
                  <a:pt x="169784" y="122560"/>
                </a:cubicBezTo>
                <a:cubicBezTo>
                  <a:pt x="181643" y="136334"/>
                  <a:pt x="201521" y="155498"/>
                  <a:pt x="240050" y="169966"/>
                </a:cubicBezTo>
                <a:lnTo>
                  <a:pt x="231115" y="187064"/>
                </a:lnTo>
                <a:cubicBezTo>
                  <a:pt x="193730" y="173033"/>
                  <a:pt x="165602" y="156822"/>
                  <a:pt x="147257" y="138801"/>
                </a:cubicBezTo>
                <a:cubicBezTo>
                  <a:pt x="96613" y="171062"/>
                  <a:pt x="69857" y="218582"/>
                  <a:pt x="67028" y="260501"/>
                </a:cubicBezTo>
                <a:cubicBezTo>
                  <a:pt x="64790" y="293677"/>
                  <a:pt x="75506" y="322071"/>
                  <a:pt x="93698" y="334244"/>
                </a:cubicBezTo>
                <a:cubicBezTo>
                  <a:pt x="119663" y="351608"/>
                  <a:pt x="168108" y="329310"/>
                  <a:pt x="211361" y="296811"/>
                </a:cubicBezTo>
                <a:lnTo>
                  <a:pt x="222562" y="311155"/>
                </a:lnTo>
                <a:cubicBezTo>
                  <a:pt x="186729" y="339407"/>
                  <a:pt x="159316" y="354332"/>
                  <a:pt x="137780" y="360752"/>
                </a:cubicBezTo>
                <a:cubicBezTo>
                  <a:pt x="172984" y="404700"/>
                  <a:pt x="232049" y="388746"/>
                  <a:pt x="250108" y="383888"/>
                </a:cubicBezTo>
                <a:cubicBezTo>
                  <a:pt x="267615" y="350379"/>
                  <a:pt x="281960" y="322814"/>
                  <a:pt x="288456" y="308917"/>
                </a:cubicBezTo>
                <a:cubicBezTo>
                  <a:pt x="287027" y="299583"/>
                  <a:pt x="284855" y="275970"/>
                  <a:pt x="291142" y="257873"/>
                </a:cubicBezTo>
                <a:cubicBezTo>
                  <a:pt x="295905" y="244252"/>
                  <a:pt x="314850" y="202066"/>
                  <a:pt x="335386" y="176643"/>
                </a:cubicBezTo>
                <a:lnTo>
                  <a:pt x="335081" y="176081"/>
                </a:lnTo>
                <a:cubicBezTo>
                  <a:pt x="335081" y="176081"/>
                  <a:pt x="308296" y="181368"/>
                  <a:pt x="293885" y="185463"/>
                </a:cubicBezTo>
                <a:lnTo>
                  <a:pt x="288170" y="170033"/>
                </a:lnTo>
                <a:cubicBezTo>
                  <a:pt x="314793" y="159651"/>
                  <a:pt x="413519" y="125418"/>
                  <a:pt x="536582" y="157651"/>
                </a:cubicBezTo>
                <a:cubicBezTo>
                  <a:pt x="647596" y="186721"/>
                  <a:pt x="685839" y="250614"/>
                  <a:pt x="685839" y="250614"/>
                </a:cubicBezTo>
                <a:cubicBezTo>
                  <a:pt x="686106" y="251224"/>
                  <a:pt x="713433" y="321261"/>
                  <a:pt x="683467" y="389822"/>
                </a:cubicBezTo>
                <a:cubicBezTo>
                  <a:pt x="726444" y="392413"/>
                  <a:pt x="787233" y="379850"/>
                  <a:pt x="797805" y="331558"/>
                </a:cubicBezTo>
                <a:lnTo>
                  <a:pt x="797758" y="331577"/>
                </a:lnTo>
                <a:lnTo>
                  <a:pt x="797472" y="331672"/>
                </a:lnTo>
                <a:lnTo>
                  <a:pt x="797472" y="331577"/>
                </a:lnTo>
                <a:lnTo>
                  <a:pt x="796329" y="330720"/>
                </a:lnTo>
                <a:cubicBezTo>
                  <a:pt x="773221" y="343874"/>
                  <a:pt x="743370" y="338626"/>
                  <a:pt x="735750" y="337101"/>
                </a:cubicBezTo>
                <a:lnTo>
                  <a:pt x="739179" y="319671"/>
                </a:lnTo>
                <a:cubicBezTo>
                  <a:pt x="768287" y="325376"/>
                  <a:pt x="793519" y="310031"/>
                  <a:pt x="805273" y="297706"/>
                </a:cubicBezTo>
                <a:cubicBezTo>
                  <a:pt x="819951" y="282314"/>
                  <a:pt x="824228" y="261501"/>
                  <a:pt x="823199" y="241004"/>
                </a:cubicBezTo>
                <a:cubicBezTo>
                  <a:pt x="820141" y="179949"/>
                  <a:pt x="764096" y="137467"/>
                  <a:pt x="736598" y="120132"/>
                </a:cubicBezTo>
                <a:cubicBezTo>
                  <a:pt x="728540" y="133505"/>
                  <a:pt x="712061" y="151383"/>
                  <a:pt x="678257" y="165070"/>
                </a:cubicBezTo>
                <a:lnTo>
                  <a:pt x="664303" y="153831"/>
                </a:lnTo>
                <a:cubicBezTo>
                  <a:pt x="694335" y="135105"/>
                  <a:pt x="707451" y="115312"/>
                  <a:pt x="713138" y="103253"/>
                </a:cubicBezTo>
                <a:cubicBezTo>
                  <a:pt x="685201" y="77564"/>
                  <a:pt x="643481" y="51951"/>
                  <a:pt x="588998" y="37512"/>
                </a:cubicBezTo>
                <a:cubicBezTo>
                  <a:pt x="566491" y="31545"/>
                  <a:pt x="541781" y="27549"/>
                  <a:pt x="515050" y="25991"/>
                </a:cubicBezTo>
                <a:close/>
                <a:moveTo>
                  <a:pt x="504384" y="146"/>
                </a:moveTo>
                <a:cubicBezTo>
                  <a:pt x="595551" y="2521"/>
                  <a:pt x="683124" y="33702"/>
                  <a:pt x="738931" y="90852"/>
                </a:cubicBezTo>
                <a:cubicBezTo>
                  <a:pt x="799891" y="130742"/>
                  <a:pt x="841430" y="163861"/>
                  <a:pt x="850545" y="236527"/>
                </a:cubicBezTo>
                <a:cubicBezTo>
                  <a:pt x="853736" y="262006"/>
                  <a:pt x="845754" y="290429"/>
                  <a:pt x="828019" y="312498"/>
                </a:cubicBezTo>
                <a:cubicBezTo>
                  <a:pt x="824656" y="400243"/>
                  <a:pt x="737588" y="419074"/>
                  <a:pt x="671866" y="411511"/>
                </a:cubicBezTo>
                <a:cubicBezTo>
                  <a:pt x="659255" y="438905"/>
                  <a:pt x="626213" y="460069"/>
                  <a:pt x="617640" y="464832"/>
                </a:cubicBezTo>
                <a:cubicBezTo>
                  <a:pt x="616897" y="490511"/>
                  <a:pt x="620659" y="504913"/>
                  <a:pt x="636738" y="518410"/>
                </a:cubicBezTo>
                <a:cubicBezTo>
                  <a:pt x="646148" y="526306"/>
                  <a:pt x="680438" y="546480"/>
                  <a:pt x="680438" y="546480"/>
                </a:cubicBezTo>
                <a:cubicBezTo>
                  <a:pt x="817598" y="625480"/>
                  <a:pt x="911391" y="729027"/>
                  <a:pt x="911391" y="729027"/>
                </a:cubicBezTo>
                <a:cubicBezTo>
                  <a:pt x="910915" y="730170"/>
                  <a:pt x="905009" y="741533"/>
                  <a:pt x="899961" y="751344"/>
                </a:cubicBezTo>
                <a:lnTo>
                  <a:pt x="899951" y="751363"/>
                </a:lnTo>
                <a:lnTo>
                  <a:pt x="943347" y="791482"/>
                </a:lnTo>
                <a:cubicBezTo>
                  <a:pt x="943347" y="791482"/>
                  <a:pt x="832057" y="1037294"/>
                  <a:pt x="497587" y="1068231"/>
                </a:cubicBezTo>
                <a:cubicBezTo>
                  <a:pt x="497587" y="1068231"/>
                  <a:pt x="501025" y="1041752"/>
                  <a:pt x="501730" y="1036694"/>
                </a:cubicBezTo>
                <a:cubicBezTo>
                  <a:pt x="452515" y="1040323"/>
                  <a:pt x="386621" y="1030569"/>
                  <a:pt x="360389" y="1024978"/>
                </a:cubicBezTo>
                <a:cubicBezTo>
                  <a:pt x="358179" y="1034770"/>
                  <a:pt x="356283" y="1043676"/>
                  <a:pt x="354750" y="1051191"/>
                </a:cubicBezTo>
                <a:lnTo>
                  <a:pt x="328747" y="1046047"/>
                </a:lnTo>
                <a:cubicBezTo>
                  <a:pt x="335576" y="1006757"/>
                  <a:pt x="351988" y="949273"/>
                  <a:pt x="353131" y="945559"/>
                </a:cubicBezTo>
                <a:lnTo>
                  <a:pt x="353150" y="945511"/>
                </a:lnTo>
                <a:cubicBezTo>
                  <a:pt x="335176" y="955398"/>
                  <a:pt x="319174" y="959408"/>
                  <a:pt x="307211" y="960856"/>
                </a:cubicBezTo>
                <a:cubicBezTo>
                  <a:pt x="311430" y="976181"/>
                  <a:pt x="313050" y="990878"/>
                  <a:pt x="307058" y="1003661"/>
                </a:cubicBezTo>
                <a:cubicBezTo>
                  <a:pt x="296847" y="1025454"/>
                  <a:pt x="276559" y="1028607"/>
                  <a:pt x="261967" y="1023825"/>
                </a:cubicBezTo>
                <a:cubicBezTo>
                  <a:pt x="243984" y="1017948"/>
                  <a:pt x="233706" y="1000356"/>
                  <a:pt x="239707" y="979810"/>
                </a:cubicBezTo>
                <a:cubicBezTo>
                  <a:pt x="243555" y="966618"/>
                  <a:pt x="253756" y="953026"/>
                  <a:pt x="266472" y="946768"/>
                </a:cubicBezTo>
                <a:cubicBezTo>
                  <a:pt x="258728" y="938767"/>
                  <a:pt x="249003" y="926623"/>
                  <a:pt x="241050" y="910221"/>
                </a:cubicBezTo>
                <a:cubicBezTo>
                  <a:pt x="230858" y="934338"/>
                  <a:pt x="219038" y="958465"/>
                  <a:pt x="201083" y="992631"/>
                </a:cubicBezTo>
                <a:lnTo>
                  <a:pt x="178861" y="980144"/>
                </a:lnTo>
                <a:cubicBezTo>
                  <a:pt x="180633" y="977239"/>
                  <a:pt x="187405" y="963742"/>
                  <a:pt x="190567" y="956636"/>
                </a:cubicBezTo>
                <a:cubicBezTo>
                  <a:pt x="152344" y="935815"/>
                  <a:pt x="114558" y="904258"/>
                  <a:pt x="98146" y="889856"/>
                </a:cubicBezTo>
                <a:cubicBezTo>
                  <a:pt x="95356" y="893276"/>
                  <a:pt x="80058" y="911583"/>
                  <a:pt x="80058" y="911583"/>
                </a:cubicBezTo>
                <a:cubicBezTo>
                  <a:pt x="80058" y="911583"/>
                  <a:pt x="27804" y="866291"/>
                  <a:pt x="1020" y="815799"/>
                </a:cubicBezTo>
                <a:lnTo>
                  <a:pt x="41530" y="786005"/>
                </a:lnTo>
                <a:cubicBezTo>
                  <a:pt x="38291" y="781471"/>
                  <a:pt x="28423" y="767517"/>
                  <a:pt x="28423" y="767517"/>
                </a:cubicBezTo>
                <a:cubicBezTo>
                  <a:pt x="28423" y="767517"/>
                  <a:pt x="173222" y="658437"/>
                  <a:pt x="305039" y="608564"/>
                </a:cubicBezTo>
                <a:cubicBezTo>
                  <a:pt x="335290" y="597115"/>
                  <a:pt x="365932" y="589962"/>
                  <a:pt x="392755" y="586628"/>
                </a:cubicBezTo>
                <a:lnTo>
                  <a:pt x="393145" y="561701"/>
                </a:lnTo>
                <a:lnTo>
                  <a:pt x="393145" y="561663"/>
                </a:lnTo>
                <a:cubicBezTo>
                  <a:pt x="378667" y="565997"/>
                  <a:pt x="333281" y="580541"/>
                  <a:pt x="313554" y="556338"/>
                </a:cubicBezTo>
                <a:cubicBezTo>
                  <a:pt x="299715" y="539346"/>
                  <a:pt x="300572" y="520886"/>
                  <a:pt x="303248" y="508380"/>
                </a:cubicBezTo>
                <a:cubicBezTo>
                  <a:pt x="295514" y="499246"/>
                  <a:pt x="285094" y="484063"/>
                  <a:pt x="285094" y="454926"/>
                </a:cubicBezTo>
                <a:cubicBezTo>
                  <a:pt x="285094" y="454926"/>
                  <a:pt x="274749" y="457212"/>
                  <a:pt x="269406" y="456945"/>
                </a:cubicBezTo>
                <a:cubicBezTo>
                  <a:pt x="264062" y="456669"/>
                  <a:pt x="251813" y="455459"/>
                  <a:pt x="243241" y="439743"/>
                </a:cubicBezTo>
                <a:cubicBezTo>
                  <a:pt x="238840" y="431704"/>
                  <a:pt x="237735" y="421779"/>
                  <a:pt x="239945" y="410530"/>
                </a:cubicBezTo>
                <a:cubicBezTo>
                  <a:pt x="230887" y="412463"/>
                  <a:pt x="218990" y="414235"/>
                  <a:pt x="204188" y="414473"/>
                </a:cubicBezTo>
                <a:cubicBezTo>
                  <a:pt x="163212" y="415140"/>
                  <a:pt x="137399" y="404281"/>
                  <a:pt x="107481" y="364276"/>
                </a:cubicBezTo>
                <a:cubicBezTo>
                  <a:pt x="63552" y="358895"/>
                  <a:pt x="35567" y="315766"/>
                  <a:pt x="40130" y="254901"/>
                </a:cubicBezTo>
                <a:cubicBezTo>
                  <a:pt x="46292" y="172748"/>
                  <a:pt x="126760" y="123237"/>
                  <a:pt x="142895" y="113483"/>
                </a:cubicBezTo>
                <a:cubicBezTo>
                  <a:pt x="182062" y="74116"/>
                  <a:pt x="221867" y="44122"/>
                  <a:pt x="276016" y="26415"/>
                </a:cubicBezTo>
                <a:cubicBezTo>
                  <a:pt x="313421" y="14185"/>
                  <a:pt x="357769" y="8213"/>
                  <a:pt x="413062" y="7479"/>
                </a:cubicBezTo>
                <a:cubicBezTo>
                  <a:pt x="443207" y="1764"/>
                  <a:pt x="473995" y="-645"/>
                  <a:pt x="504384" y="146"/>
                </a:cubicBezTo>
                <a:close/>
              </a:path>
            </a:pathLst>
          </a:custGeom>
          <a:solidFill>
            <a:srgbClr val="ffffff"/>
          </a:solidFill>
          <a:ln w="9525">
            <a:noFill/>
          </a:ln>
        </p:spPr>
        <p:style>
          <a:lnRef idx="0"/>
          <a:fillRef idx="0"/>
          <a:effectRef idx="0"/>
          <a:fontRef idx="minor"/>
        </p:style>
        <p:txBody>
          <a:bodyPr lIns="90000" rIns="90000" tIns="45000" bIns="45000" anchor="ctr">
            <a:noAutofit/>
          </a:bodyPr>
          <a:p>
            <a:pPr defTabSz="914400">
              <a:lnSpc>
                <a:spcPct val="100000"/>
              </a:lnSpc>
            </a:pPr>
            <a:endParaRPr b="0" lang="de-DE" sz="1800" spc="-1" strike="noStrike">
              <a:solidFill>
                <a:schemeClr val="dk1"/>
              </a:solidFill>
              <a:latin typeface="Noto Sans"/>
            </a:endParaRPr>
          </a:p>
        </p:txBody>
      </p:sp>
      <p:sp>
        <p:nvSpPr>
          <p:cNvPr id="35"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120000"/>
              </a:lnSpc>
              <a:spcBef>
                <a:spcPts val="1417"/>
              </a:spcBef>
              <a:buClr>
                <a:srgbClr val="ffffff"/>
              </a:buClr>
              <a:buSzPct val="45000"/>
              <a:buFont typeface="Wingdings" charset="2"/>
              <a:buChar char=""/>
            </a:pPr>
            <a:r>
              <a:rPr b="0" lang="de-DE" sz="1400" spc="-1" strike="noStrike">
                <a:solidFill>
                  <a:schemeClr val="dk1"/>
                </a:solidFill>
                <a:latin typeface="Noto Sans"/>
              </a:rPr>
              <a:t>Click to edit the outline text format</a:t>
            </a:r>
            <a:endParaRPr b="0" lang="de-DE" sz="1400" spc="-1" strike="noStrike">
              <a:solidFill>
                <a:schemeClr val="dk1"/>
              </a:solidFill>
              <a:latin typeface="Noto Sans"/>
            </a:endParaRPr>
          </a:p>
          <a:p>
            <a:pPr lvl="1" marL="864000" indent="-324000">
              <a:lnSpc>
                <a:spcPct val="120000"/>
              </a:lnSpc>
              <a:spcBef>
                <a:spcPts val="1134"/>
              </a:spcBef>
              <a:buClr>
                <a:srgbClr val="ffffff"/>
              </a:buClr>
              <a:buSzPct val="75000"/>
              <a:buFont typeface="Symbol" charset="2"/>
              <a:buChar char=""/>
            </a:pPr>
            <a:r>
              <a:rPr b="0" lang="de-DE" sz="1400" spc="-1" strike="noStrike">
                <a:solidFill>
                  <a:schemeClr val="dk1"/>
                </a:solidFill>
                <a:latin typeface="Noto Sans"/>
              </a:rPr>
              <a:t>Second Outline Level</a:t>
            </a:r>
            <a:endParaRPr b="0" lang="de-DE" sz="1400" spc="-1" strike="noStrike">
              <a:solidFill>
                <a:schemeClr val="dk1"/>
              </a:solidFill>
              <a:latin typeface="Noto Sans"/>
            </a:endParaRPr>
          </a:p>
          <a:p>
            <a:pPr lvl="2" marL="1296000" indent="-288000">
              <a:lnSpc>
                <a:spcPct val="120000"/>
              </a:lnSpc>
              <a:spcBef>
                <a:spcPts val="850"/>
              </a:spcBef>
              <a:buClr>
                <a:srgbClr val="ffffff"/>
              </a:buClr>
              <a:buSzPct val="45000"/>
              <a:buFont typeface="Wingdings" charset="2"/>
              <a:buChar char=""/>
            </a:pPr>
            <a:r>
              <a:rPr b="0" lang="de-DE" sz="1400" spc="-1" strike="noStrike">
                <a:solidFill>
                  <a:schemeClr val="dk1"/>
                </a:solidFill>
                <a:latin typeface="Noto Sans"/>
              </a:rPr>
              <a:t>Third Outline Level</a:t>
            </a:r>
            <a:endParaRPr b="0" lang="de-DE" sz="1400" spc="-1" strike="noStrike">
              <a:solidFill>
                <a:schemeClr val="dk1"/>
              </a:solidFill>
              <a:latin typeface="Noto Sans"/>
            </a:endParaRPr>
          </a:p>
          <a:p>
            <a:pPr lvl="3" marL="1728000" indent="-216000">
              <a:lnSpc>
                <a:spcPct val="120000"/>
              </a:lnSpc>
              <a:spcBef>
                <a:spcPts val="567"/>
              </a:spcBef>
              <a:buClr>
                <a:srgbClr val="ffffff"/>
              </a:buClr>
              <a:buSzPct val="75000"/>
              <a:buFont typeface="Symbol" charset="2"/>
              <a:buChar char=""/>
            </a:pPr>
            <a:r>
              <a:rPr b="0" lang="de-DE" sz="1400" spc="-1" strike="noStrike">
                <a:solidFill>
                  <a:schemeClr val="dk1"/>
                </a:solidFill>
                <a:latin typeface="Noto Sans"/>
              </a:rPr>
              <a:t>Fourth Outline Level</a:t>
            </a:r>
            <a:endParaRPr b="0" lang="de-DE" sz="1400" spc="-1" strike="noStrike">
              <a:solidFill>
                <a:schemeClr val="dk1"/>
              </a:solidFill>
              <a:latin typeface="Noto Sans"/>
            </a:endParaRPr>
          </a:p>
          <a:p>
            <a:pPr lvl="4" marL="2160000" indent="-216000">
              <a:lnSpc>
                <a:spcPct val="120000"/>
              </a:lnSpc>
              <a:spcBef>
                <a:spcPts val="283"/>
              </a:spcBef>
              <a:buClr>
                <a:srgbClr val="ffffff"/>
              </a:buClr>
              <a:buSzPct val="45000"/>
              <a:buFont typeface="Wingdings" charset="2"/>
              <a:buChar char=""/>
            </a:pPr>
            <a:r>
              <a:rPr b="0" lang="de-DE" sz="2000" spc="-1" strike="noStrike">
                <a:solidFill>
                  <a:schemeClr val="dk1"/>
                </a:solidFill>
                <a:latin typeface="Noto Sans"/>
              </a:rPr>
              <a:t>Fifth Outline Level</a:t>
            </a:r>
            <a:endParaRPr b="0" lang="de-DE" sz="2000" spc="-1" strike="noStrike">
              <a:solidFill>
                <a:schemeClr val="dk1"/>
              </a:solidFill>
              <a:latin typeface="Noto Sans"/>
            </a:endParaRPr>
          </a:p>
          <a:p>
            <a:pPr lvl="5" marL="2592000" indent="-216000">
              <a:lnSpc>
                <a:spcPct val="120000"/>
              </a:lnSpc>
              <a:spcBef>
                <a:spcPts val="283"/>
              </a:spcBef>
              <a:buClr>
                <a:srgbClr val="ffffff"/>
              </a:buClr>
              <a:buSzPct val="45000"/>
              <a:buFont typeface="Wingdings" charset="2"/>
              <a:buChar char=""/>
            </a:pPr>
            <a:r>
              <a:rPr b="0" lang="de-DE" sz="2000" spc="-1" strike="noStrike">
                <a:solidFill>
                  <a:schemeClr val="dk1"/>
                </a:solidFill>
                <a:latin typeface="Noto Sans"/>
              </a:rPr>
              <a:t>Sixth Outline Level</a:t>
            </a:r>
            <a:endParaRPr b="0" lang="de-DE" sz="2000" spc="-1" strike="noStrike">
              <a:solidFill>
                <a:schemeClr val="dk1"/>
              </a:solidFill>
              <a:latin typeface="Noto Sans"/>
            </a:endParaRPr>
          </a:p>
          <a:p>
            <a:pPr lvl="6" marL="3024000" indent="-216000">
              <a:lnSpc>
                <a:spcPct val="120000"/>
              </a:lnSpc>
              <a:spcBef>
                <a:spcPts val="283"/>
              </a:spcBef>
              <a:buClr>
                <a:srgbClr val="ffffff"/>
              </a:buClr>
              <a:buSzPct val="45000"/>
              <a:buFont typeface="Wingdings" charset="2"/>
              <a:buChar char=""/>
            </a:pPr>
            <a:r>
              <a:rPr b="0" lang="de-DE" sz="2000" spc="-1" strike="noStrike">
                <a:solidFill>
                  <a:schemeClr val="dk1"/>
                </a:solidFill>
                <a:latin typeface="Noto Sans"/>
              </a:rPr>
              <a:t>Seventh Outline Level</a:t>
            </a:r>
            <a:endParaRPr b="0" lang="de-DE" sz="20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 name="PlaceHolder 1"/>
          <p:cNvSpPr>
            <a:spLocks noGrp="1"/>
          </p:cNvSpPr>
          <p:nvPr>
            <p:ph type="body"/>
          </p:nvPr>
        </p:nvSpPr>
        <p:spPr>
          <a:xfrm>
            <a:off x="0" y="0"/>
            <a:ext cx="12191760" cy="6857640"/>
          </a:xfrm>
          <a:prstGeom prst="rect">
            <a:avLst/>
          </a:prstGeom>
          <a:solidFill>
            <a:schemeClr val="lt1">
              <a:lumMod val="85000"/>
            </a:schemeClr>
          </a:solidFill>
          <a:ln w="0">
            <a:noFill/>
          </a:ln>
        </p:spPr>
        <p:txBody>
          <a:bodyPr lIns="90000" rIns="90000" tIns="45000" bIns="45000" anchor="ctr">
            <a:noAutofit/>
          </a:bodyPr>
          <a:p>
            <a:pPr marL="432000" indent="-324000">
              <a:lnSpc>
                <a:spcPct val="120000"/>
              </a:lnSpc>
              <a:spcBef>
                <a:spcPts val="1417"/>
              </a:spcBef>
              <a:buClr>
                <a:srgbClr val="000000"/>
              </a:buClr>
              <a:buSzPct val="45000"/>
              <a:buFont typeface="Wingdings" charset="2"/>
              <a:buChar char=""/>
            </a:pPr>
            <a:r>
              <a:rPr b="0" lang="de-DE" sz="1800" spc="-1" strike="noStrike">
                <a:solidFill>
                  <a:schemeClr val="dk1"/>
                </a:solidFill>
                <a:latin typeface="Noto Sans"/>
              </a:rPr>
              <a:t>Click to edit the outline text format</a:t>
            </a:r>
            <a:endParaRPr b="0" lang="de-DE" sz="1800" spc="-1" strike="noStrike">
              <a:solidFill>
                <a:schemeClr val="dk1"/>
              </a:solidFill>
              <a:latin typeface="Noto Sans"/>
            </a:endParaRPr>
          </a:p>
          <a:p>
            <a:pPr lvl="1" marL="864000" indent="-324000">
              <a:lnSpc>
                <a:spcPct val="120000"/>
              </a:lnSpc>
              <a:spcBef>
                <a:spcPts val="1134"/>
              </a:spcBef>
              <a:buClr>
                <a:srgbClr val="000000"/>
              </a:buClr>
              <a:buSzPct val="75000"/>
              <a:buFont typeface="Symbol" charset="2"/>
              <a:buChar char=""/>
            </a:pPr>
            <a:r>
              <a:rPr b="0" lang="de-DE" sz="1800" spc="-1" strike="noStrike">
                <a:solidFill>
                  <a:schemeClr val="dk1"/>
                </a:solidFill>
                <a:latin typeface="Noto Sans"/>
              </a:rPr>
              <a:t>Second Outline Level</a:t>
            </a:r>
            <a:endParaRPr b="0" lang="de-DE" sz="1800" spc="-1" strike="noStrike">
              <a:solidFill>
                <a:schemeClr val="dk1"/>
              </a:solidFill>
              <a:latin typeface="Noto Sans"/>
            </a:endParaRPr>
          </a:p>
          <a:p>
            <a:pPr lvl="2" marL="1296000" indent="-288000">
              <a:lnSpc>
                <a:spcPct val="120000"/>
              </a:lnSpc>
              <a:spcBef>
                <a:spcPts val="850"/>
              </a:spcBef>
              <a:buClr>
                <a:srgbClr val="000000"/>
              </a:buClr>
              <a:buSzPct val="45000"/>
              <a:buFont typeface="Wingdings" charset="2"/>
              <a:buChar char=""/>
            </a:pPr>
            <a:r>
              <a:rPr b="0" lang="de-DE" sz="1800" spc="-1" strike="noStrike">
                <a:solidFill>
                  <a:schemeClr val="dk1"/>
                </a:solidFill>
                <a:latin typeface="Noto Sans"/>
              </a:rPr>
              <a:t>Third Outline Level</a:t>
            </a:r>
            <a:endParaRPr b="0" lang="de-DE" sz="1800" spc="-1" strike="noStrike">
              <a:solidFill>
                <a:schemeClr val="dk1"/>
              </a:solidFill>
              <a:latin typeface="Noto Sans"/>
            </a:endParaRPr>
          </a:p>
          <a:p>
            <a:pPr lvl="3" marL="1728000" indent="-216000">
              <a:lnSpc>
                <a:spcPct val="120000"/>
              </a:lnSpc>
              <a:spcBef>
                <a:spcPts val="567"/>
              </a:spcBef>
              <a:buClr>
                <a:srgbClr val="000000"/>
              </a:buClr>
              <a:buSzPct val="75000"/>
              <a:buFont typeface="Symbol" charset="2"/>
              <a:buChar char=""/>
            </a:pPr>
            <a:r>
              <a:rPr b="0" lang="de-DE" sz="1800" spc="-1" strike="noStrike">
                <a:solidFill>
                  <a:schemeClr val="dk1"/>
                </a:solidFill>
                <a:latin typeface="Noto Sans"/>
              </a:rPr>
              <a:t>Fourth Outline Level</a:t>
            </a:r>
            <a:endParaRPr b="0" lang="de-DE" sz="1800" spc="-1" strike="noStrike">
              <a:solidFill>
                <a:schemeClr val="dk1"/>
              </a:solidFill>
              <a:latin typeface="Noto Sans"/>
            </a:endParaRPr>
          </a:p>
          <a:p>
            <a:pPr lvl="4" marL="2160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Fifth Outline Level</a:t>
            </a:r>
            <a:endParaRPr b="0" lang="de-DE" sz="1800" spc="-1" strike="noStrike">
              <a:solidFill>
                <a:schemeClr val="dk1"/>
              </a:solidFill>
              <a:latin typeface="Noto Sans"/>
            </a:endParaRPr>
          </a:p>
          <a:p>
            <a:pPr lvl="5" marL="2592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Sixth Outline Level</a:t>
            </a:r>
            <a:endParaRPr b="0" lang="de-DE" sz="1800" spc="-1" strike="noStrike">
              <a:solidFill>
                <a:schemeClr val="dk1"/>
              </a:solidFill>
              <a:latin typeface="Noto Sans"/>
            </a:endParaRPr>
          </a:p>
          <a:p>
            <a:pPr lvl="6" marL="3024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Seventh Outline Level</a:t>
            </a:r>
            <a:endParaRPr b="0" lang="de-DE" sz="1800" spc="-1" strike="noStrike">
              <a:solidFill>
                <a:schemeClr val="dk1"/>
              </a:solidFill>
              <a:latin typeface="Noto Sans"/>
            </a:endParaRPr>
          </a:p>
        </p:txBody>
      </p:sp>
      <p:sp>
        <p:nvSpPr>
          <p:cNvPr id="37" name="PlaceHolder 2"/>
          <p:cNvSpPr>
            <a:spLocks noGrp="1"/>
          </p:cNvSpPr>
          <p:nvPr>
            <p:ph type="title"/>
          </p:nvPr>
        </p:nvSpPr>
        <p:spPr>
          <a:xfrm>
            <a:off x="334800" y="339120"/>
            <a:ext cx="6164640" cy="6150240"/>
          </a:xfrm>
          <a:prstGeom prst="rect">
            <a:avLst/>
          </a:prstGeom>
          <a:solidFill>
            <a:schemeClr val="accent2"/>
          </a:solidFill>
          <a:ln w="0">
            <a:noFill/>
          </a:ln>
        </p:spPr>
        <p:txBody>
          <a:bodyPr lIns="432000" rIns="432000" tIns="2772000" bIns="0" anchor="t">
            <a:noAutofit/>
          </a:bodyPr>
          <a:p>
            <a:pPr indent="0" defTabSz="914400">
              <a:lnSpc>
                <a:spcPct val="100000"/>
              </a:lnSpc>
              <a:buNone/>
            </a:pPr>
            <a:r>
              <a:rPr b="0" lang="de-DE" sz="3000" spc="-1" strike="noStrike">
                <a:solidFill>
                  <a:schemeClr val="dk1"/>
                </a:solidFill>
                <a:latin typeface="Noto Sans"/>
              </a:rPr>
              <a:t>Mastertitelformat bearbeiten</a:t>
            </a:r>
            <a:endParaRPr b="0" lang="de-DE" sz="3000" spc="-1" strike="noStrike">
              <a:solidFill>
                <a:schemeClr val="dk1"/>
              </a:solidFill>
              <a:latin typeface="Noto Sans"/>
            </a:endParaRPr>
          </a:p>
        </p:txBody>
      </p:sp>
      <p:sp>
        <p:nvSpPr>
          <p:cNvPr id="38" name="PlaceHolder 3"/>
          <p:cNvSpPr>
            <a:spLocks noGrp="1"/>
          </p:cNvSpPr>
          <p:nvPr>
            <p:ph type="body"/>
          </p:nvPr>
        </p:nvSpPr>
        <p:spPr>
          <a:xfrm rot="16200000">
            <a:off x="9109440" y="3083760"/>
            <a:ext cx="5829480" cy="334440"/>
          </a:xfrm>
          <a:prstGeom prst="rect">
            <a:avLst/>
          </a:prstGeom>
          <a:noFill/>
          <a:ln w="0">
            <a:noFill/>
          </a:ln>
        </p:spPr>
        <p:txBody>
          <a:bodyPr lIns="108000" rIns="108000" tIns="36000" bIns="36000" anchor="ctr">
            <a:noAutofit/>
          </a:bodyPr>
          <a:p>
            <a:pPr indent="0" defTabSz="914400">
              <a:lnSpc>
                <a:spcPct val="100000"/>
              </a:lnSpc>
              <a:buNone/>
              <a:tabLst>
                <a:tab algn="l" pos="0"/>
              </a:tabLst>
            </a:pPr>
            <a:r>
              <a:rPr b="0" lang="de-DE" sz="800" spc="-1" strike="noStrike">
                <a:solidFill>
                  <a:schemeClr val="lt1"/>
                </a:solidFill>
                <a:latin typeface="Noto Sans"/>
              </a:rPr>
              <a:t>Bildnachweis</a:t>
            </a:r>
            <a:endParaRPr b="0" lang="de-DE" sz="800" spc="-1" strike="noStrike">
              <a:solidFill>
                <a:schemeClr val="dk1"/>
              </a:solidFill>
              <a:latin typeface="Noto Sans"/>
            </a:endParaRPr>
          </a:p>
        </p:txBody>
      </p:sp>
      <p:sp>
        <p:nvSpPr>
          <p:cNvPr id="39" name="PlaceHolder 4"/>
          <p:cNvSpPr>
            <a:spLocks noGrp="1"/>
          </p:cNvSpPr>
          <p:nvPr>
            <p:ph type="body"/>
          </p:nvPr>
        </p:nvSpPr>
        <p:spPr>
          <a:xfrm>
            <a:off x="10878120" y="335880"/>
            <a:ext cx="982800" cy="1382040"/>
          </a:xfrm>
          <a:prstGeom prst="rect">
            <a:avLst/>
          </a:prstGeom>
          <a:solidFill>
            <a:schemeClr val="lt1"/>
          </a:solidFill>
          <a:ln w="0">
            <a:noFill/>
          </a:ln>
        </p:spPr>
        <p:txBody>
          <a:bodyPr lIns="0" rIns="0" tIns="0" bIns="0" anchor="t">
            <a:noAutofit/>
          </a:bodyPr>
          <a:p>
            <a:pPr indent="0" defTabSz="914400">
              <a:lnSpc>
                <a:spcPct val="120000"/>
              </a:lnSpc>
              <a:buNone/>
              <a:tabLst>
                <a:tab algn="l" pos="0"/>
              </a:tabLst>
            </a:pPr>
            <a:r>
              <a:rPr b="0" lang="de-DE" sz="600" spc="-1" strike="noStrike">
                <a:solidFill>
                  <a:schemeClr val="lt1"/>
                </a:solidFill>
                <a:latin typeface="Noto Sans"/>
              </a:rPr>
              <a:t> </a:t>
            </a:r>
            <a:endParaRPr b="0" lang="de-DE" sz="6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1"/>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7056000" y="2187000"/>
            <a:ext cx="4368600" cy="2598120"/>
          </a:xfrm>
          <a:prstGeom prst="rect">
            <a:avLst/>
          </a:prstGeom>
          <a:noFill/>
          <a:ln w="0">
            <a:noFill/>
          </a:ln>
        </p:spPr>
        <p:txBody>
          <a:bodyPr lIns="0" rIns="0" tIns="0" bIns="0" anchor="t">
            <a:noAutofit/>
          </a:bodyPr>
          <a:p>
            <a:pPr indent="0" defTabSz="914400">
              <a:lnSpc>
                <a:spcPct val="100000"/>
              </a:lnSpc>
              <a:buNone/>
            </a:pPr>
            <a:r>
              <a:rPr b="0" lang="de-DE" sz="4200" spc="-1" strike="noStrike">
                <a:solidFill>
                  <a:schemeClr val="lt1"/>
                </a:solidFill>
                <a:latin typeface="Noto Sans"/>
              </a:rPr>
              <a:t>Mastertitelformat bearbeiten</a:t>
            </a:r>
            <a:endParaRPr b="0" lang="de-DE" sz="4200" spc="-1" strike="noStrike">
              <a:solidFill>
                <a:schemeClr val="dk1"/>
              </a:solidFill>
              <a:latin typeface="Noto Sans"/>
            </a:endParaRPr>
          </a:p>
        </p:txBody>
      </p:sp>
      <p:sp>
        <p:nvSpPr>
          <p:cNvPr id="41" name="PlaceHolder 2"/>
          <p:cNvSpPr>
            <a:spLocks noGrp="1"/>
          </p:cNvSpPr>
          <p:nvPr>
            <p:ph type="body"/>
          </p:nvPr>
        </p:nvSpPr>
        <p:spPr>
          <a:xfrm>
            <a:off x="7056000" y="5524560"/>
            <a:ext cx="4368600" cy="815040"/>
          </a:xfrm>
          <a:prstGeom prst="rect">
            <a:avLst/>
          </a:prstGeom>
          <a:noFill/>
          <a:ln w="0">
            <a:noFill/>
          </a:ln>
        </p:spPr>
        <p:txBody>
          <a:bodyPr lIns="0" rIns="0" tIns="0" bIns="0" anchor="b">
            <a:noAutofit/>
          </a:bodyPr>
          <a:p>
            <a:pPr indent="0" defTabSz="914400">
              <a:lnSpc>
                <a:spcPct val="120000"/>
              </a:lnSpc>
              <a:spcBef>
                <a:spcPts val="400"/>
              </a:spcBef>
              <a:buNone/>
              <a:tabLst>
                <a:tab algn="l" pos="0"/>
              </a:tabLst>
            </a:pPr>
            <a:r>
              <a:rPr b="0" lang="de-DE" sz="1200" spc="-1" strike="noStrike">
                <a:solidFill>
                  <a:schemeClr val="lt1"/>
                </a:solidFill>
                <a:latin typeface="Noto Sans"/>
              </a:rPr>
              <a:t>Mastertextformat bearbeiten</a:t>
            </a:r>
            <a:endParaRPr b="0" lang="de-DE" sz="1200" spc="-1" strike="noStrike">
              <a:solidFill>
                <a:schemeClr val="dk1"/>
              </a:solidFill>
              <a:latin typeface="Noto Sans"/>
            </a:endParaRPr>
          </a:p>
        </p:txBody>
      </p:sp>
      <p:sp>
        <p:nvSpPr>
          <p:cNvPr id="42" name="PlaceHolder 3"/>
          <p:cNvSpPr>
            <a:spLocks noGrp="1"/>
          </p:cNvSpPr>
          <p:nvPr>
            <p:ph type="body"/>
          </p:nvPr>
        </p:nvSpPr>
        <p:spPr>
          <a:xfrm>
            <a:off x="334800" y="339120"/>
            <a:ext cx="6164640" cy="6150240"/>
          </a:xfrm>
          <a:prstGeom prst="rect">
            <a:avLst/>
          </a:prstGeom>
          <a:solidFill>
            <a:schemeClr val="lt1">
              <a:lumMod val="85000"/>
            </a:schemeClr>
          </a:solidFill>
          <a:ln w="0">
            <a:noFill/>
          </a:ln>
        </p:spPr>
        <p:txBody>
          <a:bodyPr lIns="90000" rIns="90000" tIns="45000" bIns="45000" anchor="ctr">
            <a:noAutofit/>
          </a:bodyPr>
          <a:p>
            <a:pPr marL="432000" indent="-324000">
              <a:lnSpc>
                <a:spcPct val="120000"/>
              </a:lnSpc>
              <a:spcBef>
                <a:spcPts val="1417"/>
              </a:spcBef>
              <a:buClr>
                <a:srgbClr val="ffffff"/>
              </a:buClr>
              <a:buSzPct val="45000"/>
              <a:buFont typeface="Wingdings" charset="2"/>
              <a:buChar char=""/>
            </a:pPr>
            <a:r>
              <a:rPr b="0" lang="de-DE" sz="1800" spc="-1" strike="noStrike">
                <a:solidFill>
                  <a:schemeClr val="dk1"/>
                </a:solidFill>
                <a:latin typeface="Noto Sans"/>
              </a:rPr>
              <a:t>Click to edit the outline text format</a:t>
            </a:r>
            <a:endParaRPr b="0" lang="de-DE" sz="1800" spc="-1" strike="noStrike">
              <a:solidFill>
                <a:schemeClr val="dk1"/>
              </a:solidFill>
              <a:latin typeface="Noto Sans"/>
            </a:endParaRPr>
          </a:p>
          <a:p>
            <a:pPr lvl="1" marL="864000" indent="-324000">
              <a:lnSpc>
                <a:spcPct val="120000"/>
              </a:lnSpc>
              <a:spcBef>
                <a:spcPts val="1134"/>
              </a:spcBef>
              <a:buClr>
                <a:srgbClr val="ffffff"/>
              </a:buClr>
              <a:buSzPct val="75000"/>
              <a:buFont typeface="Symbol" charset="2"/>
              <a:buChar char=""/>
            </a:pPr>
            <a:r>
              <a:rPr b="0" lang="de-DE" sz="1800" spc="-1" strike="noStrike">
                <a:solidFill>
                  <a:schemeClr val="dk1"/>
                </a:solidFill>
                <a:latin typeface="Noto Sans"/>
              </a:rPr>
              <a:t>Second Outline Level</a:t>
            </a:r>
            <a:endParaRPr b="0" lang="de-DE" sz="1800" spc="-1" strike="noStrike">
              <a:solidFill>
                <a:schemeClr val="dk1"/>
              </a:solidFill>
              <a:latin typeface="Noto Sans"/>
            </a:endParaRPr>
          </a:p>
          <a:p>
            <a:pPr lvl="2" marL="1296000" indent="-288000">
              <a:lnSpc>
                <a:spcPct val="120000"/>
              </a:lnSpc>
              <a:spcBef>
                <a:spcPts val="850"/>
              </a:spcBef>
              <a:buClr>
                <a:srgbClr val="ffffff"/>
              </a:buClr>
              <a:buSzPct val="45000"/>
              <a:buFont typeface="Wingdings" charset="2"/>
              <a:buChar char=""/>
            </a:pPr>
            <a:r>
              <a:rPr b="0" lang="de-DE" sz="1800" spc="-1" strike="noStrike">
                <a:solidFill>
                  <a:schemeClr val="dk1"/>
                </a:solidFill>
                <a:latin typeface="Noto Sans"/>
              </a:rPr>
              <a:t>Third Outline Level</a:t>
            </a:r>
            <a:endParaRPr b="0" lang="de-DE" sz="1800" spc="-1" strike="noStrike">
              <a:solidFill>
                <a:schemeClr val="dk1"/>
              </a:solidFill>
              <a:latin typeface="Noto Sans"/>
            </a:endParaRPr>
          </a:p>
          <a:p>
            <a:pPr lvl="3" marL="1728000" indent="-216000">
              <a:lnSpc>
                <a:spcPct val="120000"/>
              </a:lnSpc>
              <a:spcBef>
                <a:spcPts val="567"/>
              </a:spcBef>
              <a:buClr>
                <a:srgbClr val="ffffff"/>
              </a:buClr>
              <a:buSzPct val="75000"/>
              <a:buFont typeface="Symbol" charset="2"/>
              <a:buChar char=""/>
            </a:pPr>
            <a:r>
              <a:rPr b="0" lang="de-DE" sz="1800" spc="-1" strike="noStrike">
                <a:solidFill>
                  <a:schemeClr val="dk1"/>
                </a:solidFill>
                <a:latin typeface="Noto Sans"/>
              </a:rPr>
              <a:t>Fourth Outline Level</a:t>
            </a:r>
            <a:endParaRPr b="0" lang="de-DE" sz="1800" spc="-1" strike="noStrike">
              <a:solidFill>
                <a:schemeClr val="dk1"/>
              </a:solidFill>
              <a:latin typeface="Noto Sans"/>
            </a:endParaRPr>
          </a:p>
          <a:p>
            <a:pPr lvl="4" marL="2160000" indent="-216000">
              <a:lnSpc>
                <a:spcPct val="120000"/>
              </a:lnSpc>
              <a:spcBef>
                <a:spcPts val="283"/>
              </a:spcBef>
              <a:buClr>
                <a:srgbClr val="ffffff"/>
              </a:buClr>
              <a:buSzPct val="45000"/>
              <a:buFont typeface="Wingdings" charset="2"/>
              <a:buChar char=""/>
            </a:pPr>
            <a:r>
              <a:rPr b="0" lang="de-DE" sz="1800" spc="-1" strike="noStrike">
                <a:solidFill>
                  <a:schemeClr val="dk1"/>
                </a:solidFill>
                <a:latin typeface="Noto Sans"/>
              </a:rPr>
              <a:t>Fifth Outline Level</a:t>
            </a:r>
            <a:endParaRPr b="0" lang="de-DE" sz="1800" spc="-1" strike="noStrike">
              <a:solidFill>
                <a:schemeClr val="dk1"/>
              </a:solidFill>
              <a:latin typeface="Noto Sans"/>
            </a:endParaRPr>
          </a:p>
          <a:p>
            <a:pPr lvl="5" marL="2592000" indent="-216000">
              <a:lnSpc>
                <a:spcPct val="120000"/>
              </a:lnSpc>
              <a:spcBef>
                <a:spcPts val="283"/>
              </a:spcBef>
              <a:buClr>
                <a:srgbClr val="ffffff"/>
              </a:buClr>
              <a:buSzPct val="45000"/>
              <a:buFont typeface="Wingdings" charset="2"/>
              <a:buChar char=""/>
            </a:pPr>
            <a:r>
              <a:rPr b="0" lang="de-DE" sz="1800" spc="-1" strike="noStrike">
                <a:solidFill>
                  <a:schemeClr val="dk1"/>
                </a:solidFill>
                <a:latin typeface="Noto Sans"/>
              </a:rPr>
              <a:t>Sixth Outline Level</a:t>
            </a:r>
            <a:endParaRPr b="0" lang="de-DE" sz="1800" spc="-1" strike="noStrike">
              <a:solidFill>
                <a:schemeClr val="dk1"/>
              </a:solidFill>
              <a:latin typeface="Noto Sans"/>
            </a:endParaRPr>
          </a:p>
          <a:p>
            <a:pPr lvl="6" marL="3024000" indent="-216000">
              <a:lnSpc>
                <a:spcPct val="120000"/>
              </a:lnSpc>
              <a:spcBef>
                <a:spcPts val="283"/>
              </a:spcBef>
              <a:buClr>
                <a:srgbClr val="ffffff"/>
              </a:buClr>
              <a:buSzPct val="45000"/>
              <a:buFont typeface="Wingdings" charset="2"/>
              <a:buChar char=""/>
            </a:pPr>
            <a:r>
              <a:rPr b="0" lang="de-DE" sz="1800" spc="-1" strike="noStrike">
                <a:solidFill>
                  <a:schemeClr val="dk1"/>
                </a:solidFill>
                <a:latin typeface="Noto Sans"/>
              </a:rPr>
              <a:t>Seventh Outline Level</a:t>
            </a:r>
            <a:endParaRPr b="0" lang="de-DE" sz="1800" spc="-1" strike="noStrike">
              <a:solidFill>
                <a:schemeClr val="dk1"/>
              </a:solidFill>
              <a:latin typeface="Noto Sans"/>
            </a:endParaRPr>
          </a:p>
        </p:txBody>
      </p:sp>
      <p:sp>
        <p:nvSpPr>
          <p:cNvPr id="43" name="PlaceHolder 4"/>
          <p:cNvSpPr>
            <a:spLocks noGrp="1"/>
          </p:cNvSpPr>
          <p:nvPr>
            <p:ph type="body"/>
          </p:nvPr>
        </p:nvSpPr>
        <p:spPr>
          <a:xfrm>
            <a:off x="334800" y="6489720"/>
            <a:ext cx="11521800" cy="367920"/>
          </a:xfrm>
          <a:prstGeom prst="rect">
            <a:avLst/>
          </a:prstGeom>
          <a:noFill/>
          <a:ln w="0">
            <a:noFill/>
          </a:ln>
        </p:spPr>
        <p:txBody>
          <a:bodyPr lIns="0" rIns="0" tIns="36000" bIns="36000" anchor="ctr">
            <a:noAutofit/>
          </a:bodyPr>
          <a:p>
            <a:pPr indent="0" defTabSz="914400">
              <a:lnSpc>
                <a:spcPct val="100000"/>
              </a:lnSpc>
              <a:buNone/>
              <a:tabLst>
                <a:tab algn="l" pos="0"/>
              </a:tabLst>
            </a:pPr>
            <a:r>
              <a:rPr b="0" lang="de-DE" sz="800" spc="-1" strike="noStrike">
                <a:solidFill>
                  <a:schemeClr val="lt1"/>
                </a:solidFill>
                <a:latin typeface="Noto Sans"/>
              </a:rPr>
              <a:t>Bildnachweis</a:t>
            </a:r>
            <a:endParaRPr b="0" lang="de-DE" sz="800" spc="-1" strike="noStrike">
              <a:solidFill>
                <a:schemeClr val="dk1"/>
              </a:solidFill>
              <a:latin typeface="Noto Sans"/>
            </a:endParaRPr>
          </a:p>
        </p:txBody>
      </p:sp>
      <p:sp>
        <p:nvSpPr>
          <p:cNvPr id="44" name="Freihandform: Form 5"/>
          <p:cNvSpPr/>
          <p:nvPr/>
        </p:nvSpPr>
        <p:spPr>
          <a:xfrm>
            <a:off x="10878120" y="335880"/>
            <a:ext cx="982800" cy="1382040"/>
          </a:xfrm>
          <a:custGeom>
            <a:avLst/>
            <a:gdLst>
              <a:gd name="textAreaLeft" fmla="*/ 0 w 982800"/>
              <a:gd name="textAreaRight" fmla="*/ 983160 w 982800"/>
              <a:gd name="textAreaTop" fmla="*/ 0 h 1382040"/>
              <a:gd name="textAreaBottom" fmla="*/ 1382400 h 1382040"/>
            </a:gdLst>
            <a:ahLst/>
            <a:rect l="textAreaLeft" t="textAreaTop" r="textAreaRight" b="textAreaBottom"/>
            <a:pathLst>
              <a:path w="1156206" h="1625685">
                <a:moveTo>
                  <a:pt x="260996" y="1521843"/>
                </a:moveTo>
                <a:lnTo>
                  <a:pt x="248775" y="1522272"/>
                </a:lnTo>
                <a:cubicBezTo>
                  <a:pt x="238659" y="1522548"/>
                  <a:pt x="231630" y="1524377"/>
                  <a:pt x="227706" y="1527739"/>
                </a:cubicBezTo>
                <a:cubicBezTo>
                  <a:pt x="223781" y="1531121"/>
                  <a:pt x="221810" y="1535540"/>
                  <a:pt x="221810" y="1541008"/>
                </a:cubicBezTo>
                <a:cubicBezTo>
                  <a:pt x="221810" y="1545789"/>
                  <a:pt x="223219" y="1549199"/>
                  <a:pt x="226029" y="1551228"/>
                </a:cubicBezTo>
                <a:cubicBezTo>
                  <a:pt x="228839" y="1553266"/>
                  <a:pt x="232487" y="1554276"/>
                  <a:pt x="236983" y="1554276"/>
                </a:cubicBezTo>
                <a:cubicBezTo>
                  <a:pt x="243717" y="1554276"/>
                  <a:pt x="249413" y="1552285"/>
                  <a:pt x="254033" y="1548275"/>
                </a:cubicBezTo>
                <a:cubicBezTo>
                  <a:pt x="258681" y="1544284"/>
                  <a:pt x="260996" y="1538626"/>
                  <a:pt x="260996" y="1531321"/>
                </a:cubicBezTo>
                <a:close/>
                <a:moveTo>
                  <a:pt x="832448" y="1483515"/>
                </a:moveTo>
                <a:cubicBezTo>
                  <a:pt x="817703" y="1483515"/>
                  <a:pt x="810331" y="1495107"/>
                  <a:pt x="810331" y="1518262"/>
                </a:cubicBezTo>
                <a:cubicBezTo>
                  <a:pt x="810331" y="1541160"/>
                  <a:pt x="817846" y="1552599"/>
                  <a:pt x="832876" y="1552599"/>
                </a:cubicBezTo>
                <a:cubicBezTo>
                  <a:pt x="840868" y="1552599"/>
                  <a:pt x="846792" y="1550313"/>
                  <a:pt x="850669" y="1545760"/>
                </a:cubicBezTo>
                <a:cubicBezTo>
                  <a:pt x="854527" y="1541198"/>
                  <a:pt x="856460" y="1533226"/>
                  <a:pt x="856460" y="1521843"/>
                </a:cubicBezTo>
                <a:lnTo>
                  <a:pt x="856460" y="1518052"/>
                </a:lnTo>
                <a:cubicBezTo>
                  <a:pt x="856460" y="1505698"/>
                  <a:pt x="854565" y="1496850"/>
                  <a:pt x="850774" y="1491516"/>
                </a:cubicBezTo>
                <a:cubicBezTo>
                  <a:pt x="846983" y="1486172"/>
                  <a:pt x="840868" y="1483515"/>
                  <a:pt x="832448" y="1483515"/>
                </a:cubicBezTo>
                <a:close/>
                <a:moveTo>
                  <a:pt x="473948" y="1483086"/>
                </a:moveTo>
                <a:cubicBezTo>
                  <a:pt x="465804" y="1483086"/>
                  <a:pt x="460079" y="1485620"/>
                  <a:pt x="456793" y="1490678"/>
                </a:cubicBezTo>
                <a:cubicBezTo>
                  <a:pt x="453479" y="1495716"/>
                  <a:pt x="451697" y="1503450"/>
                  <a:pt x="451402" y="1513842"/>
                </a:cubicBezTo>
                <a:lnTo>
                  <a:pt x="451402" y="1517214"/>
                </a:lnTo>
                <a:cubicBezTo>
                  <a:pt x="451402" y="1528301"/>
                  <a:pt x="453069" y="1536845"/>
                  <a:pt x="456365" y="1542808"/>
                </a:cubicBezTo>
                <a:cubicBezTo>
                  <a:pt x="459670" y="1548770"/>
                  <a:pt x="465671" y="1551752"/>
                  <a:pt x="474376" y="1551752"/>
                </a:cubicBezTo>
                <a:cubicBezTo>
                  <a:pt x="480825" y="1551752"/>
                  <a:pt x="485968" y="1548770"/>
                  <a:pt x="489750" y="1542808"/>
                </a:cubicBezTo>
                <a:cubicBezTo>
                  <a:pt x="493541" y="1536845"/>
                  <a:pt x="495446" y="1528235"/>
                  <a:pt x="495446" y="1517014"/>
                </a:cubicBezTo>
                <a:cubicBezTo>
                  <a:pt x="495446" y="1505765"/>
                  <a:pt x="493503" y="1497316"/>
                  <a:pt x="489645" y="1491620"/>
                </a:cubicBezTo>
                <a:cubicBezTo>
                  <a:pt x="485778" y="1485934"/>
                  <a:pt x="480549" y="1483086"/>
                  <a:pt x="473948" y="1483086"/>
                </a:cubicBezTo>
                <a:close/>
                <a:moveTo>
                  <a:pt x="552733" y="1460134"/>
                </a:moveTo>
                <a:lnTo>
                  <a:pt x="584118" y="1460134"/>
                </a:lnTo>
                <a:lnTo>
                  <a:pt x="584118" y="1527333"/>
                </a:lnTo>
                <a:cubicBezTo>
                  <a:pt x="584118" y="1535467"/>
                  <a:pt x="585594" y="1541639"/>
                  <a:pt x="588537" y="1545859"/>
                </a:cubicBezTo>
                <a:cubicBezTo>
                  <a:pt x="591490" y="1550078"/>
                  <a:pt x="596186" y="1552183"/>
                  <a:pt x="602644" y="1552183"/>
                </a:cubicBezTo>
                <a:cubicBezTo>
                  <a:pt x="612198" y="1552183"/>
                  <a:pt x="618722" y="1548907"/>
                  <a:pt x="622237" y="1542382"/>
                </a:cubicBezTo>
                <a:cubicBezTo>
                  <a:pt x="625733" y="1535848"/>
                  <a:pt x="627504" y="1526475"/>
                  <a:pt x="627504" y="1514264"/>
                </a:cubicBezTo>
                <a:lnTo>
                  <a:pt x="627504" y="1460134"/>
                </a:lnTo>
                <a:lnTo>
                  <a:pt x="658889" y="1460134"/>
                </a:lnTo>
                <a:lnTo>
                  <a:pt x="658889" y="1575138"/>
                </a:lnTo>
                <a:lnTo>
                  <a:pt x="634877" y="1575138"/>
                </a:lnTo>
                <a:lnTo>
                  <a:pt x="630657" y="1560394"/>
                </a:lnTo>
                <a:lnTo>
                  <a:pt x="628981" y="1560394"/>
                </a:lnTo>
                <a:cubicBezTo>
                  <a:pt x="625323" y="1566290"/>
                  <a:pt x="620303" y="1570576"/>
                  <a:pt x="613912" y="1573234"/>
                </a:cubicBezTo>
                <a:cubicBezTo>
                  <a:pt x="607511" y="1575910"/>
                  <a:pt x="600749" y="1577243"/>
                  <a:pt x="593576" y="1577243"/>
                </a:cubicBezTo>
                <a:cubicBezTo>
                  <a:pt x="581241" y="1577243"/>
                  <a:pt x="571326" y="1573900"/>
                  <a:pt x="563887" y="1567233"/>
                </a:cubicBezTo>
                <a:cubicBezTo>
                  <a:pt x="556448" y="1560565"/>
                  <a:pt x="552733" y="1549850"/>
                  <a:pt x="552733" y="1535114"/>
                </a:cubicBezTo>
                <a:close/>
                <a:moveTo>
                  <a:pt x="822542" y="1458026"/>
                </a:moveTo>
                <a:cubicBezTo>
                  <a:pt x="836734" y="1458026"/>
                  <a:pt x="847821" y="1463645"/>
                  <a:pt x="855832" y="1474875"/>
                </a:cubicBezTo>
                <a:lnTo>
                  <a:pt x="856670" y="1474875"/>
                </a:lnTo>
                <a:lnTo>
                  <a:pt x="859204" y="1460131"/>
                </a:lnTo>
                <a:lnTo>
                  <a:pt x="885740" y="1460131"/>
                </a:lnTo>
                <a:lnTo>
                  <a:pt x="885740" y="1575345"/>
                </a:lnTo>
                <a:cubicBezTo>
                  <a:pt x="885740" y="1591785"/>
                  <a:pt x="880892" y="1604282"/>
                  <a:pt x="871205" y="1612845"/>
                </a:cubicBezTo>
                <a:cubicBezTo>
                  <a:pt x="861518" y="1621399"/>
                  <a:pt x="847193" y="1625685"/>
                  <a:pt x="828228" y="1625685"/>
                </a:cubicBezTo>
                <a:cubicBezTo>
                  <a:pt x="820084" y="1625685"/>
                  <a:pt x="812550" y="1625189"/>
                  <a:pt x="805587" y="1624218"/>
                </a:cubicBezTo>
                <a:cubicBezTo>
                  <a:pt x="798644" y="1623237"/>
                  <a:pt x="791852" y="1621475"/>
                  <a:pt x="785261" y="1618951"/>
                </a:cubicBezTo>
                <a:lnTo>
                  <a:pt x="785261" y="1593890"/>
                </a:lnTo>
                <a:cubicBezTo>
                  <a:pt x="799453" y="1599786"/>
                  <a:pt x="814398" y="1602739"/>
                  <a:pt x="830133" y="1602739"/>
                </a:cubicBezTo>
                <a:cubicBezTo>
                  <a:pt x="846278" y="1602739"/>
                  <a:pt x="854355" y="1594024"/>
                  <a:pt x="854355" y="1576612"/>
                </a:cubicBezTo>
                <a:lnTo>
                  <a:pt x="854355" y="1574297"/>
                </a:lnTo>
                <a:cubicBezTo>
                  <a:pt x="854355" y="1571916"/>
                  <a:pt x="854460" y="1569449"/>
                  <a:pt x="854660" y="1566925"/>
                </a:cubicBezTo>
                <a:cubicBezTo>
                  <a:pt x="854889" y="1564391"/>
                  <a:pt x="855060" y="1562143"/>
                  <a:pt x="855194" y="1560191"/>
                </a:cubicBezTo>
                <a:lnTo>
                  <a:pt x="854355" y="1560191"/>
                </a:lnTo>
                <a:cubicBezTo>
                  <a:pt x="850412" y="1566220"/>
                  <a:pt x="845716" y="1570573"/>
                  <a:pt x="840249" y="1573231"/>
                </a:cubicBezTo>
                <a:cubicBezTo>
                  <a:pt x="834762" y="1575907"/>
                  <a:pt x="828590" y="1577241"/>
                  <a:pt x="821704" y="1577241"/>
                </a:cubicBezTo>
                <a:cubicBezTo>
                  <a:pt x="808092" y="1577241"/>
                  <a:pt x="797443" y="1572021"/>
                  <a:pt x="789795" y="1561543"/>
                </a:cubicBezTo>
                <a:cubicBezTo>
                  <a:pt x="782137" y="1551085"/>
                  <a:pt x="778317" y="1536521"/>
                  <a:pt x="778317" y="1517852"/>
                </a:cubicBezTo>
                <a:cubicBezTo>
                  <a:pt x="778317" y="1499031"/>
                  <a:pt x="782242" y="1484353"/>
                  <a:pt x="790109" y="1473809"/>
                </a:cubicBezTo>
                <a:cubicBezTo>
                  <a:pt x="797977" y="1463284"/>
                  <a:pt x="808778" y="1458026"/>
                  <a:pt x="822542" y="1458026"/>
                </a:cubicBezTo>
                <a:close/>
                <a:moveTo>
                  <a:pt x="755979" y="1458025"/>
                </a:moveTo>
                <a:cubicBezTo>
                  <a:pt x="757522" y="1458025"/>
                  <a:pt x="759361" y="1458091"/>
                  <a:pt x="761466" y="1458234"/>
                </a:cubicBezTo>
                <a:cubicBezTo>
                  <a:pt x="763571" y="1458368"/>
                  <a:pt x="765257" y="1458587"/>
                  <a:pt x="766523" y="1458863"/>
                </a:cubicBezTo>
                <a:lnTo>
                  <a:pt x="764209" y="1488352"/>
                </a:lnTo>
                <a:cubicBezTo>
                  <a:pt x="763209" y="1488076"/>
                  <a:pt x="761771" y="1487838"/>
                  <a:pt x="759885" y="1487609"/>
                </a:cubicBezTo>
                <a:cubicBezTo>
                  <a:pt x="757989" y="1487409"/>
                  <a:pt x="756341" y="1487305"/>
                  <a:pt x="754932" y="1487305"/>
                </a:cubicBezTo>
                <a:cubicBezTo>
                  <a:pt x="749588" y="1487305"/>
                  <a:pt x="744464" y="1488248"/>
                  <a:pt x="739558" y="1490153"/>
                </a:cubicBezTo>
                <a:cubicBezTo>
                  <a:pt x="734634" y="1492039"/>
                  <a:pt x="730681" y="1495106"/>
                  <a:pt x="727661" y="1499306"/>
                </a:cubicBezTo>
                <a:cubicBezTo>
                  <a:pt x="724623" y="1503516"/>
                  <a:pt x="723118" y="1509279"/>
                  <a:pt x="723118" y="1516584"/>
                </a:cubicBezTo>
                <a:lnTo>
                  <a:pt x="723118" y="1575135"/>
                </a:lnTo>
                <a:lnTo>
                  <a:pt x="691733" y="1575135"/>
                </a:lnTo>
                <a:lnTo>
                  <a:pt x="691733" y="1460130"/>
                </a:lnTo>
                <a:lnTo>
                  <a:pt x="715546" y="1460130"/>
                </a:lnTo>
                <a:lnTo>
                  <a:pt x="720175" y="1479504"/>
                </a:lnTo>
                <a:lnTo>
                  <a:pt x="721642" y="1479504"/>
                </a:lnTo>
                <a:cubicBezTo>
                  <a:pt x="725023" y="1473608"/>
                  <a:pt x="729652" y="1468550"/>
                  <a:pt x="735548" y="1464349"/>
                </a:cubicBezTo>
                <a:cubicBezTo>
                  <a:pt x="741444" y="1460130"/>
                  <a:pt x="748264" y="1458025"/>
                  <a:pt x="755979" y="1458025"/>
                </a:cubicBezTo>
                <a:close/>
                <a:moveTo>
                  <a:pt x="388633" y="1458025"/>
                </a:moveTo>
                <a:cubicBezTo>
                  <a:pt x="390176" y="1458025"/>
                  <a:pt x="392015" y="1458091"/>
                  <a:pt x="394120" y="1458234"/>
                </a:cubicBezTo>
                <a:cubicBezTo>
                  <a:pt x="396225" y="1458368"/>
                  <a:pt x="397911" y="1458587"/>
                  <a:pt x="399178" y="1458863"/>
                </a:cubicBezTo>
                <a:lnTo>
                  <a:pt x="396863" y="1488352"/>
                </a:lnTo>
                <a:cubicBezTo>
                  <a:pt x="395863" y="1488076"/>
                  <a:pt x="394425" y="1487838"/>
                  <a:pt x="392539" y="1487609"/>
                </a:cubicBezTo>
                <a:cubicBezTo>
                  <a:pt x="390643" y="1487409"/>
                  <a:pt x="388995" y="1487305"/>
                  <a:pt x="387586" y="1487305"/>
                </a:cubicBezTo>
                <a:cubicBezTo>
                  <a:pt x="382242" y="1487305"/>
                  <a:pt x="377118" y="1488248"/>
                  <a:pt x="372212" y="1490153"/>
                </a:cubicBezTo>
                <a:cubicBezTo>
                  <a:pt x="367288" y="1492039"/>
                  <a:pt x="363335" y="1495106"/>
                  <a:pt x="360316" y="1499306"/>
                </a:cubicBezTo>
                <a:cubicBezTo>
                  <a:pt x="357277" y="1503516"/>
                  <a:pt x="355772" y="1509279"/>
                  <a:pt x="355772" y="1516584"/>
                </a:cubicBezTo>
                <a:lnTo>
                  <a:pt x="355772" y="1575135"/>
                </a:lnTo>
                <a:lnTo>
                  <a:pt x="324387" y="1575135"/>
                </a:lnTo>
                <a:lnTo>
                  <a:pt x="324387" y="1460130"/>
                </a:lnTo>
                <a:lnTo>
                  <a:pt x="348200" y="1460130"/>
                </a:lnTo>
                <a:lnTo>
                  <a:pt x="352829" y="1479504"/>
                </a:lnTo>
                <a:lnTo>
                  <a:pt x="354296" y="1479504"/>
                </a:lnTo>
                <a:cubicBezTo>
                  <a:pt x="357677" y="1473608"/>
                  <a:pt x="362306" y="1468550"/>
                  <a:pt x="368202" y="1464349"/>
                </a:cubicBezTo>
                <a:cubicBezTo>
                  <a:pt x="374098" y="1460130"/>
                  <a:pt x="380918" y="1458025"/>
                  <a:pt x="388633" y="1458025"/>
                </a:cubicBezTo>
                <a:close/>
                <a:moveTo>
                  <a:pt x="244355" y="1457816"/>
                </a:moveTo>
                <a:cubicBezTo>
                  <a:pt x="259795" y="1457816"/>
                  <a:pt x="271625" y="1461140"/>
                  <a:pt x="279855" y="1467817"/>
                </a:cubicBezTo>
                <a:cubicBezTo>
                  <a:pt x="288066" y="1474485"/>
                  <a:pt x="292161" y="1484696"/>
                  <a:pt x="292161" y="1498459"/>
                </a:cubicBezTo>
                <a:lnTo>
                  <a:pt x="292161" y="1575136"/>
                </a:lnTo>
                <a:lnTo>
                  <a:pt x="270254" y="1575136"/>
                </a:lnTo>
                <a:lnTo>
                  <a:pt x="264148" y="1559553"/>
                </a:lnTo>
                <a:lnTo>
                  <a:pt x="263310" y="1559553"/>
                </a:lnTo>
                <a:cubicBezTo>
                  <a:pt x="258395" y="1565725"/>
                  <a:pt x="253195" y="1570221"/>
                  <a:pt x="247727" y="1573031"/>
                </a:cubicBezTo>
                <a:cubicBezTo>
                  <a:pt x="242241" y="1575840"/>
                  <a:pt x="234735" y="1577241"/>
                  <a:pt x="225191" y="1577241"/>
                </a:cubicBezTo>
                <a:cubicBezTo>
                  <a:pt x="214933" y="1577241"/>
                  <a:pt x="206436" y="1574259"/>
                  <a:pt x="199702" y="1568297"/>
                </a:cubicBezTo>
                <a:cubicBezTo>
                  <a:pt x="192958" y="1562334"/>
                  <a:pt x="189587" y="1553161"/>
                  <a:pt x="189587" y="1540798"/>
                </a:cubicBezTo>
                <a:cubicBezTo>
                  <a:pt x="189587" y="1528577"/>
                  <a:pt x="193873" y="1519567"/>
                  <a:pt x="202445" y="1513737"/>
                </a:cubicBezTo>
                <a:cubicBezTo>
                  <a:pt x="210999" y="1507908"/>
                  <a:pt x="223848" y="1504717"/>
                  <a:pt x="240974" y="1504155"/>
                </a:cubicBezTo>
                <a:lnTo>
                  <a:pt x="260996" y="1503517"/>
                </a:lnTo>
                <a:lnTo>
                  <a:pt x="260996" y="1498459"/>
                </a:lnTo>
                <a:cubicBezTo>
                  <a:pt x="260996" y="1492430"/>
                  <a:pt x="259424" y="1488001"/>
                  <a:pt x="256252" y="1485191"/>
                </a:cubicBezTo>
                <a:cubicBezTo>
                  <a:pt x="253099" y="1482381"/>
                  <a:pt x="248708" y="1480981"/>
                  <a:pt x="243089" y="1480981"/>
                </a:cubicBezTo>
                <a:cubicBezTo>
                  <a:pt x="237478" y="1480981"/>
                  <a:pt x="231992" y="1481781"/>
                  <a:pt x="226658" y="1483410"/>
                </a:cubicBezTo>
                <a:cubicBezTo>
                  <a:pt x="221314" y="1485020"/>
                  <a:pt x="215980" y="1487029"/>
                  <a:pt x="210656" y="1489411"/>
                </a:cubicBezTo>
                <a:lnTo>
                  <a:pt x="200331" y="1468141"/>
                </a:lnTo>
                <a:cubicBezTo>
                  <a:pt x="206503" y="1464903"/>
                  <a:pt x="213361" y="1462379"/>
                  <a:pt x="220867" y="1460540"/>
                </a:cubicBezTo>
                <a:cubicBezTo>
                  <a:pt x="228372" y="1458731"/>
                  <a:pt x="236211" y="1457816"/>
                  <a:pt x="244355" y="1457816"/>
                </a:cubicBezTo>
                <a:close/>
                <a:moveTo>
                  <a:pt x="1065" y="1424737"/>
                </a:moveTo>
                <a:lnTo>
                  <a:pt x="44442" y="1424737"/>
                </a:lnTo>
                <a:lnTo>
                  <a:pt x="80046" y="1539761"/>
                </a:lnTo>
                <a:lnTo>
                  <a:pt x="80684" y="1539761"/>
                </a:lnTo>
                <a:lnTo>
                  <a:pt x="118375" y="1424737"/>
                </a:lnTo>
                <a:lnTo>
                  <a:pt x="161780" y="1424737"/>
                </a:lnTo>
                <a:lnTo>
                  <a:pt x="161780" y="1575137"/>
                </a:lnTo>
                <a:lnTo>
                  <a:pt x="132072" y="1575137"/>
                </a:lnTo>
                <a:lnTo>
                  <a:pt x="132072" y="1503947"/>
                </a:lnTo>
                <a:cubicBezTo>
                  <a:pt x="132072" y="1499165"/>
                  <a:pt x="132177" y="1493698"/>
                  <a:pt x="132386" y="1487507"/>
                </a:cubicBezTo>
                <a:cubicBezTo>
                  <a:pt x="132605" y="1481334"/>
                  <a:pt x="132815" y="1475477"/>
                  <a:pt x="133015" y="1469923"/>
                </a:cubicBezTo>
                <a:cubicBezTo>
                  <a:pt x="133243" y="1464380"/>
                  <a:pt x="133415" y="1460198"/>
                  <a:pt x="133548" y="1457389"/>
                </a:cubicBezTo>
                <a:lnTo>
                  <a:pt x="132710" y="1457389"/>
                </a:lnTo>
                <a:lnTo>
                  <a:pt x="93953" y="1575137"/>
                </a:lnTo>
                <a:lnTo>
                  <a:pt x="64673" y="1575137"/>
                </a:lnTo>
                <a:lnTo>
                  <a:pt x="28440" y="1457189"/>
                </a:lnTo>
                <a:lnTo>
                  <a:pt x="27592" y="1457189"/>
                </a:lnTo>
                <a:cubicBezTo>
                  <a:pt x="27735" y="1459998"/>
                  <a:pt x="27954" y="1464199"/>
                  <a:pt x="28230" y="1469819"/>
                </a:cubicBezTo>
                <a:cubicBezTo>
                  <a:pt x="28506" y="1475438"/>
                  <a:pt x="28792" y="1481439"/>
                  <a:pt x="29068" y="1487830"/>
                </a:cubicBezTo>
                <a:cubicBezTo>
                  <a:pt x="29364" y="1494212"/>
                  <a:pt x="29497" y="1500003"/>
                  <a:pt x="29497" y="1505194"/>
                </a:cubicBezTo>
                <a:lnTo>
                  <a:pt x="29497" y="1575137"/>
                </a:lnTo>
                <a:lnTo>
                  <a:pt x="1065" y="1575137"/>
                </a:lnTo>
                <a:close/>
                <a:moveTo>
                  <a:pt x="420017" y="1415049"/>
                </a:moveTo>
                <a:lnTo>
                  <a:pt x="451402" y="1415049"/>
                </a:lnTo>
                <a:lnTo>
                  <a:pt x="451402" y="1452330"/>
                </a:lnTo>
                <a:cubicBezTo>
                  <a:pt x="451402" y="1456692"/>
                  <a:pt x="451269" y="1460969"/>
                  <a:pt x="450993" y="1465188"/>
                </a:cubicBezTo>
                <a:cubicBezTo>
                  <a:pt x="450707" y="1469389"/>
                  <a:pt x="450431" y="1472694"/>
                  <a:pt x="450154" y="1475085"/>
                </a:cubicBezTo>
                <a:lnTo>
                  <a:pt x="451402" y="1475085"/>
                </a:lnTo>
                <a:cubicBezTo>
                  <a:pt x="454488" y="1470313"/>
                  <a:pt x="458641" y="1466274"/>
                  <a:pt x="463832" y="1462979"/>
                </a:cubicBezTo>
                <a:cubicBezTo>
                  <a:pt x="469023" y="1459674"/>
                  <a:pt x="475786" y="1458026"/>
                  <a:pt x="484063" y="1458026"/>
                </a:cubicBezTo>
                <a:cubicBezTo>
                  <a:pt x="496989" y="1458026"/>
                  <a:pt x="507447" y="1463045"/>
                  <a:pt x="515448" y="1473075"/>
                </a:cubicBezTo>
                <a:cubicBezTo>
                  <a:pt x="523449" y="1483124"/>
                  <a:pt x="527450" y="1497916"/>
                  <a:pt x="527450" y="1517424"/>
                </a:cubicBezTo>
                <a:cubicBezTo>
                  <a:pt x="527450" y="1537083"/>
                  <a:pt x="523383" y="1551961"/>
                  <a:pt x="515239" y="1562077"/>
                </a:cubicBezTo>
                <a:cubicBezTo>
                  <a:pt x="507085" y="1572192"/>
                  <a:pt x="496417" y="1577241"/>
                  <a:pt x="483225" y="1577241"/>
                </a:cubicBezTo>
                <a:cubicBezTo>
                  <a:pt x="474786" y="1577241"/>
                  <a:pt x="468157" y="1575736"/>
                  <a:pt x="463318" y="1572716"/>
                </a:cubicBezTo>
                <a:cubicBezTo>
                  <a:pt x="458470" y="1569706"/>
                  <a:pt x="454488" y="1566296"/>
                  <a:pt x="451402" y="1562506"/>
                </a:cubicBezTo>
                <a:lnTo>
                  <a:pt x="449297" y="1562506"/>
                </a:lnTo>
                <a:lnTo>
                  <a:pt x="444039" y="1575136"/>
                </a:lnTo>
                <a:lnTo>
                  <a:pt x="420017" y="1575136"/>
                </a:lnTo>
                <a:close/>
                <a:moveTo>
                  <a:pt x="1024557" y="1311207"/>
                </a:moveTo>
                <a:lnTo>
                  <a:pt x="1012336" y="1311636"/>
                </a:lnTo>
                <a:cubicBezTo>
                  <a:pt x="1002220" y="1311912"/>
                  <a:pt x="995191" y="1313741"/>
                  <a:pt x="991267" y="1317103"/>
                </a:cubicBezTo>
                <a:cubicBezTo>
                  <a:pt x="987342" y="1320485"/>
                  <a:pt x="985371" y="1324904"/>
                  <a:pt x="985371" y="1330372"/>
                </a:cubicBezTo>
                <a:cubicBezTo>
                  <a:pt x="985371" y="1335153"/>
                  <a:pt x="986771" y="1338563"/>
                  <a:pt x="989590" y="1340592"/>
                </a:cubicBezTo>
                <a:cubicBezTo>
                  <a:pt x="992400" y="1342630"/>
                  <a:pt x="996048" y="1343640"/>
                  <a:pt x="1000535" y="1343640"/>
                </a:cubicBezTo>
                <a:cubicBezTo>
                  <a:pt x="1007278" y="1343640"/>
                  <a:pt x="1012965" y="1341649"/>
                  <a:pt x="1017594" y="1337639"/>
                </a:cubicBezTo>
                <a:cubicBezTo>
                  <a:pt x="1022242" y="1333648"/>
                  <a:pt x="1024557" y="1327990"/>
                  <a:pt x="1024557" y="1320685"/>
                </a:cubicBezTo>
                <a:close/>
                <a:moveTo>
                  <a:pt x="527876" y="1269707"/>
                </a:moveTo>
                <a:cubicBezTo>
                  <a:pt x="521827" y="1269707"/>
                  <a:pt x="516798" y="1271679"/>
                  <a:pt x="512807" y="1275603"/>
                </a:cubicBezTo>
                <a:cubicBezTo>
                  <a:pt x="508797" y="1279546"/>
                  <a:pt x="506444" y="1285652"/>
                  <a:pt x="505749" y="1293948"/>
                </a:cubicBezTo>
                <a:lnTo>
                  <a:pt x="549783" y="1293948"/>
                </a:lnTo>
                <a:cubicBezTo>
                  <a:pt x="549631" y="1286919"/>
                  <a:pt x="547811" y="1281127"/>
                  <a:pt x="544297" y="1276565"/>
                </a:cubicBezTo>
                <a:cubicBezTo>
                  <a:pt x="540782" y="1272002"/>
                  <a:pt x="535315" y="1269707"/>
                  <a:pt x="527876" y="1269707"/>
                </a:cubicBezTo>
                <a:close/>
                <a:moveTo>
                  <a:pt x="805057" y="1249496"/>
                </a:moveTo>
                <a:lnTo>
                  <a:pt x="836442" y="1249496"/>
                </a:lnTo>
                <a:lnTo>
                  <a:pt x="836442" y="1364501"/>
                </a:lnTo>
                <a:lnTo>
                  <a:pt x="805057" y="1364501"/>
                </a:lnTo>
                <a:close/>
                <a:moveTo>
                  <a:pt x="296155" y="1249496"/>
                </a:moveTo>
                <a:lnTo>
                  <a:pt x="327540" y="1249496"/>
                </a:lnTo>
                <a:lnTo>
                  <a:pt x="327540" y="1364501"/>
                </a:lnTo>
                <a:lnTo>
                  <a:pt x="296155" y="1364501"/>
                </a:lnTo>
                <a:close/>
                <a:moveTo>
                  <a:pt x="343978" y="1249495"/>
                </a:moveTo>
                <a:lnTo>
                  <a:pt x="376839" y="1249495"/>
                </a:lnTo>
                <a:lnTo>
                  <a:pt x="398957" y="1314998"/>
                </a:lnTo>
                <a:cubicBezTo>
                  <a:pt x="400223" y="1318942"/>
                  <a:pt x="401233" y="1322999"/>
                  <a:pt x="402005" y="1327219"/>
                </a:cubicBezTo>
                <a:cubicBezTo>
                  <a:pt x="402776" y="1331429"/>
                  <a:pt x="403233" y="1335220"/>
                  <a:pt x="403376" y="1338601"/>
                </a:cubicBezTo>
                <a:lnTo>
                  <a:pt x="404214" y="1338601"/>
                </a:lnTo>
                <a:cubicBezTo>
                  <a:pt x="404643" y="1331000"/>
                  <a:pt x="406186" y="1323152"/>
                  <a:pt x="408863" y="1314998"/>
                </a:cubicBezTo>
                <a:lnTo>
                  <a:pt x="430970" y="1249495"/>
                </a:lnTo>
                <a:lnTo>
                  <a:pt x="463831" y="1249495"/>
                </a:lnTo>
                <a:lnTo>
                  <a:pt x="420016" y="1364500"/>
                </a:lnTo>
                <a:lnTo>
                  <a:pt x="387793" y="1364500"/>
                </a:lnTo>
                <a:close/>
                <a:moveTo>
                  <a:pt x="527656" y="1247390"/>
                </a:moveTo>
                <a:cubicBezTo>
                  <a:pt x="543525" y="1247390"/>
                  <a:pt x="556089" y="1251914"/>
                  <a:pt x="565366" y="1260963"/>
                </a:cubicBezTo>
                <a:cubicBezTo>
                  <a:pt x="574624" y="1270031"/>
                  <a:pt x="579263" y="1282928"/>
                  <a:pt x="579263" y="1299615"/>
                </a:cubicBezTo>
                <a:lnTo>
                  <a:pt x="579263" y="1314789"/>
                </a:lnTo>
                <a:lnTo>
                  <a:pt x="505111" y="1314789"/>
                </a:lnTo>
                <a:cubicBezTo>
                  <a:pt x="505406" y="1323638"/>
                  <a:pt x="508025" y="1330591"/>
                  <a:pt x="513017" y="1335648"/>
                </a:cubicBezTo>
                <a:cubicBezTo>
                  <a:pt x="517998" y="1340687"/>
                  <a:pt x="524923" y="1343230"/>
                  <a:pt x="533772" y="1343230"/>
                </a:cubicBezTo>
                <a:cubicBezTo>
                  <a:pt x="541211" y="1343230"/>
                  <a:pt x="547945" y="1342487"/>
                  <a:pt x="553984" y="1341021"/>
                </a:cubicBezTo>
                <a:cubicBezTo>
                  <a:pt x="560013" y="1339544"/>
                  <a:pt x="566271" y="1337258"/>
                  <a:pt x="572738" y="1334172"/>
                </a:cubicBezTo>
                <a:lnTo>
                  <a:pt x="572738" y="1358394"/>
                </a:lnTo>
                <a:cubicBezTo>
                  <a:pt x="567109" y="1361214"/>
                  <a:pt x="561184" y="1363261"/>
                  <a:pt x="554946" y="1364605"/>
                </a:cubicBezTo>
                <a:cubicBezTo>
                  <a:pt x="548688" y="1365938"/>
                  <a:pt x="541144" y="1366605"/>
                  <a:pt x="532295" y="1366605"/>
                </a:cubicBezTo>
                <a:cubicBezTo>
                  <a:pt x="520779" y="1366605"/>
                  <a:pt x="510597" y="1364462"/>
                  <a:pt x="501748" y="1360185"/>
                </a:cubicBezTo>
                <a:cubicBezTo>
                  <a:pt x="492909" y="1355899"/>
                  <a:pt x="485946" y="1349403"/>
                  <a:pt x="480889" y="1340687"/>
                </a:cubicBezTo>
                <a:cubicBezTo>
                  <a:pt x="475831" y="1332000"/>
                  <a:pt x="473316" y="1321047"/>
                  <a:pt x="473316" y="1307845"/>
                </a:cubicBezTo>
                <a:cubicBezTo>
                  <a:pt x="473316" y="1294358"/>
                  <a:pt x="475593" y="1283166"/>
                  <a:pt x="480155" y="1274250"/>
                </a:cubicBezTo>
                <a:cubicBezTo>
                  <a:pt x="484708" y="1265316"/>
                  <a:pt x="491071" y="1258620"/>
                  <a:pt x="499215" y="1254124"/>
                </a:cubicBezTo>
                <a:cubicBezTo>
                  <a:pt x="507359" y="1249638"/>
                  <a:pt x="516836" y="1247390"/>
                  <a:pt x="527656" y="1247390"/>
                </a:cubicBezTo>
                <a:close/>
                <a:moveTo>
                  <a:pt x="738919" y="1247389"/>
                </a:moveTo>
                <a:cubicBezTo>
                  <a:pt x="746091" y="1247389"/>
                  <a:pt x="752892" y="1248094"/>
                  <a:pt x="759360" y="1249494"/>
                </a:cubicBezTo>
                <a:cubicBezTo>
                  <a:pt x="765818" y="1250904"/>
                  <a:pt x="772485" y="1253218"/>
                  <a:pt x="779362" y="1256438"/>
                </a:cubicBezTo>
                <a:lnTo>
                  <a:pt x="769894" y="1278983"/>
                </a:lnTo>
                <a:cubicBezTo>
                  <a:pt x="764275" y="1276593"/>
                  <a:pt x="758941" y="1274592"/>
                  <a:pt x="753892" y="1272983"/>
                </a:cubicBezTo>
                <a:cubicBezTo>
                  <a:pt x="748835" y="1271373"/>
                  <a:pt x="743710" y="1270563"/>
                  <a:pt x="738510" y="1270563"/>
                </a:cubicBezTo>
                <a:cubicBezTo>
                  <a:pt x="729242" y="1270563"/>
                  <a:pt x="724613" y="1273087"/>
                  <a:pt x="724613" y="1278136"/>
                </a:cubicBezTo>
                <a:cubicBezTo>
                  <a:pt x="724613" y="1279955"/>
                  <a:pt x="725194" y="1281622"/>
                  <a:pt x="726394" y="1283098"/>
                </a:cubicBezTo>
                <a:cubicBezTo>
                  <a:pt x="727594" y="1284565"/>
                  <a:pt x="729908" y="1286146"/>
                  <a:pt x="733357" y="1287823"/>
                </a:cubicBezTo>
                <a:cubicBezTo>
                  <a:pt x="736776" y="1289509"/>
                  <a:pt x="741872" y="1291766"/>
                  <a:pt x="748606" y="1294566"/>
                </a:cubicBezTo>
                <a:cubicBezTo>
                  <a:pt x="755207" y="1297233"/>
                  <a:pt x="760903" y="1300015"/>
                  <a:pt x="765684" y="1302891"/>
                </a:cubicBezTo>
                <a:cubicBezTo>
                  <a:pt x="770447" y="1305768"/>
                  <a:pt x="774133" y="1309359"/>
                  <a:pt x="776733" y="1313626"/>
                </a:cubicBezTo>
                <a:cubicBezTo>
                  <a:pt x="779324" y="1317912"/>
                  <a:pt x="780629" y="1323494"/>
                  <a:pt x="780629" y="1330371"/>
                </a:cubicBezTo>
                <a:cubicBezTo>
                  <a:pt x="780629" y="1342029"/>
                  <a:pt x="776533" y="1350992"/>
                  <a:pt x="768304" y="1357231"/>
                </a:cubicBezTo>
                <a:cubicBezTo>
                  <a:pt x="760093" y="1363489"/>
                  <a:pt x="747835" y="1366604"/>
                  <a:pt x="731556" y="1366604"/>
                </a:cubicBezTo>
                <a:cubicBezTo>
                  <a:pt x="723546" y="1366604"/>
                  <a:pt x="716678" y="1366080"/>
                  <a:pt x="710916" y="1365032"/>
                </a:cubicBezTo>
                <a:cubicBezTo>
                  <a:pt x="705153" y="1363965"/>
                  <a:pt x="699390" y="1362251"/>
                  <a:pt x="693637" y="1359870"/>
                </a:cubicBezTo>
                <a:lnTo>
                  <a:pt x="693637" y="1333952"/>
                </a:lnTo>
                <a:cubicBezTo>
                  <a:pt x="699819" y="1336762"/>
                  <a:pt x="706496" y="1339077"/>
                  <a:pt x="713659" y="1340915"/>
                </a:cubicBezTo>
                <a:cubicBezTo>
                  <a:pt x="720803" y="1342734"/>
                  <a:pt x="727127" y="1343639"/>
                  <a:pt x="732614" y="1343639"/>
                </a:cubicBezTo>
                <a:cubicBezTo>
                  <a:pt x="738786" y="1343639"/>
                  <a:pt x="743177" y="1342734"/>
                  <a:pt x="745777" y="1340915"/>
                </a:cubicBezTo>
                <a:cubicBezTo>
                  <a:pt x="748368" y="1339077"/>
                  <a:pt x="749673" y="1336695"/>
                  <a:pt x="749673" y="1333752"/>
                </a:cubicBezTo>
                <a:cubicBezTo>
                  <a:pt x="749673" y="1331781"/>
                  <a:pt x="749139" y="1330028"/>
                  <a:pt x="748092" y="1328485"/>
                </a:cubicBezTo>
                <a:cubicBezTo>
                  <a:pt x="747034" y="1326942"/>
                  <a:pt x="744748" y="1325180"/>
                  <a:pt x="741234" y="1323227"/>
                </a:cubicBezTo>
                <a:cubicBezTo>
                  <a:pt x="737719" y="1321255"/>
                  <a:pt x="732252" y="1318712"/>
                  <a:pt x="724813" y="1315626"/>
                </a:cubicBezTo>
                <a:cubicBezTo>
                  <a:pt x="717650" y="1312540"/>
                  <a:pt x="711754" y="1309492"/>
                  <a:pt x="707125" y="1306472"/>
                </a:cubicBezTo>
                <a:cubicBezTo>
                  <a:pt x="702476" y="1303463"/>
                  <a:pt x="699047" y="1299805"/>
                  <a:pt x="696809" y="1295519"/>
                </a:cubicBezTo>
                <a:cubicBezTo>
                  <a:pt x="694542" y="1291233"/>
                  <a:pt x="693428" y="1285870"/>
                  <a:pt x="693428" y="1279412"/>
                </a:cubicBezTo>
                <a:cubicBezTo>
                  <a:pt x="693428" y="1268725"/>
                  <a:pt x="697562" y="1260724"/>
                  <a:pt x="705858" y="1255390"/>
                </a:cubicBezTo>
                <a:cubicBezTo>
                  <a:pt x="714135" y="1250065"/>
                  <a:pt x="725156" y="1247389"/>
                  <a:pt x="738919" y="1247389"/>
                </a:cubicBezTo>
                <a:close/>
                <a:moveTo>
                  <a:pt x="668986" y="1247388"/>
                </a:moveTo>
                <a:cubicBezTo>
                  <a:pt x="670529" y="1247388"/>
                  <a:pt x="672367" y="1247455"/>
                  <a:pt x="674472" y="1247598"/>
                </a:cubicBezTo>
                <a:cubicBezTo>
                  <a:pt x="676577" y="1247731"/>
                  <a:pt x="678263" y="1247950"/>
                  <a:pt x="679530" y="1248226"/>
                </a:cubicBezTo>
                <a:lnTo>
                  <a:pt x="677215" y="1277715"/>
                </a:lnTo>
                <a:cubicBezTo>
                  <a:pt x="676215" y="1277439"/>
                  <a:pt x="674777" y="1277201"/>
                  <a:pt x="672891" y="1276973"/>
                </a:cubicBezTo>
                <a:cubicBezTo>
                  <a:pt x="670995" y="1276773"/>
                  <a:pt x="669348" y="1276668"/>
                  <a:pt x="667938" y="1276668"/>
                </a:cubicBezTo>
                <a:cubicBezTo>
                  <a:pt x="662594" y="1276668"/>
                  <a:pt x="657470" y="1277611"/>
                  <a:pt x="652565" y="1279516"/>
                </a:cubicBezTo>
                <a:cubicBezTo>
                  <a:pt x="647640" y="1281402"/>
                  <a:pt x="643687" y="1284469"/>
                  <a:pt x="640668" y="1288669"/>
                </a:cubicBezTo>
                <a:cubicBezTo>
                  <a:pt x="637629" y="1292879"/>
                  <a:pt x="636124" y="1298642"/>
                  <a:pt x="636124" y="1305948"/>
                </a:cubicBezTo>
                <a:lnTo>
                  <a:pt x="636124" y="1364498"/>
                </a:lnTo>
                <a:lnTo>
                  <a:pt x="604739" y="1364498"/>
                </a:lnTo>
                <a:lnTo>
                  <a:pt x="604739" y="1249493"/>
                </a:lnTo>
                <a:lnTo>
                  <a:pt x="628552" y="1249493"/>
                </a:lnTo>
                <a:lnTo>
                  <a:pt x="633181" y="1268867"/>
                </a:lnTo>
                <a:lnTo>
                  <a:pt x="634648" y="1268867"/>
                </a:lnTo>
                <a:cubicBezTo>
                  <a:pt x="638029" y="1262971"/>
                  <a:pt x="642659" y="1257913"/>
                  <a:pt x="648555" y="1253713"/>
                </a:cubicBezTo>
                <a:cubicBezTo>
                  <a:pt x="654450" y="1249493"/>
                  <a:pt x="661270" y="1247388"/>
                  <a:pt x="668986" y="1247388"/>
                </a:cubicBezTo>
                <a:close/>
                <a:moveTo>
                  <a:pt x="223079" y="1247388"/>
                </a:moveTo>
                <a:cubicBezTo>
                  <a:pt x="235443" y="1247388"/>
                  <a:pt x="245330" y="1250731"/>
                  <a:pt x="252769" y="1257399"/>
                </a:cubicBezTo>
                <a:cubicBezTo>
                  <a:pt x="260208" y="1264066"/>
                  <a:pt x="263942" y="1274763"/>
                  <a:pt x="263942" y="1289508"/>
                </a:cubicBezTo>
                <a:lnTo>
                  <a:pt x="263942" y="1364498"/>
                </a:lnTo>
                <a:lnTo>
                  <a:pt x="232557" y="1364498"/>
                </a:lnTo>
                <a:lnTo>
                  <a:pt x="232557" y="1297308"/>
                </a:lnTo>
                <a:cubicBezTo>
                  <a:pt x="232557" y="1289022"/>
                  <a:pt x="231080" y="1282802"/>
                  <a:pt x="228137" y="1278668"/>
                </a:cubicBezTo>
                <a:cubicBezTo>
                  <a:pt x="225184" y="1274525"/>
                  <a:pt x="220470" y="1272448"/>
                  <a:pt x="214012" y="1272448"/>
                </a:cubicBezTo>
                <a:cubicBezTo>
                  <a:pt x="204468" y="1272448"/>
                  <a:pt x="197933" y="1275725"/>
                  <a:pt x="194438" y="1282250"/>
                </a:cubicBezTo>
                <a:cubicBezTo>
                  <a:pt x="190923" y="1288765"/>
                  <a:pt x="189151" y="1298147"/>
                  <a:pt x="189151" y="1310367"/>
                </a:cubicBezTo>
                <a:lnTo>
                  <a:pt x="189151" y="1364498"/>
                </a:lnTo>
                <a:lnTo>
                  <a:pt x="157766" y="1364498"/>
                </a:lnTo>
                <a:lnTo>
                  <a:pt x="157766" y="1249493"/>
                </a:lnTo>
                <a:lnTo>
                  <a:pt x="181789" y="1249493"/>
                </a:lnTo>
                <a:lnTo>
                  <a:pt x="185999" y="1264238"/>
                </a:lnTo>
                <a:lnTo>
                  <a:pt x="187684" y="1264238"/>
                </a:lnTo>
                <a:cubicBezTo>
                  <a:pt x="191333" y="1258342"/>
                  <a:pt x="196352" y="1254055"/>
                  <a:pt x="202753" y="1251379"/>
                </a:cubicBezTo>
                <a:cubicBezTo>
                  <a:pt x="209144" y="1248721"/>
                  <a:pt x="215917" y="1247388"/>
                  <a:pt x="223079" y="1247388"/>
                </a:cubicBezTo>
                <a:close/>
                <a:moveTo>
                  <a:pt x="1007907" y="1247180"/>
                </a:moveTo>
                <a:cubicBezTo>
                  <a:pt x="1023356" y="1247180"/>
                  <a:pt x="1035187" y="1250505"/>
                  <a:pt x="1043407" y="1257172"/>
                </a:cubicBezTo>
                <a:cubicBezTo>
                  <a:pt x="1051617" y="1263849"/>
                  <a:pt x="1055722" y="1274060"/>
                  <a:pt x="1055722" y="1287824"/>
                </a:cubicBezTo>
                <a:lnTo>
                  <a:pt x="1055722" y="1364500"/>
                </a:lnTo>
                <a:lnTo>
                  <a:pt x="1033815" y="1364500"/>
                </a:lnTo>
                <a:lnTo>
                  <a:pt x="1027709" y="1348917"/>
                </a:lnTo>
                <a:lnTo>
                  <a:pt x="1026871" y="1348917"/>
                </a:lnTo>
                <a:cubicBezTo>
                  <a:pt x="1021947" y="1355089"/>
                  <a:pt x="1016756" y="1359585"/>
                  <a:pt x="1011288" y="1362395"/>
                </a:cubicBezTo>
                <a:cubicBezTo>
                  <a:pt x="1005802" y="1365205"/>
                  <a:pt x="998296" y="1366605"/>
                  <a:pt x="988743" y="1366605"/>
                </a:cubicBezTo>
                <a:cubicBezTo>
                  <a:pt x="978494" y="1366605"/>
                  <a:pt x="969997" y="1363623"/>
                  <a:pt x="963254" y="1357661"/>
                </a:cubicBezTo>
                <a:cubicBezTo>
                  <a:pt x="956520" y="1351698"/>
                  <a:pt x="953138" y="1342526"/>
                  <a:pt x="953138" y="1330162"/>
                </a:cubicBezTo>
                <a:cubicBezTo>
                  <a:pt x="953138" y="1317942"/>
                  <a:pt x="957424" y="1308931"/>
                  <a:pt x="965997" y="1303102"/>
                </a:cubicBezTo>
                <a:cubicBezTo>
                  <a:pt x="974550" y="1297272"/>
                  <a:pt x="987409" y="1294081"/>
                  <a:pt x="1004535" y="1293519"/>
                </a:cubicBezTo>
                <a:lnTo>
                  <a:pt x="1024557" y="1292881"/>
                </a:lnTo>
                <a:lnTo>
                  <a:pt x="1024557" y="1287824"/>
                </a:lnTo>
                <a:cubicBezTo>
                  <a:pt x="1024557" y="1281794"/>
                  <a:pt x="1022975" y="1277365"/>
                  <a:pt x="1019804" y="1274555"/>
                </a:cubicBezTo>
                <a:cubicBezTo>
                  <a:pt x="1016651" y="1271745"/>
                  <a:pt x="1012260" y="1270345"/>
                  <a:pt x="1006640" y="1270345"/>
                </a:cubicBezTo>
                <a:cubicBezTo>
                  <a:pt x="1001039" y="1270345"/>
                  <a:pt x="995553" y="1271145"/>
                  <a:pt x="990219" y="1272774"/>
                </a:cubicBezTo>
                <a:cubicBezTo>
                  <a:pt x="984875" y="1274384"/>
                  <a:pt x="979541" y="1276393"/>
                  <a:pt x="974207" y="1278775"/>
                </a:cubicBezTo>
                <a:lnTo>
                  <a:pt x="963892" y="1257506"/>
                </a:lnTo>
                <a:cubicBezTo>
                  <a:pt x="970064" y="1254267"/>
                  <a:pt x="976922" y="1251743"/>
                  <a:pt x="984428" y="1249905"/>
                </a:cubicBezTo>
                <a:cubicBezTo>
                  <a:pt x="991934" y="1248095"/>
                  <a:pt x="999773" y="1247180"/>
                  <a:pt x="1007907" y="1247180"/>
                </a:cubicBezTo>
                <a:close/>
                <a:moveTo>
                  <a:pt x="1102705" y="1225057"/>
                </a:moveTo>
                <a:lnTo>
                  <a:pt x="1122707" y="1225057"/>
                </a:lnTo>
                <a:lnTo>
                  <a:pt x="1122707" y="1249498"/>
                </a:lnTo>
                <a:lnTo>
                  <a:pt x="1154930" y="1249498"/>
                </a:lnTo>
                <a:lnTo>
                  <a:pt x="1154930" y="1273082"/>
                </a:lnTo>
                <a:lnTo>
                  <a:pt x="1122707" y="1273082"/>
                </a:lnTo>
                <a:lnTo>
                  <a:pt x="1122707" y="1328489"/>
                </a:lnTo>
                <a:cubicBezTo>
                  <a:pt x="1122707" y="1332841"/>
                  <a:pt x="1123974" y="1336099"/>
                  <a:pt x="1126498" y="1338271"/>
                </a:cubicBezTo>
                <a:cubicBezTo>
                  <a:pt x="1129032" y="1340452"/>
                  <a:pt x="1132327" y="1341547"/>
                  <a:pt x="1136404" y="1341547"/>
                </a:cubicBezTo>
                <a:cubicBezTo>
                  <a:pt x="1139900" y="1341547"/>
                  <a:pt x="1143281" y="1341185"/>
                  <a:pt x="1146520" y="1340481"/>
                </a:cubicBezTo>
                <a:cubicBezTo>
                  <a:pt x="1149739" y="1339785"/>
                  <a:pt x="1152959" y="1338937"/>
                  <a:pt x="1156206" y="1337966"/>
                </a:cubicBezTo>
                <a:lnTo>
                  <a:pt x="1156206" y="1361350"/>
                </a:lnTo>
                <a:cubicBezTo>
                  <a:pt x="1152825" y="1362750"/>
                  <a:pt x="1148644" y="1363969"/>
                  <a:pt x="1143672" y="1365036"/>
                </a:cubicBezTo>
                <a:cubicBezTo>
                  <a:pt x="1138680" y="1366074"/>
                  <a:pt x="1133232" y="1366608"/>
                  <a:pt x="1127336" y="1366608"/>
                </a:cubicBezTo>
                <a:cubicBezTo>
                  <a:pt x="1120459" y="1366608"/>
                  <a:pt x="1114306" y="1365474"/>
                  <a:pt x="1108905" y="1363236"/>
                </a:cubicBezTo>
                <a:cubicBezTo>
                  <a:pt x="1103505" y="1360988"/>
                  <a:pt x="1099228" y="1357092"/>
                  <a:pt x="1096066" y="1351539"/>
                </a:cubicBezTo>
                <a:cubicBezTo>
                  <a:pt x="1092894" y="1346005"/>
                  <a:pt x="1091322" y="1338309"/>
                  <a:pt x="1091322" y="1328489"/>
                </a:cubicBezTo>
                <a:lnTo>
                  <a:pt x="1091322" y="1273082"/>
                </a:lnTo>
                <a:lnTo>
                  <a:pt x="1076377" y="1273082"/>
                </a:lnTo>
                <a:lnTo>
                  <a:pt x="1076377" y="1259813"/>
                </a:lnTo>
                <a:lnTo>
                  <a:pt x="1093637" y="1249269"/>
                </a:lnTo>
                <a:close/>
                <a:moveTo>
                  <a:pt x="884063" y="1225057"/>
                </a:moveTo>
                <a:lnTo>
                  <a:pt x="904065" y="1225057"/>
                </a:lnTo>
                <a:lnTo>
                  <a:pt x="904065" y="1249498"/>
                </a:lnTo>
                <a:lnTo>
                  <a:pt x="936289" y="1249498"/>
                </a:lnTo>
                <a:lnTo>
                  <a:pt x="936289" y="1273082"/>
                </a:lnTo>
                <a:lnTo>
                  <a:pt x="904065" y="1273082"/>
                </a:lnTo>
                <a:lnTo>
                  <a:pt x="904065" y="1328489"/>
                </a:lnTo>
                <a:cubicBezTo>
                  <a:pt x="904065" y="1332841"/>
                  <a:pt x="905332" y="1336099"/>
                  <a:pt x="907856" y="1338271"/>
                </a:cubicBezTo>
                <a:cubicBezTo>
                  <a:pt x="910390" y="1340452"/>
                  <a:pt x="913686" y="1341547"/>
                  <a:pt x="917762" y="1341547"/>
                </a:cubicBezTo>
                <a:cubicBezTo>
                  <a:pt x="921258" y="1341547"/>
                  <a:pt x="924639" y="1341185"/>
                  <a:pt x="927878" y="1340481"/>
                </a:cubicBezTo>
                <a:cubicBezTo>
                  <a:pt x="931097" y="1339785"/>
                  <a:pt x="934317" y="1338937"/>
                  <a:pt x="937565" y="1337966"/>
                </a:cubicBezTo>
                <a:lnTo>
                  <a:pt x="937565" y="1361350"/>
                </a:lnTo>
                <a:cubicBezTo>
                  <a:pt x="934183" y="1362750"/>
                  <a:pt x="930002" y="1363969"/>
                  <a:pt x="925030" y="1365036"/>
                </a:cubicBezTo>
                <a:cubicBezTo>
                  <a:pt x="920039" y="1366074"/>
                  <a:pt x="914591" y="1366608"/>
                  <a:pt x="908695" y="1366608"/>
                </a:cubicBezTo>
                <a:cubicBezTo>
                  <a:pt x="901818" y="1366608"/>
                  <a:pt x="895664" y="1365474"/>
                  <a:pt x="890264" y="1363236"/>
                </a:cubicBezTo>
                <a:cubicBezTo>
                  <a:pt x="884863" y="1360988"/>
                  <a:pt x="880586" y="1357092"/>
                  <a:pt x="877424" y="1351539"/>
                </a:cubicBezTo>
                <a:cubicBezTo>
                  <a:pt x="874252" y="1346005"/>
                  <a:pt x="872681" y="1338309"/>
                  <a:pt x="872681" y="1328489"/>
                </a:cubicBezTo>
                <a:lnTo>
                  <a:pt x="872681" y="1273082"/>
                </a:lnTo>
                <a:lnTo>
                  <a:pt x="857736" y="1273082"/>
                </a:lnTo>
                <a:lnTo>
                  <a:pt x="857736" y="1259813"/>
                </a:lnTo>
                <a:lnTo>
                  <a:pt x="874995" y="1249269"/>
                </a:lnTo>
                <a:close/>
                <a:moveTo>
                  <a:pt x="0" y="1214095"/>
                </a:moveTo>
                <a:lnTo>
                  <a:pt x="31814" y="1214095"/>
                </a:lnTo>
                <a:lnTo>
                  <a:pt x="31814" y="1306154"/>
                </a:lnTo>
                <a:cubicBezTo>
                  <a:pt x="31814" y="1318508"/>
                  <a:pt x="34328" y="1327214"/>
                  <a:pt x="39386" y="1332272"/>
                </a:cubicBezTo>
                <a:cubicBezTo>
                  <a:pt x="44444" y="1337330"/>
                  <a:pt x="51949" y="1339854"/>
                  <a:pt x="61932" y="1339854"/>
                </a:cubicBezTo>
                <a:cubicBezTo>
                  <a:pt x="72314" y="1339854"/>
                  <a:pt x="79877" y="1337120"/>
                  <a:pt x="84572" y="1331643"/>
                </a:cubicBezTo>
                <a:cubicBezTo>
                  <a:pt x="89268" y="1326166"/>
                  <a:pt x="91640" y="1317603"/>
                  <a:pt x="91640" y="1305945"/>
                </a:cubicBezTo>
                <a:lnTo>
                  <a:pt x="91640" y="1214095"/>
                </a:lnTo>
                <a:lnTo>
                  <a:pt x="123434" y="1214095"/>
                </a:lnTo>
                <a:lnTo>
                  <a:pt x="123434" y="1311412"/>
                </a:lnTo>
                <a:cubicBezTo>
                  <a:pt x="123434" y="1321814"/>
                  <a:pt x="121158" y="1331196"/>
                  <a:pt x="116596" y="1339539"/>
                </a:cubicBezTo>
                <a:cubicBezTo>
                  <a:pt x="112033" y="1347893"/>
                  <a:pt x="105146" y="1354494"/>
                  <a:pt x="95955" y="1359342"/>
                </a:cubicBezTo>
                <a:cubicBezTo>
                  <a:pt x="86754" y="1364190"/>
                  <a:pt x="75133" y="1366609"/>
                  <a:pt x="61093" y="1366609"/>
                </a:cubicBezTo>
                <a:cubicBezTo>
                  <a:pt x="41158" y="1366609"/>
                  <a:pt x="25984" y="1361514"/>
                  <a:pt x="15592" y="1351331"/>
                </a:cubicBezTo>
                <a:cubicBezTo>
                  <a:pt x="5191" y="1341149"/>
                  <a:pt x="0" y="1327709"/>
                  <a:pt x="0" y="1311003"/>
                </a:cubicBezTo>
                <a:close/>
                <a:moveTo>
                  <a:pt x="1028548" y="1206089"/>
                </a:moveTo>
                <a:cubicBezTo>
                  <a:pt x="1032472" y="1206089"/>
                  <a:pt x="1035882" y="1207194"/>
                  <a:pt x="1038768" y="1209366"/>
                </a:cubicBezTo>
                <a:cubicBezTo>
                  <a:pt x="1041644" y="1211547"/>
                  <a:pt x="1043083" y="1215091"/>
                  <a:pt x="1043083" y="1219996"/>
                </a:cubicBezTo>
                <a:cubicBezTo>
                  <a:pt x="1043083" y="1224644"/>
                  <a:pt x="1041644" y="1228083"/>
                  <a:pt x="1038768" y="1230331"/>
                </a:cubicBezTo>
                <a:cubicBezTo>
                  <a:pt x="1035882" y="1232579"/>
                  <a:pt x="1032472" y="1233693"/>
                  <a:pt x="1028548" y="1233693"/>
                </a:cubicBezTo>
                <a:cubicBezTo>
                  <a:pt x="1024490" y="1233693"/>
                  <a:pt x="1021042" y="1232579"/>
                  <a:pt x="1018232" y="1230331"/>
                </a:cubicBezTo>
                <a:cubicBezTo>
                  <a:pt x="1015422" y="1228083"/>
                  <a:pt x="1014012" y="1224644"/>
                  <a:pt x="1014012" y="1219996"/>
                </a:cubicBezTo>
                <a:cubicBezTo>
                  <a:pt x="1014012" y="1215091"/>
                  <a:pt x="1015422" y="1211547"/>
                  <a:pt x="1018232" y="1209366"/>
                </a:cubicBezTo>
                <a:cubicBezTo>
                  <a:pt x="1021042" y="1207194"/>
                  <a:pt x="1024490" y="1206089"/>
                  <a:pt x="1028548" y="1206089"/>
                </a:cubicBezTo>
                <a:close/>
                <a:moveTo>
                  <a:pt x="986847" y="1206089"/>
                </a:moveTo>
                <a:cubicBezTo>
                  <a:pt x="990771" y="1206089"/>
                  <a:pt x="994181" y="1207194"/>
                  <a:pt x="997058" y="1209366"/>
                </a:cubicBezTo>
                <a:cubicBezTo>
                  <a:pt x="999935" y="1211547"/>
                  <a:pt x="1001382" y="1215091"/>
                  <a:pt x="1001382" y="1219996"/>
                </a:cubicBezTo>
                <a:cubicBezTo>
                  <a:pt x="1001382" y="1224644"/>
                  <a:pt x="999935" y="1228083"/>
                  <a:pt x="997058" y="1230331"/>
                </a:cubicBezTo>
                <a:cubicBezTo>
                  <a:pt x="994181" y="1232579"/>
                  <a:pt x="990771" y="1233693"/>
                  <a:pt x="986847" y="1233693"/>
                </a:cubicBezTo>
                <a:cubicBezTo>
                  <a:pt x="982913" y="1233693"/>
                  <a:pt x="979541" y="1232579"/>
                  <a:pt x="976732" y="1230331"/>
                </a:cubicBezTo>
                <a:cubicBezTo>
                  <a:pt x="973922" y="1228083"/>
                  <a:pt x="972531" y="1224644"/>
                  <a:pt x="972531" y="1219996"/>
                </a:cubicBezTo>
                <a:cubicBezTo>
                  <a:pt x="972531" y="1215091"/>
                  <a:pt x="973922" y="1211547"/>
                  <a:pt x="976732" y="1209366"/>
                </a:cubicBezTo>
                <a:cubicBezTo>
                  <a:pt x="979541" y="1207194"/>
                  <a:pt x="982913" y="1206089"/>
                  <a:pt x="986847" y="1206089"/>
                </a:cubicBezTo>
                <a:close/>
                <a:moveTo>
                  <a:pt x="820859" y="1204414"/>
                </a:moveTo>
                <a:cubicBezTo>
                  <a:pt x="825488" y="1204414"/>
                  <a:pt x="829498" y="1205509"/>
                  <a:pt x="832860" y="1207691"/>
                </a:cubicBezTo>
                <a:cubicBezTo>
                  <a:pt x="836232" y="1209862"/>
                  <a:pt x="837918" y="1213891"/>
                  <a:pt x="837918" y="1219787"/>
                </a:cubicBezTo>
                <a:cubicBezTo>
                  <a:pt x="837918" y="1225550"/>
                  <a:pt x="836232" y="1229560"/>
                  <a:pt x="832860" y="1231808"/>
                </a:cubicBezTo>
                <a:cubicBezTo>
                  <a:pt x="829498" y="1234056"/>
                  <a:pt x="825488" y="1235170"/>
                  <a:pt x="820859" y="1235170"/>
                </a:cubicBezTo>
                <a:cubicBezTo>
                  <a:pt x="816077" y="1235170"/>
                  <a:pt x="812048" y="1234056"/>
                  <a:pt x="808762" y="1231808"/>
                </a:cubicBezTo>
                <a:cubicBezTo>
                  <a:pt x="805447" y="1229560"/>
                  <a:pt x="803809" y="1225550"/>
                  <a:pt x="803809" y="1219787"/>
                </a:cubicBezTo>
                <a:cubicBezTo>
                  <a:pt x="803809" y="1213891"/>
                  <a:pt x="805447" y="1209862"/>
                  <a:pt x="808762" y="1207691"/>
                </a:cubicBezTo>
                <a:cubicBezTo>
                  <a:pt x="812048" y="1205509"/>
                  <a:pt x="816077" y="1204414"/>
                  <a:pt x="820859" y="1204414"/>
                </a:cubicBezTo>
                <a:close/>
                <a:moveTo>
                  <a:pt x="311957" y="1204414"/>
                </a:moveTo>
                <a:cubicBezTo>
                  <a:pt x="316586" y="1204414"/>
                  <a:pt x="320596" y="1205509"/>
                  <a:pt x="323959" y="1207691"/>
                </a:cubicBezTo>
                <a:cubicBezTo>
                  <a:pt x="327331" y="1209862"/>
                  <a:pt x="329016" y="1213891"/>
                  <a:pt x="329016" y="1219787"/>
                </a:cubicBezTo>
                <a:cubicBezTo>
                  <a:pt x="329016" y="1225550"/>
                  <a:pt x="327331" y="1229560"/>
                  <a:pt x="323959" y="1231808"/>
                </a:cubicBezTo>
                <a:cubicBezTo>
                  <a:pt x="320596" y="1234056"/>
                  <a:pt x="316586" y="1235170"/>
                  <a:pt x="311957" y="1235170"/>
                </a:cubicBezTo>
                <a:cubicBezTo>
                  <a:pt x="307176" y="1235170"/>
                  <a:pt x="303147" y="1234056"/>
                  <a:pt x="299860" y="1231808"/>
                </a:cubicBezTo>
                <a:cubicBezTo>
                  <a:pt x="296546" y="1229560"/>
                  <a:pt x="294907" y="1225550"/>
                  <a:pt x="294907" y="1219787"/>
                </a:cubicBezTo>
                <a:cubicBezTo>
                  <a:pt x="294907" y="1213891"/>
                  <a:pt x="296546" y="1209862"/>
                  <a:pt x="299860" y="1207691"/>
                </a:cubicBezTo>
                <a:cubicBezTo>
                  <a:pt x="303147" y="1205509"/>
                  <a:pt x="307176" y="1204414"/>
                  <a:pt x="311957" y="1204414"/>
                </a:cubicBezTo>
                <a:close/>
                <a:moveTo>
                  <a:pt x="498587" y="809418"/>
                </a:moveTo>
                <a:cubicBezTo>
                  <a:pt x="442199" y="806941"/>
                  <a:pt x="396784" y="887589"/>
                  <a:pt x="382239" y="936138"/>
                </a:cubicBezTo>
                <a:cubicBezTo>
                  <a:pt x="378239" y="949511"/>
                  <a:pt x="369714" y="986630"/>
                  <a:pt x="366628" y="998860"/>
                </a:cubicBezTo>
                <a:cubicBezTo>
                  <a:pt x="387992" y="1004061"/>
                  <a:pt x="444628" y="1015444"/>
                  <a:pt x="505455" y="1012757"/>
                </a:cubicBezTo>
                <a:cubicBezTo>
                  <a:pt x="515961" y="943272"/>
                  <a:pt x="531543" y="858519"/>
                  <a:pt x="536887" y="830316"/>
                </a:cubicBezTo>
                <a:lnTo>
                  <a:pt x="536868" y="830306"/>
                </a:lnTo>
                <a:cubicBezTo>
                  <a:pt x="523819" y="817638"/>
                  <a:pt x="510589" y="809894"/>
                  <a:pt x="498587" y="809418"/>
                </a:cubicBezTo>
                <a:close/>
                <a:moveTo>
                  <a:pt x="55989" y="805169"/>
                </a:moveTo>
                <a:lnTo>
                  <a:pt x="33805" y="822648"/>
                </a:lnTo>
                <a:cubicBezTo>
                  <a:pt x="42539" y="836764"/>
                  <a:pt x="58418" y="856881"/>
                  <a:pt x="76496" y="875426"/>
                </a:cubicBezTo>
                <a:cubicBezTo>
                  <a:pt x="82325" y="868863"/>
                  <a:pt x="91698" y="858043"/>
                  <a:pt x="97175" y="852233"/>
                </a:cubicBezTo>
                <a:cubicBezTo>
                  <a:pt x="82992" y="838098"/>
                  <a:pt x="66447" y="818428"/>
                  <a:pt x="55989" y="805169"/>
                </a:cubicBezTo>
                <a:close/>
                <a:moveTo>
                  <a:pt x="280760" y="793873"/>
                </a:moveTo>
                <a:cubicBezTo>
                  <a:pt x="274616" y="816752"/>
                  <a:pt x="267139" y="841650"/>
                  <a:pt x="257366" y="868682"/>
                </a:cubicBezTo>
                <a:cubicBezTo>
                  <a:pt x="264072" y="905887"/>
                  <a:pt x="284646" y="932338"/>
                  <a:pt x="292323" y="938796"/>
                </a:cubicBezTo>
                <a:cubicBezTo>
                  <a:pt x="301534" y="939263"/>
                  <a:pt x="332480" y="932319"/>
                  <a:pt x="367247" y="900086"/>
                </a:cubicBezTo>
                <a:cubicBezTo>
                  <a:pt x="376191" y="872949"/>
                  <a:pt x="386478" y="844870"/>
                  <a:pt x="398660" y="818590"/>
                </a:cubicBezTo>
                <a:lnTo>
                  <a:pt x="398670" y="818571"/>
                </a:lnTo>
                <a:cubicBezTo>
                  <a:pt x="373657" y="816333"/>
                  <a:pt x="330042" y="810246"/>
                  <a:pt x="280760" y="793873"/>
                </a:cubicBezTo>
                <a:close/>
                <a:moveTo>
                  <a:pt x="212037" y="791444"/>
                </a:moveTo>
                <a:cubicBezTo>
                  <a:pt x="194416" y="794178"/>
                  <a:pt x="156744" y="823143"/>
                  <a:pt x="116349" y="868501"/>
                </a:cubicBezTo>
                <a:cubicBezTo>
                  <a:pt x="130884" y="882684"/>
                  <a:pt x="165764" y="914926"/>
                  <a:pt x="201312" y="934405"/>
                </a:cubicBezTo>
                <a:cubicBezTo>
                  <a:pt x="211608" y="912173"/>
                  <a:pt x="221219" y="888485"/>
                  <a:pt x="227991" y="866920"/>
                </a:cubicBezTo>
                <a:lnTo>
                  <a:pt x="227953" y="866673"/>
                </a:lnTo>
                <a:lnTo>
                  <a:pt x="228077" y="866653"/>
                </a:lnTo>
                <a:cubicBezTo>
                  <a:pt x="236383" y="840145"/>
                  <a:pt x="240355" y="816885"/>
                  <a:pt x="235849" y="803655"/>
                </a:cubicBezTo>
                <a:cubicBezTo>
                  <a:pt x="231535" y="790996"/>
                  <a:pt x="221781" y="789930"/>
                  <a:pt x="212037" y="791444"/>
                </a:cubicBezTo>
                <a:close/>
                <a:moveTo>
                  <a:pt x="885797" y="776071"/>
                </a:moveTo>
                <a:lnTo>
                  <a:pt x="885769" y="776109"/>
                </a:lnTo>
                <a:cubicBezTo>
                  <a:pt x="791614" y="926394"/>
                  <a:pt x="623545" y="977658"/>
                  <a:pt x="623545" y="977658"/>
                </a:cubicBezTo>
                <a:cubicBezTo>
                  <a:pt x="623545" y="977658"/>
                  <a:pt x="591056" y="893362"/>
                  <a:pt x="559166" y="856414"/>
                </a:cubicBezTo>
                <a:cubicBezTo>
                  <a:pt x="551270" y="899391"/>
                  <a:pt x="536925" y="979582"/>
                  <a:pt x="528486" y="1039313"/>
                </a:cubicBezTo>
                <a:cubicBezTo>
                  <a:pt x="588322" y="1032817"/>
                  <a:pt x="783423" y="990736"/>
                  <a:pt x="911724" y="797264"/>
                </a:cubicBezTo>
                <a:close/>
                <a:moveTo>
                  <a:pt x="347035" y="617898"/>
                </a:moveTo>
                <a:cubicBezTo>
                  <a:pt x="257528" y="643073"/>
                  <a:pt x="108262" y="737428"/>
                  <a:pt x="65009" y="772394"/>
                </a:cubicBezTo>
                <a:cubicBezTo>
                  <a:pt x="75096" y="786177"/>
                  <a:pt x="94413" y="812780"/>
                  <a:pt x="114768" y="833125"/>
                </a:cubicBezTo>
                <a:cubicBezTo>
                  <a:pt x="199931" y="752439"/>
                  <a:pt x="227610" y="761497"/>
                  <a:pt x="238145" y="764784"/>
                </a:cubicBezTo>
                <a:cubicBezTo>
                  <a:pt x="246937" y="767517"/>
                  <a:pt x="253090" y="775471"/>
                  <a:pt x="256785" y="785386"/>
                </a:cubicBezTo>
                <a:lnTo>
                  <a:pt x="257814" y="785481"/>
                </a:lnTo>
                <a:cubicBezTo>
                  <a:pt x="266434" y="751210"/>
                  <a:pt x="292304" y="662542"/>
                  <a:pt x="347501" y="618651"/>
                </a:cubicBezTo>
                <a:close/>
                <a:moveTo>
                  <a:pt x="620097" y="588666"/>
                </a:moveTo>
                <a:cubicBezTo>
                  <a:pt x="591913" y="617975"/>
                  <a:pt x="527629" y="656951"/>
                  <a:pt x="448952" y="658189"/>
                </a:cubicBezTo>
                <a:cubicBezTo>
                  <a:pt x="410852" y="659047"/>
                  <a:pt x="391707" y="644854"/>
                  <a:pt x="391707" y="644854"/>
                </a:cubicBezTo>
                <a:lnTo>
                  <a:pt x="392278" y="611298"/>
                </a:lnTo>
                <a:cubicBezTo>
                  <a:pt x="332157" y="650360"/>
                  <a:pt x="306611" y="704147"/>
                  <a:pt x="287713" y="768079"/>
                </a:cubicBezTo>
                <a:cubicBezTo>
                  <a:pt x="343149" y="786720"/>
                  <a:pt x="391688" y="791549"/>
                  <a:pt x="411424" y="792787"/>
                </a:cubicBezTo>
                <a:lnTo>
                  <a:pt x="411424" y="792777"/>
                </a:lnTo>
                <a:cubicBezTo>
                  <a:pt x="434665" y="749439"/>
                  <a:pt x="463392" y="712682"/>
                  <a:pt x="500959" y="699147"/>
                </a:cubicBezTo>
                <a:cubicBezTo>
                  <a:pt x="577568" y="671534"/>
                  <a:pt x="621107" y="589514"/>
                  <a:pt x="621107" y="589514"/>
                </a:cubicBezTo>
                <a:close/>
                <a:moveTo>
                  <a:pt x="658693" y="560177"/>
                </a:moveTo>
                <a:cubicBezTo>
                  <a:pt x="643929" y="600944"/>
                  <a:pt x="609306" y="682811"/>
                  <a:pt x="511674" y="721959"/>
                </a:cubicBezTo>
                <a:cubicBezTo>
                  <a:pt x="481956" y="733865"/>
                  <a:pt x="450010" y="768879"/>
                  <a:pt x="430998" y="812732"/>
                </a:cubicBezTo>
                <a:lnTo>
                  <a:pt x="432512" y="813237"/>
                </a:lnTo>
                <a:cubicBezTo>
                  <a:pt x="446371" y="797188"/>
                  <a:pt x="469717" y="778680"/>
                  <a:pt x="495539" y="778871"/>
                </a:cubicBezTo>
                <a:cubicBezTo>
                  <a:pt x="559538" y="779443"/>
                  <a:pt x="620307" y="901458"/>
                  <a:pt x="638785" y="943844"/>
                </a:cubicBezTo>
                <a:cubicBezTo>
                  <a:pt x="757762" y="891056"/>
                  <a:pt x="841125" y="813399"/>
                  <a:pt x="879292" y="732389"/>
                </a:cubicBezTo>
                <a:cubicBezTo>
                  <a:pt x="809759" y="656094"/>
                  <a:pt x="703936" y="588371"/>
                  <a:pt x="658693" y="560177"/>
                </a:cubicBezTo>
                <a:close/>
                <a:moveTo>
                  <a:pt x="359520" y="295985"/>
                </a:moveTo>
                <a:cubicBezTo>
                  <a:pt x="376432" y="295487"/>
                  <a:pt x="398103" y="299224"/>
                  <a:pt x="417767" y="315864"/>
                </a:cubicBezTo>
                <a:lnTo>
                  <a:pt x="411262" y="329637"/>
                </a:lnTo>
                <a:cubicBezTo>
                  <a:pt x="411262" y="329637"/>
                  <a:pt x="387154" y="319740"/>
                  <a:pt x="378991" y="320750"/>
                </a:cubicBezTo>
                <a:lnTo>
                  <a:pt x="378610" y="322331"/>
                </a:lnTo>
                <a:cubicBezTo>
                  <a:pt x="383820" y="328913"/>
                  <a:pt x="381067" y="338219"/>
                  <a:pt x="375867" y="342086"/>
                </a:cubicBezTo>
                <a:lnTo>
                  <a:pt x="357884" y="344353"/>
                </a:lnTo>
                <a:lnTo>
                  <a:pt x="352073" y="328218"/>
                </a:lnTo>
                <a:lnTo>
                  <a:pt x="350216" y="323103"/>
                </a:lnTo>
                <a:cubicBezTo>
                  <a:pt x="345111" y="324750"/>
                  <a:pt x="342177" y="326589"/>
                  <a:pt x="341634" y="327008"/>
                </a:cubicBezTo>
                <a:lnTo>
                  <a:pt x="329833" y="301509"/>
                </a:lnTo>
                <a:cubicBezTo>
                  <a:pt x="330457" y="301214"/>
                  <a:pt x="342608" y="296483"/>
                  <a:pt x="359520" y="295985"/>
                </a:cubicBezTo>
                <a:close/>
                <a:moveTo>
                  <a:pt x="333281" y="229802"/>
                </a:moveTo>
                <a:cubicBezTo>
                  <a:pt x="327585" y="242328"/>
                  <a:pt x="319260" y="258644"/>
                  <a:pt x="316021" y="268579"/>
                </a:cubicBezTo>
                <a:cubicBezTo>
                  <a:pt x="309744" y="287848"/>
                  <a:pt x="315602" y="311670"/>
                  <a:pt x="315602" y="311670"/>
                </a:cubicBezTo>
                <a:cubicBezTo>
                  <a:pt x="315602" y="311670"/>
                  <a:pt x="293599" y="359676"/>
                  <a:pt x="272073" y="402348"/>
                </a:cubicBezTo>
                <a:cubicBezTo>
                  <a:pt x="265596" y="415206"/>
                  <a:pt x="265224" y="423674"/>
                  <a:pt x="266939" y="426913"/>
                </a:cubicBezTo>
                <a:cubicBezTo>
                  <a:pt x="267891" y="428722"/>
                  <a:pt x="269444" y="430189"/>
                  <a:pt x="272768" y="430951"/>
                </a:cubicBezTo>
                <a:cubicBezTo>
                  <a:pt x="276083" y="431704"/>
                  <a:pt x="301124" y="426351"/>
                  <a:pt x="301124" y="426351"/>
                </a:cubicBezTo>
                <a:cubicBezTo>
                  <a:pt x="301124" y="426351"/>
                  <a:pt x="309840" y="431799"/>
                  <a:pt x="307325" y="460364"/>
                </a:cubicBezTo>
                <a:cubicBezTo>
                  <a:pt x="328861" y="464889"/>
                  <a:pt x="346730" y="463975"/>
                  <a:pt x="367294" y="460069"/>
                </a:cubicBezTo>
                <a:lnTo>
                  <a:pt x="370476" y="476071"/>
                </a:lnTo>
                <a:cubicBezTo>
                  <a:pt x="348635" y="484625"/>
                  <a:pt x="328823" y="487616"/>
                  <a:pt x="317507" y="488349"/>
                </a:cubicBezTo>
                <a:cubicBezTo>
                  <a:pt x="320936" y="492845"/>
                  <a:pt x="326785" y="499579"/>
                  <a:pt x="326785" y="499579"/>
                </a:cubicBezTo>
                <a:cubicBezTo>
                  <a:pt x="326785" y="499579"/>
                  <a:pt x="325603" y="512361"/>
                  <a:pt x="325508" y="517505"/>
                </a:cubicBezTo>
                <a:cubicBezTo>
                  <a:pt x="325137" y="538793"/>
                  <a:pt x="340101" y="546632"/>
                  <a:pt x="352835" y="545137"/>
                </a:cubicBezTo>
                <a:cubicBezTo>
                  <a:pt x="388640" y="540936"/>
                  <a:pt x="453810" y="520839"/>
                  <a:pt x="483442" y="465975"/>
                </a:cubicBezTo>
                <a:lnTo>
                  <a:pt x="497920" y="474833"/>
                </a:lnTo>
                <a:cubicBezTo>
                  <a:pt x="477241" y="513028"/>
                  <a:pt x="446666" y="537698"/>
                  <a:pt x="416281" y="552843"/>
                </a:cubicBezTo>
                <a:lnTo>
                  <a:pt x="417329" y="627805"/>
                </a:lnTo>
                <a:cubicBezTo>
                  <a:pt x="480766" y="648855"/>
                  <a:pt x="581826" y="603897"/>
                  <a:pt x="633842" y="546175"/>
                </a:cubicBezTo>
                <a:cubicBezTo>
                  <a:pt x="599419" y="527154"/>
                  <a:pt x="591599" y="489435"/>
                  <a:pt x="592361" y="461431"/>
                </a:cubicBezTo>
                <a:cubicBezTo>
                  <a:pt x="582531" y="458650"/>
                  <a:pt x="554261" y="441591"/>
                  <a:pt x="537535" y="414940"/>
                </a:cubicBezTo>
                <a:cubicBezTo>
                  <a:pt x="531363" y="420798"/>
                  <a:pt x="517389" y="431170"/>
                  <a:pt x="502264" y="429265"/>
                </a:cubicBezTo>
                <a:cubicBezTo>
                  <a:pt x="493062" y="428103"/>
                  <a:pt x="485719" y="423017"/>
                  <a:pt x="480004" y="414635"/>
                </a:cubicBezTo>
                <a:lnTo>
                  <a:pt x="487624" y="402062"/>
                </a:lnTo>
                <a:cubicBezTo>
                  <a:pt x="493910" y="407967"/>
                  <a:pt x="500644" y="407282"/>
                  <a:pt x="503435" y="407110"/>
                </a:cubicBezTo>
                <a:cubicBezTo>
                  <a:pt x="512894" y="406520"/>
                  <a:pt x="522219" y="398109"/>
                  <a:pt x="527010" y="390442"/>
                </a:cubicBezTo>
                <a:cubicBezTo>
                  <a:pt x="534849" y="377907"/>
                  <a:pt x="556042" y="335396"/>
                  <a:pt x="528200" y="324338"/>
                </a:cubicBezTo>
                <a:cubicBezTo>
                  <a:pt x="508522" y="316518"/>
                  <a:pt x="487433" y="343102"/>
                  <a:pt x="487433" y="343102"/>
                </a:cubicBezTo>
                <a:lnTo>
                  <a:pt x="460763" y="335768"/>
                </a:lnTo>
                <a:cubicBezTo>
                  <a:pt x="462144" y="307126"/>
                  <a:pt x="454896" y="260816"/>
                  <a:pt x="424044" y="247728"/>
                </a:cubicBezTo>
                <a:cubicBezTo>
                  <a:pt x="388183" y="232526"/>
                  <a:pt x="333690" y="229859"/>
                  <a:pt x="333281" y="229802"/>
                </a:cubicBezTo>
                <a:close/>
                <a:moveTo>
                  <a:pt x="434203" y="166755"/>
                </a:moveTo>
                <a:cubicBezTo>
                  <a:pt x="414841" y="166562"/>
                  <a:pt x="394407" y="167878"/>
                  <a:pt x="372952" y="171081"/>
                </a:cubicBezTo>
                <a:cubicBezTo>
                  <a:pt x="366666" y="175367"/>
                  <a:pt x="355388" y="186768"/>
                  <a:pt x="346054" y="205152"/>
                </a:cubicBezTo>
                <a:cubicBezTo>
                  <a:pt x="377391" y="209438"/>
                  <a:pt x="414386" y="214134"/>
                  <a:pt x="433712" y="223087"/>
                </a:cubicBezTo>
                <a:cubicBezTo>
                  <a:pt x="473174" y="241413"/>
                  <a:pt x="483776" y="293344"/>
                  <a:pt x="481842" y="316709"/>
                </a:cubicBezTo>
                <a:lnTo>
                  <a:pt x="483271" y="317128"/>
                </a:lnTo>
                <a:cubicBezTo>
                  <a:pt x="496377" y="301830"/>
                  <a:pt x="516503" y="291582"/>
                  <a:pt x="539802" y="301964"/>
                </a:cubicBezTo>
                <a:cubicBezTo>
                  <a:pt x="554661" y="308536"/>
                  <a:pt x="561995" y="317442"/>
                  <a:pt x="565805" y="331158"/>
                </a:cubicBezTo>
                <a:cubicBezTo>
                  <a:pt x="570472" y="347827"/>
                  <a:pt x="566557" y="369734"/>
                  <a:pt x="553699" y="393070"/>
                </a:cubicBezTo>
                <a:cubicBezTo>
                  <a:pt x="560271" y="404786"/>
                  <a:pt x="577235" y="431504"/>
                  <a:pt x="608829" y="441591"/>
                </a:cubicBezTo>
                <a:cubicBezTo>
                  <a:pt x="628451" y="433304"/>
                  <a:pt x="697269" y="369620"/>
                  <a:pt x="665646" y="263416"/>
                </a:cubicBezTo>
                <a:cubicBezTo>
                  <a:pt x="652728" y="243414"/>
                  <a:pt x="569735" y="168105"/>
                  <a:pt x="434203" y="166755"/>
                </a:cubicBezTo>
                <a:close/>
                <a:moveTo>
                  <a:pt x="515050" y="25991"/>
                </a:moveTo>
                <a:cubicBezTo>
                  <a:pt x="488319" y="24434"/>
                  <a:pt x="459568" y="25315"/>
                  <a:pt x="428978" y="29101"/>
                </a:cubicBezTo>
                <a:cubicBezTo>
                  <a:pt x="427083" y="42979"/>
                  <a:pt x="424883" y="60172"/>
                  <a:pt x="439056" y="93976"/>
                </a:cubicBezTo>
                <a:lnTo>
                  <a:pt x="420196" y="97681"/>
                </a:lnTo>
                <a:cubicBezTo>
                  <a:pt x="401718" y="64706"/>
                  <a:pt x="399813" y="47780"/>
                  <a:pt x="400546" y="31635"/>
                </a:cubicBezTo>
                <a:cubicBezTo>
                  <a:pt x="359836" y="33454"/>
                  <a:pt x="321689" y="38321"/>
                  <a:pt x="287342" y="49637"/>
                </a:cubicBezTo>
                <a:cubicBezTo>
                  <a:pt x="242393" y="64448"/>
                  <a:pt x="204093" y="90175"/>
                  <a:pt x="169784" y="122560"/>
                </a:cubicBezTo>
                <a:cubicBezTo>
                  <a:pt x="181643" y="136334"/>
                  <a:pt x="201521" y="155498"/>
                  <a:pt x="240050" y="169966"/>
                </a:cubicBezTo>
                <a:lnTo>
                  <a:pt x="231115" y="187064"/>
                </a:lnTo>
                <a:cubicBezTo>
                  <a:pt x="193730" y="173033"/>
                  <a:pt x="165602" y="156822"/>
                  <a:pt x="147257" y="138801"/>
                </a:cubicBezTo>
                <a:cubicBezTo>
                  <a:pt x="96613" y="171062"/>
                  <a:pt x="69857" y="218582"/>
                  <a:pt x="67028" y="260501"/>
                </a:cubicBezTo>
                <a:cubicBezTo>
                  <a:pt x="64790" y="293677"/>
                  <a:pt x="75506" y="322071"/>
                  <a:pt x="93698" y="334244"/>
                </a:cubicBezTo>
                <a:cubicBezTo>
                  <a:pt x="119663" y="351608"/>
                  <a:pt x="168108" y="329310"/>
                  <a:pt x="211361" y="296811"/>
                </a:cubicBezTo>
                <a:lnTo>
                  <a:pt x="222562" y="311155"/>
                </a:lnTo>
                <a:cubicBezTo>
                  <a:pt x="186729" y="339407"/>
                  <a:pt x="159316" y="354332"/>
                  <a:pt x="137780" y="360752"/>
                </a:cubicBezTo>
                <a:cubicBezTo>
                  <a:pt x="172984" y="404700"/>
                  <a:pt x="232049" y="388746"/>
                  <a:pt x="250108" y="383888"/>
                </a:cubicBezTo>
                <a:cubicBezTo>
                  <a:pt x="267615" y="350379"/>
                  <a:pt x="281960" y="322814"/>
                  <a:pt x="288456" y="308917"/>
                </a:cubicBezTo>
                <a:cubicBezTo>
                  <a:pt x="287027" y="299583"/>
                  <a:pt x="284855" y="275970"/>
                  <a:pt x="291142" y="257873"/>
                </a:cubicBezTo>
                <a:cubicBezTo>
                  <a:pt x="295905" y="244252"/>
                  <a:pt x="314850" y="202066"/>
                  <a:pt x="335386" y="176643"/>
                </a:cubicBezTo>
                <a:lnTo>
                  <a:pt x="335081" y="176081"/>
                </a:lnTo>
                <a:cubicBezTo>
                  <a:pt x="335081" y="176081"/>
                  <a:pt x="308296" y="181368"/>
                  <a:pt x="293885" y="185463"/>
                </a:cubicBezTo>
                <a:lnTo>
                  <a:pt x="288170" y="170033"/>
                </a:lnTo>
                <a:cubicBezTo>
                  <a:pt x="314793" y="159651"/>
                  <a:pt x="413519" y="125418"/>
                  <a:pt x="536582" y="157651"/>
                </a:cubicBezTo>
                <a:cubicBezTo>
                  <a:pt x="647596" y="186721"/>
                  <a:pt x="685839" y="250614"/>
                  <a:pt x="685839" y="250614"/>
                </a:cubicBezTo>
                <a:cubicBezTo>
                  <a:pt x="686106" y="251224"/>
                  <a:pt x="713433" y="321261"/>
                  <a:pt x="683467" y="389822"/>
                </a:cubicBezTo>
                <a:cubicBezTo>
                  <a:pt x="726444" y="392413"/>
                  <a:pt x="787233" y="379850"/>
                  <a:pt x="797805" y="331558"/>
                </a:cubicBezTo>
                <a:lnTo>
                  <a:pt x="797758" y="331577"/>
                </a:lnTo>
                <a:lnTo>
                  <a:pt x="797472" y="331672"/>
                </a:lnTo>
                <a:lnTo>
                  <a:pt x="797472" y="331577"/>
                </a:lnTo>
                <a:lnTo>
                  <a:pt x="796329" y="330720"/>
                </a:lnTo>
                <a:cubicBezTo>
                  <a:pt x="773221" y="343874"/>
                  <a:pt x="743370" y="338626"/>
                  <a:pt x="735750" y="337101"/>
                </a:cubicBezTo>
                <a:lnTo>
                  <a:pt x="739179" y="319671"/>
                </a:lnTo>
                <a:cubicBezTo>
                  <a:pt x="768287" y="325376"/>
                  <a:pt x="793519" y="310031"/>
                  <a:pt x="805273" y="297706"/>
                </a:cubicBezTo>
                <a:cubicBezTo>
                  <a:pt x="819951" y="282314"/>
                  <a:pt x="824228" y="261501"/>
                  <a:pt x="823199" y="241004"/>
                </a:cubicBezTo>
                <a:cubicBezTo>
                  <a:pt x="820141" y="179949"/>
                  <a:pt x="764096" y="137467"/>
                  <a:pt x="736598" y="120132"/>
                </a:cubicBezTo>
                <a:cubicBezTo>
                  <a:pt x="728540" y="133505"/>
                  <a:pt x="712061" y="151383"/>
                  <a:pt x="678257" y="165070"/>
                </a:cubicBezTo>
                <a:lnTo>
                  <a:pt x="664303" y="153831"/>
                </a:lnTo>
                <a:cubicBezTo>
                  <a:pt x="694335" y="135105"/>
                  <a:pt x="707451" y="115312"/>
                  <a:pt x="713138" y="103253"/>
                </a:cubicBezTo>
                <a:cubicBezTo>
                  <a:pt x="685201" y="77564"/>
                  <a:pt x="643481" y="51951"/>
                  <a:pt x="588998" y="37512"/>
                </a:cubicBezTo>
                <a:cubicBezTo>
                  <a:pt x="566491" y="31545"/>
                  <a:pt x="541781" y="27549"/>
                  <a:pt x="515050" y="25991"/>
                </a:cubicBezTo>
                <a:close/>
                <a:moveTo>
                  <a:pt x="504384" y="146"/>
                </a:moveTo>
                <a:cubicBezTo>
                  <a:pt x="595551" y="2521"/>
                  <a:pt x="683124" y="33702"/>
                  <a:pt x="738931" y="90852"/>
                </a:cubicBezTo>
                <a:cubicBezTo>
                  <a:pt x="799891" y="130742"/>
                  <a:pt x="841430" y="163861"/>
                  <a:pt x="850545" y="236527"/>
                </a:cubicBezTo>
                <a:cubicBezTo>
                  <a:pt x="853736" y="262006"/>
                  <a:pt x="845754" y="290429"/>
                  <a:pt x="828019" y="312498"/>
                </a:cubicBezTo>
                <a:cubicBezTo>
                  <a:pt x="824656" y="400243"/>
                  <a:pt x="737588" y="419074"/>
                  <a:pt x="671866" y="411511"/>
                </a:cubicBezTo>
                <a:cubicBezTo>
                  <a:pt x="659255" y="438905"/>
                  <a:pt x="626213" y="460069"/>
                  <a:pt x="617640" y="464832"/>
                </a:cubicBezTo>
                <a:cubicBezTo>
                  <a:pt x="616897" y="490511"/>
                  <a:pt x="620659" y="504913"/>
                  <a:pt x="636738" y="518410"/>
                </a:cubicBezTo>
                <a:cubicBezTo>
                  <a:pt x="646148" y="526306"/>
                  <a:pt x="680438" y="546480"/>
                  <a:pt x="680438" y="546480"/>
                </a:cubicBezTo>
                <a:cubicBezTo>
                  <a:pt x="817598" y="625480"/>
                  <a:pt x="911391" y="729027"/>
                  <a:pt x="911391" y="729027"/>
                </a:cubicBezTo>
                <a:cubicBezTo>
                  <a:pt x="910915" y="730170"/>
                  <a:pt x="905009" y="741533"/>
                  <a:pt x="899961" y="751344"/>
                </a:cubicBezTo>
                <a:lnTo>
                  <a:pt x="899951" y="751363"/>
                </a:lnTo>
                <a:lnTo>
                  <a:pt x="943347" y="791482"/>
                </a:lnTo>
                <a:cubicBezTo>
                  <a:pt x="943347" y="791482"/>
                  <a:pt x="832057" y="1037294"/>
                  <a:pt x="497587" y="1068231"/>
                </a:cubicBezTo>
                <a:cubicBezTo>
                  <a:pt x="497587" y="1068231"/>
                  <a:pt x="501025" y="1041752"/>
                  <a:pt x="501730" y="1036694"/>
                </a:cubicBezTo>
                <a:cubicBezTo>
                  <a:pt x="452515" y="1040323"/>
                  <a:pt x="386621" y="1030569"/>
                  <a:pt x="360389" y="1024978"/>
                </a:cubicBezTo>
                <a:cubicBezTo>
                  <a:pt x="358179" y="1034770"/>
                  <a:pt x="356283" y="1043676"/>
                  <a:pt x="354750" y="1051191"/>
                </a:cubicBezTo>
                <a:lnTo>
                  <a:pt x="328747" y="1046047"/>
                </a:lnTo>
                <a:cubicBezTo>
                  <a:pt x="335576" y="1006757"/>
                  <a:pt x="351988" y="949273"/>
                  <a:pt x="353131" y="945559"/>
                </a:cubicBezTo>
                <a:lnTo>
                  <a:pt x="353150" y="945511"/>
                </a:lnTo>
                <a:cubicBezTo>
                  <a:pt x="335176" y="955398"/>
                  <a:pt x="319174" y="959408"/>
                  <a:pt x="307211" y="960856"/>
                </a:cubicBezTo>
                <a:cubicBezTo>
                  <a:pt x="311430" y="976181"/>
                  <a:pt x="313050" y="990878"/>
                  <a:pt x="307058" y="1003661"/>
                </a:cubicBezTo>
                <a:cubicBezTo>
                  <a:pt x="296847" y="1025454"/>
                  <a:pt x="276559" y="1028607"/>
                  <a:pt x="261967" y="1023825"/>
                </a:cubicBezTo>
                <a:cubicBezTo>
                  <a:pt x="243984" y="1017948"/>
                  <a:pt x="233706" y="1000356"/>
                  <a:pt x="239707" y="979810"/>
                </a:cubicBezTo>
                <a:cubicBezTo>
                  <a:pt x="243555" y="966618"/>
                  <a:pt x="253756" y="953026"/>
                  <a:pt x="266472" y="946768"/>
                </a:cubicBezTo>
                <a:cubicBezTo>
                  <a:pt x="258728" y="938767"/>
                  <a:pt x="249003" y="926623"/>
                  <a:pt x="241050" y="910221"/>
                </a:cubicBezTo>
                <a:cubicBezTo>
                  <a:pt x="230858" y="934338"/>
                  <a:pt x="219038" y="958465"/>
                  <a:pt x="201083" y="992631"/>
                </a:cubicBezTo>
                <a:lnTo>
                  <a:pt x="178861" y="980144"/>
                </a:lnTo>
                <a:cubicBezTo>
                  <a:pt x="180633" y="977239"/>
                  <a:pt x="187405" y="963742"/>
                  <a:pt x="190567" y="956636"/>
                </a:cubicBezTo>
                <a:cubicBezTo>
                  <a:pt x="152344" y="935815"/>
                  <a:pt x="114558" y="904258"/>
                  <a:pt x="98146" y="889856"/>
                </a:cubicBezTo>
                <a:cubicBezTo>
                  <a:pt x="95356" y="893276"/>
                  <a:pt x="80058" y="911583"/>
                  <a:pt x="80058" y="911583"/>
                </a:cubicBezTo>
                <a:cubicBezTo>
                  <a:pt x="80058" y="911583"/>
                  <a:pt x="27804" y="866291"/>
                  <a:pt x="1020" y="815799"/>
                </a:cubicBezTo>
                <a:lnTo>
                  <a:pt x="41530" y="786005"/>
                </a:lnTo>
                <a:cubicBezTo>
                  <a:pt x="38291" y="781471"/>
                  <a:pt x="28423" y="767517"/>
                  <a:pt x="28423" y="767517"/>
                </a:cubicBezTo>
                <a:cubicBezTo>
                  <a:pt x="28423" y="767517"/>
                  <a:pt x="173222" y="658437"/>
                  <a:pt x="305039" y="608564"/>
                </a:cubicBezTo>
                <a:cubicBezTo>
                  <a:pt x="335290" y="597115"/>
                  <a:pt x="365932" y="589962"/>
                  <a:pt x="392755" y="586628"/>
                </a:cubicBezTo>
                <a:lnTo>
                  <a:pt x="393145" y="561701"/>
                </a:lnTo>
                <a:lnTo>
                  <a:pt x="393145" y="561663"/>
                </a:lnTo>
                <a:cubicBezTo>
                  <a:pt x="378667" y="565997"/>
                  <a:pt x="333281" y="580541"/>
                  <a:pt x="313554" y="556338"/>
                </a:cubicBezTo>
                <a:cubicBezTo>
                  <a:pt x="299715" y="539346"/>
                  <a:pt x="300572" y="520886"/>
                  <a:pt x="303248" y="508380"/>
                </a:cubicBezTo>
                <a:cubicBezTo>
                  <a:pt x="295514" y="499246"/>
                  <a:pt x="285094" y="484063"/>
                  <a:pt x="285094" y="454926"/>
                </a:cubicBezTo>
                <a:cubicBezTo>
                  <a:pt x="285094" y="454926"/>
                  <a:pt x="274749" y="457212"/>
                  <a:pt x="269406" y="456945"/>
                </a:cubicBezTo>
                <a:cubicBezTo>
                  <a:pt x="264062" y="456669"/>
                  <a:pt x="251813" y="455459"/>
                  <a:pt x="243241" y="439743"/>
                </a:cubicBezTo>
                <a:cubicBezTo>
                  <a:pt x="238840" y="431704"/>
                  <a:pt x="237735" y="421779"/>
                  <a:pt x="239945" y="410530"/>
                </a:cubicBezTo>
                <a:cubicBezTo>
                  <a:pt x="230887" y="412463"/>
                  <a:pt x="218990" y="414235"/>
                  <a:pt x="204188" y="414473"/>
                </a:cubicBezTo>
                <a:cubicBezTo>
                  <a:pt x="163212" y="415140"/>
                  <a:pt x="137399" y="404281"/>
                  <a:pt x="107481" y="364276"/>
                </a:cubicBezTo>
                <a:cubicBezTo>
                  <a:pt x="63552" y="358895"/>
                  <a:pt x="35567" y="315766"/>
                  <a:pt x="40130" y="254901"/>
                </a:cubicBezTo>
                <a:cubicBezTo>
                  <a:pt x="46292" y="172748"/>
                  <a:pt x="126760" y="123237"/>
                  <a:pt x="142895" y="113483"/>
                </a:cubicBezTo>
                <a:cubicBezTo>
                  <a:pt x="182062" y="74116"/>
                  <a:pt x="221867" y="44122"/>
                  <a:pt x="276016" y="26415"/>
                </a:cubicBezTo>
                <a:cubicBezTo>
                  <a:pt x="313421" y="14185"/>
                  <a:pt x="357769" y="8213"/>
                  <a:pt x="413062" y="7479"/>
                </a:cubicBezTo>
                <a:cubicBezTo>
                  <a:pt x="443207" y="1764"/>
                  <a:pt x="473995" y="-645"/>
                  <a:pt x="504384" y="146"/>
                </a:cubicBezTo>
                <a:close/>
              </a:path>
            </a:pathLst>
          </a:custGeom>
          <a:solidFill>
            <a:srgbClr val="ffffff"/>
          </a:solidFill>
          <a:ln w="9525">
            <a:noFill/>
          </a:ln>
        </p:spPr>
        <p:style>
          <a:lnRef idx="0"/>
          <a:fillRef idx="0"/>
          <a:effectRef idx="0"/>
          <a:fontRef idx="minor"/>
        </p:style>
        <p:txBody>
          <a:bodyPr lIns="90000" rIns="90000" tIns="45000" bIns="45000" anchor="ctr">
            <a:noAutofit/>
          </a:bodyPr>
          <a:p>
            <a:pPr defTabSz="914400">
              <a:lnSpc>
                <a:spcPct val="100000"/>
              </a:lnSpc>
            </a:pPr>
            <a:endParaRPr b="0" lang="de-DE" sz="18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body"/>
          </p:nvPr>
        </p:nvSpPr>
        <p:spPr>
          <a:xfrm>
            <a:off x="0" y="0"/>
            <a:ext cx="12191760" cy="6857640"/>
          </a:xfrm>
          <a:prstGeom prst="rect">
            <a:avLst/>
          </a:prstGeom>
          <a:solidFill>
            <a:schemeClr val="lt1">
              <a:lumMod val="85000"/>
            </a:schemeClr>
          </a:solidFill>
          <a:ln w="0">
            <a:noFill/>
          </a:ln>
        </p:spPr>
        <p:txBody>
          <a:bodyPr lIns="90000" rIns="90000" tIns="45000" bIns="45000" anchor="ctr">
            <a:noAutofit/>
          </a:bodyPr>
          <a:p>
            <a:pPr marL="432000" indent="-324000">
              <a:lnSpc>
                <a:spcPct val="120000"/>
              </a:lnSpc>
              <a:spcBef>
                <a:spcPts val="1417"/>
              </a:spcBef>
              <a:buClr>
                <a:srgbClr val="000000"/>
              </a:buClr>
              <a:buSzPct val="45000"/>
              <a:buFont typeface="Wingdings" charset="2"/>
              <a:buChar char=""/>
            </a:pPr>
            <a:r>
              <a:rPr b="0" lang="de-DE" sz="1800" spc="-1" strike="noStrike">
                <a:solidFill>
                  <a:schemeClr val="dk1"/>
                </a:solidFill>
                <a:latin typeface="Noto Sans"/>
              </a:rPr>
              <a:t>Click to edit the outline text format</a:t>
            </a:r>
            <a:endParaRPr b="0" lang="de-DE" sz="1800" spc="-1" strike="noStrike">
              <a:solidFill>
                <a:schemeClr val="dk1"/>
              </a:solidFill>
              <a:latin typeface="Noto Sans"/>
            </a:endParaRPr>
          </a:p>
          <a:p>
            <a:pPr lvl="1" marL="864000" indent="-324000">
              <a:lnSpc>
                <a:spcPct val="120000"/>
              </a:lnSpc>
              <a:spcBef>
                <a:spcPts val="1134"/>
              </a:spcBef>
              <a:buClr>
                <a:srgbClr val="000000"/>
              </a:buClr>
              <a:buSzPct val="75000"/>
              <a:buFont typeface="Symbol" charset="2"/>
              <a:buChar char=""/>
            </a:pPr>
            <a:r>
              <a:rPr b="0" lang="de-DE" sz="1800" spc="-1" strike="noStrike">
                <a:solidFill>
                  <a:schemeClr val="dk1"/>
                </a:solidFill>
                <a:latin typeface="Noto Sans"/>
              </a:rPr>
              <a:t>Second Outline Level</a:t>
            </a:r>
            <a:endParaRPr b="0" lang="de-DE" sz="1800" spc="-1" strike="noStrike">
              <a:solidFill>
                <a:schemeClr val="dk1"/>
              </a:solidFill>
              <a:latin typeface="Noto Sans"/>
            </a:endParaRPr>
          </a:p>
          <a:p>
            <a:pPr lvl="2" marL="1296000" indent="-288000">
              <a:lnSpc>
                <a:spcPct val="120000"/>
              </a:lnSpc>
              <a:spcBef>
                <a:spcPts val="850"/>
              </a:spcBef>
              <a:buClr>
                <a:srgbClr val="000000"/>
              </a:buClr>
              <a:buSzPct val="45000"/>
              <a:buFont typeface="Wingdings" charset="2"/>
              <a:buChar char=""/>
            </a:pPr>
            <a:r>
              <a:rPr b="0" lang="de-DE" sz="1800" spc="-1" strike="noStrike">
                <a:solidFill>
                  <a:schemeClr val="dk1"/>
                </a:solidFill>
                <a:latin typeface="Noto Sans"/>
              </a:rPr>
              <a:t>Third Outline Level</a:t>
            </a:r>
            <a:endParaRPr b="0" lang="de-DE" sz="1800" spc="-1" strike="noStrike">
              <a:solidFill>
                <a:schemeClr val="dk1"/>
              </a:solidFill>
              <a:latin typeface="Noto Sans"/>
            </a:endParaRPr>
          </a:p>
          <a:p>
            <a:pPr lvl="3" marL="1728000" indent="-216000">
              <a:lnSpc>
                <a:spcPct val="120000"/>
              </a:lnSpc>
              <a:spcBef>
                <a:spcPts val="567"/>
              </a:spcBef>
              <a:buClr>
                <a:srgbClr val="000000"/>
              </a:buClr>
              <a:buSzPct val="75000"/>
              <a:buFont typeface="Symbol" charset="2"/>
              <a:buChar char=""/>
            </a:pPr>
            <a:r>
              <a:rPr b="0" lang="de-DE" sz="1800" spc="-1" strike="noStrike">
                <a:solidFill>
                  <a:schemeClr val="dk1"/>
                </a:solidFill>
                <a:latin typeface="Noto Sans"/>
              </a:rPr>
              <a:t>Fourth Outline Level</a:t>
            </a:r>
            <a:endParaRPr b="0" lang="de-DE" sz="1800" spc="-1" strike="noStrike">
              <a:solidFill>
                <a:schemeClr val="dk1"/>
              </a:solidFill>
              <a:latin typeface="Noto Sans"/>
            </a:endParaRPr>
          </a:p>
          <a:p>
            <a:pPr lvl="4" marL="2160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Fifth Outline Level</a:t>
            </a:r>
            <a:endParaRPr b="0" lang="de-DE" sz="1800" spc="-1" strike="noStrike">
              <a:solidFill>
                <a:schemeClr val="dk1"/>
              </a:solidFill>
              <a:latin typeface="Noto Sans"/>
            </a:endParaRPr>
          </a:p>
          <a:p>
            <a:pPr lvl="5" marL="2592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Sixth Outline Level</a:t>
            </a:r>
            <a:endParaRPr b="0" lang="de-DE" sz="1800" spc="-1" strike="noStrike">
              <a:solidFill>
                <a:schemeClr val="dk1"/>
              </a:solidFill>
              <a:latin typeface="Noto Sans"/>
            </a:endParaRPr>
          </a:p>
          <a:p>
            <a:pPr lvl="6" marL="3024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Seventh Outline Level</a:t>
            </a:r>
            <a:endParaRPr b="0" lang="de-DE" sz="1800" spc="-1" strike="noStrike">
              <a:solidFill>
                <a:schemeClr val="dk1"/>
              </a:solidFill>
              <a:latin typeface="Noto Sans"/>
            </a:endParaRPr>
          </a:p>
        </p:txBody>
      </p:sp>
      <p:sp>
        <p:nvSpPr>
          <p:cNvPr id="46" name="PlaceHolder 2"/>
          <p:cNvSpPr>
            <a:spLocks noGrp="1"/>
          </p:cNvSpPr>
          <p:nvPr>
            <p:ph type="title"/>
          </p:nvPr>
        </p:nvSpPr>
        <p:spPr>
          <a:xfrm>
            <a:off x="334800" y="339120"/>
            <a:ext cx="6164640" cy="6150240"/>
          </a:xfrm>
          <a:prstGeom prst="rect">
            <a:avLst/>
          </a:prstGeom>
          <a:solidFill>
            <a:schemeClr val="lt1"/>
          </a:solidFill>
          <a:ln w="0">
            <a:noFill/>
          </a:ln>
        </p:spPr>
        <p:txBody>
          <a:bodyPr lIns="288000" rIns="0" tIns="1944000" bIns="0" anchor="t">
            <a:noAutofit/>
          </a:bodyPr>
          <a:p>
            <a:pPr indent="0" defTabSz="914400">
              <a:lnSpc>
                <a:spcPct val="100000"/>
              </a:lnSpc>
              <a:buNone/>
            </a:pPr>
            <a:r>
              <a:rPr b="0" lang="de-DE" sz="3600" spc="-1" strike="noStrike">
                <a:solidFill>
                  <a:schemeClr val="dk1"/>
                </a:solidFill>
                <a:latin typeface="Noto Sans"/>
              </a:rPr>
              <a:t>Mastertitelformat bearbeiten</a:t>
            </a:r>
            <a:endParaRPr b="0" lang="de-DE" sz="3600" spc="-1" strike="noStrike">
              <a:solidFill>
                <a:schemeClr val="dk1"/>
              </a:solidFill>
              <a:latin typeface="Noto Sans"/>
            </a:endParaRPr>
          </a:p>
        </p:txBody>
      </p:sp>
      <p:sp>
        <p:nvSpPr>
          <p:cNvPr id="47" name="PlaceHolder 3"/>
          <p:cNvSpPr>
            <a:spLocks noGrp="1"/>
          </p:cNvSpPr>
          <p:nvPr>
            <p:ph type="body"/>
          </p:nvPr>
        </p:nvSpPr>
        <p:spPr>
          <a:xfrm>
            <a:off x="642600" y="5391000"/>
            <a:ext cx="5452920" cy="815040"/>
          </a:xfrm>
          <a:prstGeom prst="rect">
            <a:avLst/>
          </a:prstGeom>
          <a:noFill/>
          <a:ln w="0">
            <a:noFill/>
          </a:ln>
        </p:spPr>
        <p:txBody>
          <a:bodyPr lIns="0" rIns="0" tIns="0" bIns="0" anchor="b">
            <a:noAutofit/>
          </a:bodyPr>
          <a:p>
            <a:pPr indent="0" defTabSz="914400">
              <a:lnSpc>
                <a:spcPct val="120000"/>
              </a:lnSpc>
              <a:spcBef>
                <a:spcPts val="400"/>
              </a:spcBef>
              <a:buNone/>
              <a:tabLst>
                <a:tab algn="l" pos="0"/>
              </a:tabLst>
            </a:pPr>
            <a:r>
              <a:rPr b="0" lang="de-DE" sz="1200" spc="-1" strike="noStrike">
                <a:solidFill>
                  <a:schemeClr val="accent1"/>
                </a:solidFill>
                <a:latin typeface="Noto Sans"/>
              </a:rPr>
              <a:t>Mastertextformat bearbeiten</a:t>
            </a:r>
            <a:endParaRPr b="0" lang="de-DE" sz="1200" spc="-1" strike="noStrike">
              <a:solidFill>
                <a:schemeClr val="dk1"/>
              </a:solidFill>
              <a:latin typeface="Noto Sans"/>
            </a:endParaRPr>
          </a:p>
        </p:txBody>
      </p:sp>
      <p:sp>
        <p:nvSpPr>
          <p:cNvPr id="48" name="PlaceHolder 4"/>
          <p:cNvSpPr>
            <a:spLocks noGrp="1"/>
          </p:cNvSpPr>
          <p:nvPr>
            <p:ph type="body"/>
          </p:nvPr>
        </p:nvSpPr>
        <p:spPr>
          <a:xfrm rot="16200000">
            <a:off x="9109440" y="3083760"/>
            <a:ext cx="5829480" cy="334440"/>
          </a:xfrm>
          <a:prstGeom prst="rect">
            <a:avLst/>
          </a:prstGeom>
          <a:noFill/>
          <a:ln w="0">
            <a:noFill/>
          </a:ln>
        </p:spPr>
        <p:txBody>
          <a:bodyPr lIns="108000" rIns="108000" tIns="36000" bIns="36000" anchor="ctr">
            <a:noAutofit/>
          </a:bodyPr>
          <a:p>
            <a:pPr indent="0" defTabSz="914400">
              <a:lnSpc>
                <a:spcPct val="100000"/>
              </a:lnSpc>
              <a:buNone/>
              <a:tabLst>
                <a:tab algn="l" pos="0"/>
              </a:tabLst>
            </a:pPr>
            <a:r>
              <a:rPr b="0" lang="de-DE" sz="800" spc="-1" strike="noStrike">
                <a:solidFill>
                  <a:schemeClr val="lt1"/>
                </a:solidFill>
                <a:latin typeface="Noto Sans"/>
              </a:rPr>
              <a:t>Bildnachweis</a:t>
            </a:r>
            <a:endParaRPr b="0" lang="de-DE" sz="800" spc="-1" strike="noStrike">
              <a:solidFill>
                <a:schemeClr val="dk1"/>
              </a:solidFill>
              <a:latin typeface="Noto Sans"/>
            </a:endParaRPr>
          </a:p>
        </p:txBody>
      </p:sp>
      <p:sp>
        <p:nvSpPr>
          <p:cNvPr id="49" name="PlaceHolder 5"/>
          <p:cNvSpPr>
            <a:spLocks noGrp="1"/>
          </p:cNvSpPr>
          <p:nvPr>
            <p:ph type="body"/>
          </p:nvPr>
        </p:nvSpPr>
        <p:spPr>
          <a:xfrm>
            <a:off x="10878120" y="335880"/>
            <a:ext cx="982800" cy="1382040"/>
          </a:xfrm>
          <a:prstGeom prst="rect">
            <a:avLst/>
          </a:prstGeom>
          <a:solidFill>
            <a:schemeClr val="lt1"/>
          </a:solidFill>
          <a:ln w="0">
            <a:noFill/>
          </a:ln>
        </p:spPr>
        <p:txBody>
          <a:bodyPr lIns="0" rIns="0" tIns="0" bIns="0" anchor="t">
            <a:noAutofit/>
          </a:bodyPr>
          <a:p>
            <a:pPr indent="0" defTabSz="914400">
              <a:lnSpc>
                <a:spcPct val="120000"/>
              </a:lnSpc>
              <a:buNone/>
              <a:tabLst>
                <a:tab algn="l" pos="0"/>
              </a:tabLst>
            </a:pPr>
            <a:r>
              <a:rPr b="0" lang="de-DE" sz="600" spc="-1" strike="noStrike">
                <a:solidFill>
                  <a:schemeClr val="lt1"/>
                </a:solidFill>
                <a:latin typeface="Noto Sans"/>
              </a:rPr>
              <a:t> </a:t>
            </a:r>
            <a:endParaRPr b="0" lang="de-DE" sz="6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766800" y="333360"/>
            <a:ext cx="10658160" cy="899640"/>
          </a:xfrm>
          <a:prstGeom prst="rect">
            <a:avLst/>
          </a:prstGeom>
          <a:noFill/>
          <a:ln w="0">
            <a:noFill/>
          </a:ln>
        </p:spPr>
        <p:txBody>
          <a:bodyPr lIns="0" rIns="0" tIns="0" bIns="0" anchor="t">
            <a:noAutofit/>
          </a:bodyPr>
          <a:p>
            <a:pPr indent="0" defTabSz="914400">
              <a:lnSpc>
                <a:spcPct val="110000"/>
              </a:lnSpc>
              <a:buNone/>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51" name="PlaceHolder 2"/>
          <p:cNvSpPr>
            <a:spLocks noGrp="1"/>
          </p:cNvSpPr>
          <p:nvPr>
            <p:ph type="body"/>
          </p:nvPr>
        </p:nvSpPr>
        <p:spPr>
          <a:xfrm>
            <a:off x="766800" y="1665360"/>
            <a:ext cx="10658160" cy="4500360"/>
          </a:xfrm>
          <a:prstGeom prst="rect">
            <a:avLst/>
          </a:prstGeom>
          <a:noFill/>
          <a:ln w="0">
            <a:noFill/>
          </a:ln>
        </p:spPr>
        <p:txBody>
          <a:bodyPr lIns="0" rIns="0" tIns="0" bIns="0" anchor="t">
            <a:noAutofit/>
          </a:bodyPr>
          <a:p>
            <a:pPr marL="358920" indent="-358920" defTabSz="914400">
              <a:lnSpc>
                <a:spcPct val="120000"/>
              </a:lnSpc>
              <a:buClr>
                <a:srgbClr val="000000"/>
              </a:buClr>
              <a:buFont typeface="Noto Sans"/>
              <a:buAutoNum type="arabicPeriod"/>
            </a:pPr>
            <a:r>
              <a:rPr b="0" lang="de-DE" sz="2000" spc="-1" strike="noStrike">
                <a:solidFill>
                  <a:schemeClr val="dk1"/>
                </a:solidFill>
                <a:latin typeface="Noto Sans"/>
              </a:rPr>
              <a:t>Mastertextformat bearbeiten</a:t>
            </a:r>
            <a:endParaRPr b="0" lang="de-DE" sz="2000" spc="-1" strike="noStrike">
              <a:solidFill>
                <a:schemeClr val="dk1"/>
              </a:solidFill>
              <a:latin typeface="Noto Sans"/>
            </a:endParaRPr>
          </a:p>
          <a:p>
            <a:pPr lvl="1" marL="541440" indent="-182520" defTabSz="914400">
              <a:lnSpc>
                <a:spcPct val="120000"/>
              </a:lnSpc>
              <a:buClr>
                <a:srgbClr val="000000"/>
              </a:buClr>
              <a:buFont typeface="Noto Sans"/>
              <a:buChar char="‒"/>
            </a:pPr>
            <a:r>
              <a:rPr b="0" lang="de-DE" sz="2000" spc="-1" strike="noStrike">
                <a:solidFill>
                  <a:schemeClr val="dk1"/>
                </a:solidFill>
                <a:latin typeface="Noto Sans"/>
              </a:rPr>
              <a:t>Zweite Ebene</a:t>
            </a:r>
            <a:endParaRPr b="0" lang="de-DE" sz="2000" spc="-1" strike="noStrike">
              <a:solidFill>
                <a:schemeClr val="dk1"/>
              </a:solidFill>
              <a:latin typeface="Noto Sans"/>
            </a:endParaRPr>
          </a:p>
          <a:p>
            <a:pPr lvl="2" marL="716040" indent="-174600" defTabSz="914400">
              <a:lnSpc>
                <a:spcPct val="120000"/>
              </a:lnSpc>
              <a:buClr>
                <a:srgbClr val="000000"/>
              </a:buClr>
              <a:buFont typeface="Noto Sans"/>
              <a:buChar char="‒"/>
            </a:pPr>
            <a:r>
              <a:rPr b="0" lang="de-DE" sz="2000" spc="-1" strike="noStrike">
                <a:solidFill>
                  <a:schemeClr val="dk1"/>
                </a:solidFill>
                <a:latin typeface="Noto Sans"/>
              </a:rPr>
              <a:t>Dritte Ebene</a:t>
            </a:r>
            <a:endParaRPr b="0" lang="de-DE" sz="2000" spc="-1" strike="noStrike">
              <a:solidFill>
                <a:schemeClr val="dk1"/>
              </a:solidFill>
              <a:latin typeface="Noto Sans"/>
            </a:endParaRPr>
          </a:p>
          <a:p>
            <a:pPr lvl="3" marL="898560" indent="-181080" defTabSz="914400">
              <a:lnSpc>
                <a:spcPct val="120000"/>
              </a:lnSpc>
              <a:buClr>
                <a:srgbClr val="000000"/>
              </a:buClr>
              <a:buFont typeface="Noto Sans"/>
              <a:buChar char="‒"/>
            </a:pPr>
            <a:r>
              <a:rPr b="0" lang="de-DE" sz="2000" spc="-1" strike="noStrike">
                <a:solidFill>
                  <a:schemeClr val="dk1"/>
                </a:solidFill>
                <a:latin typeface="Noto Sans"/>
              </a:rPr>
              <a:t>Vierte Ebene</a:t>
            </a:r>
            <a:endParaRPr b="0" lang="de-DE" sz="2000" spc="-1" strike="noStrike">
              <a:solidFill>
                <a:schemeClr val="dk1"/>
              </a:solidFill>
              <a:latin typeface="Noto Sans"/>
            </a:endParaRPr>
          </a:p>
          <a:p>
            <a:pPr lvl="4" marL="1074600" indent="-176040" defTabSz="914400">
              <a:lnSpc>
                <a:spcPct val="120000"/>
              </a:lnSpc>
              <a:buClr>
                <a:srgbClr val="000000"/>
              </a:buClr>
              <a:buFont typeface="Noto Sans"/>
              <a:buChar char="‒"/>
            </a:pPr>
            <a:r>
              <a:rPr b="0" lang="de-DE" sz="2000" spc="-1" strike="noStrike">
                <a:solidFill>
                  <a:schemeClr val="dk1"/>
                </a:solidFill>
                <a:latin typeface="Noto Sans"/>
              </a:rPr>
              <a:t>Fünfte Ebene</a:t>
            </a:r>
            <a:endParaRPr b="0" lang="de-DE" sz="2000" spc="-1" strike="noStrike">
              <a:solidFill>
                <a:schemeClr val="dk1"/>
              </a:solidFill>
              <a:latin typeface="Noto Sans"/>
            </a:endParaRPr>
          </a:p>
        </p:txBody>
      </p:sp>
      <p:sp>
        <p:nvSpPr>
          <p:cNvPr id="52" name="PlaceHolder 3"/>
          <p:cNvSpPr>
            <a:spLocks noGrp="1"/>
          </p:cNvSpPr>
          <p:nvPr>
            <p:ph type="ftr" idx="13"/>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53" name="PlaceHolder 4">
            <a:extLst>
              <a:ext uri="{C183D7F6-B498-43B3-948B-1728B52AA6E4}">
                <adec:decorative xmlns:adec="http://schemas.microsoft.com/office/drawing/2017/decorative" val="1"/>
              </a:ext>
            </a:extLst>
          </p:cNvPr>
          <p:cNvSpPr>
            <a:spLocks noGrp="1"/>
          </p:cNvSpPr>
          <p:nvPr>
            <p:ph type="sldNum" idx="14"/>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D40E0ECD-7531-4651-BE71-6B3E6CDEB4DF}"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1"/>
        </a:solidFill>
      </p:bgPr>
    </p:bg>
    <p:spTree>
      <p:nvGrpSpPr>
        <p:cNvPr id="1" name=""/>
        <p:cNvGrpSpPr/>
        <p:nvPr/>
      </p:nvGrpSpPr>
      <p:grpSpPr>
        <a:xfrm>
          <a:off x="0" y="0"/>
          <a:ext cx="0" cy="0"/>
          <a:chOff x="0" y="0"/>
          <a:chExt cx="0" cy="0"/>
        </a:xfrm>
      </p:grpSpPr>
      <p:sp>
        <p:nvSpPr>
          <p:cNvPr id="56" name="PlaceHolder 1"/>
          <p:cNvSpPr>
            <a:spLocks noGrp="1"/>
          </p:cNvSpPr>
          <p:nvPr>
            <p:ph type="title"/>
          </p:nvPr>
        </p:nvSpPr>
        <p:spPr>
          <a:xfrm>
            <a:off x="766800" y="798120"/>
            <a:ext cx="10658160" cy="2159640"/>
          </a:xfrm>
          <a:prstGeom prst="rect">
            <a:avLst/>
          </a:prstGeom>
          <a:noFill/>
          <a:ln w="0">
            <a:noFill/>
          </a:ln>
        </p:spPr>
        <p:txBody>
          <a:bodyPr lIns="0" rIns="0" tIns="0" bIns="0" anchor="t">
            <a:noAutofit/>
          </a:bodyPr>
          <a:p>
            <a:pPr indent="0" defTabSz="914400">
              <a:lnSpc>
                <a:spcPct val="105000"/>
              </a:lnSpc>
              <a:buNone/>
            </a:pPr>
            <a:r>
              <a:rPr b="0" lang="de-DE" sz="3600" spc="-1" strike="noStrike">
                <a:solidFill>
                  <a:schemeClr val="lt1"/>
                </a:solidFill>
                <a:latin typeface="Noto Sans"/>
              </a:rPr>
              <a:t>Mastertitelformat bearbeiten</a:t>
            </a:r>
            <a:endParaRPr b="0" lang="de-DE" sz="3600" spc="-1" strike="noStrike">
              <a:solidFill>
                <a:schemeClr val="dk1"/>
              </a:solidFill>
              <a:latin typeface="Noto Sans"/>
            </a:endParaRPr>
          </a:p>
        </p:txBody>
      </p:sp>
      <p:sp>
        <p:nvSpPr>
          <p:cNvPr id="57" name="PlaceHolder 2"/>
          <p:cNvSpPr>
            <a:spLocks noGrp="1"/>
          </p:cNvSpPr>
          <p:nvPr>
            <p:ph type="ftr" idx="15"/>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lt1"/>
                </a:solidFill>
                <a:latin typeface="Noto Sans"/>
              </a:defRPr>
            </a:lvl1pPr>
          </a:lstStyle>
          <a:p>
            <a:pPr indent="0" defTabSz="914400">
              <a:lnSpc>
                <a:spcPct val="100000"/>
              </a:lnSpc>
              <a:buNone/>
            </a:pPr>
            <a:r>
              <a:rPr b="0" lang="de-DE" sz="800" spc="-1" strike="noStrike">
                <a:solidFill>
                  <a:schemeClr val="lt1"/>
                </a:solidFill>
                <a:latin typeface="Noto Sans"/>
              </a:rPr>
              <a:t>&lt;footer&gt;</a:t>
            </a:r>
            <a:endParaRPr b="0" lang="en-US" sz="800" spc="-1" strike="noStrike">
              <a:solidFill>
                <a:srgbClr val="ffffff"/>
              </a:solidFill>
              <a:latin typeface="Times New Roman"/>
            </a:endParaRPr>
          </a:p>
        </p:txBody>
      </p:sp>
      <p:sp>
        <p:nvSpPr>
          <p:cNvPr id="58" name="PlaceHolder 3">
            <a:extLst>
              <a:ext uri="{C183D7F6-B498-43B3-948B-1728B52AA6E4}">
                <adec:decorative xmlns:adec="http://schemas.microsoft.com/office/drawing/2017/decorative" val="1"/>
              </a:ext>
            </a:extLst>
          </p:cNvPr>
          <p:cNvSpPr>
            <a:spLocks noGrp="1"/>
          </p:cNvSpPr>
          <p:nvPr>
            <p:ph type="sldNum" idx="16"/>
          </p:nvPr>
        </p:nvSpPr>
        <p:spPr>
          <a:xfrm>
            <a:off x="11522880" y="6489720"/>
            <a:ext cx="333720" cy="177480"/>
          </a:xfrm>
          <a:prstGeom prst="rect">
            <a:avLst/>
          </a:prstGeom>
          <a:noFill/>
          <a:ln w="6480">
            <a:solidFill>
              <a:schemeClr val="lt1"/>
            </a:solidFill>
            <a:round/>
          </a:ln>
        </p:spPr>
        <p:txBody>
          <a:bodyPr lIns="0" rIns="0" tIns="0" bIns="0" anchor="ctr">
            <a:noAutofit/>
          </a:bodyPr>
          <a:lstStyle>
            <a:lvl1pPr indent="0" algn="ctr" defTabSz="914400">
              <a:lnSpc>
                <a:spcPct val="100000"/>
              </a:lnSpc>
              <a:buNone/>
              <a:defRPr b="0" lang="de-DE" sz="800" spc="-1" strike="noStrike">
                <a:solidFill>
                  <a:schemeClr val="lt1"/>
                </a:solidFill>
                <a:latin typeface="Noto Sans"/>
              </a:defRPr>
            </a:lvl1pPr>
          </a:lstStyle>
          <a:p>
            <a:pPr indent="0" algn="ctr" defTabSz="914400">
              <a:lnSpc>
                <a:spcPct val="100000"/>
              </a:lnSpc>
              <a:buNone/>
            </a:pPr>
            <a:fld id="{39BBDF24-433C-4268-BEDB-C4E2A50D0A16}" type="slidenum">
              <a:rPr b="0" lang="de-DE" sz="800" spc="-1" strike="noStrike">
                <a:solidFill>
                  <a:schemeClr val="lt1"/>
                </a:solidFill>
                <a:latin typeface="Noto Sans"/>
              </a:rPr>
              <a:t>&lt;number&gt;</a:t>
            </a:fld>
            <a:endParaRPr b="0" lang="en-US" sz="800" spc="-1" strike="noStrike">
              <a:solidFill>
                <a:srgbClr val="ffffff"/>
              </a:solidFill>
              <a:latin typeface="Times New Roman"/>
            </a:endParaRPr>
          </a:p>
        </p:txBody>
      </p:sp>
      <p:sp>
        <p:nvSpPr>
          <p:cNvPr id="59" name="PlaceHolder 4"/>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120000"/>
              </a:lnSpc>
              <a:spcBef>
                <a:spcPts val="1417"/>
              </a:spcBef>
              <a:buClr>
                <a:srgbClr val="ffffff"/>
              </a:buClr>
              <a:buSzPct val="45000"/>
              <a:buFont typeface="Wingdings" charset="2"/>
              <a:buChar char=""/>
            </a:pPr>
            <a:r>
              <a:rPr b="0" lang="de-DE" sz="1400" spc="-1" strike="noStrike">
                <a:solidFill>
                  <a:schemeClr val="dk1"/>
                </a:solidFill>
                <a:latin typeface="Noto Sans"/>
              </a:rPr>
              <a:t>Click to edit the outline text format</a:t>
            </a:r>
            <a:endParaRPr b="0" lang="de-DE" sz="1400" spc="-1" strike="noStrike">
              <a:solidFill>
                <a:schemeClr val="dk1"/>
              </a:solidFill>
              <a:latin typeface="Noto Sans"/>
            </a:endParaRPr>
          </a:p>
          <a:p>
            <a:pPr lvl="1" marL="864000" indent="-324000">
              <a:lnSpc>
                <a:spcPct val="120000"/>
              </a:lnSpc>
              <a:spcBef>
                <a:spcPts val="1134"/>
              </a:spcBef>
              <a:buClr>
                <a:srgbClr val="ffffff"/>
              </a:buClr>
              <a:buSzPct val="75000"/>
              <a:buFont typeface="Symbol" charset="2"/>
              <a:buChar char=""/>
            </a:pPr>
            <a:r>
              <a:rPr b="0" lang="de-DE" sz="1400" spc="-1" strike="noStrike">
                <a:solidFill>
                  <a:schemeClr val="dk1"/>
                </a:solidFill>
                <a:latin typeface="Noto Sans"/>
              </a:rPr>
              <a:t>Second Outline Level</a:t>
            </a:r>
            <a:endParaRPr b="0" lang="de-DE" sz="1400" spc="-1" strike="noStrike">
              <a:solidFill>
                <a:schemeClr val="dk1"/>
              </a:solidFill>
              <a:latin typeface="Noto Sans"/>
            </a:endParaRPr>
          </a:p>
          <a:p>
            <a:pPr lvl="2" marL="1296000" indent="-288000">
              <a:lnSpc>
                <a:spcPct val="120000"/>
              </a:lnSpc>
              <a:spcBef>
                <a:spcPts val="850"/>
              </a:spcBef>
              <a:buClr>
                <a:srgbClr val="ffffff"/>
              </a:buClr>
              <a:buSzPct val="45000"/>
              <a:buFont typeface="Wingdings" charset="2"/>
              <a:buChar char=""/>
            </a:pPr>
            <a:r>
              <a:rPr b="0" lang="de-DE" sz="1400" spc="-1" strike="noStrike">
                <a:solidFill>
                  <a:schemeClr val="dk1"/>
                </a:solidFill>
                <a:latin typeface="Noto Sans"/>
              </a:rPr>
              <a:t>Third Outline Level</a:t>
            </a:r>
            <a:endParaRPr b="0" lang="de-DE" sz="1400" spc="-1" strike="noStrike">
              <a:solidFill>
                <a:schemeClr val="dk1"/>
              </a:solidFill>
              <a:latin typeface="Noto Sans"/>
            </a:endParaRPr>
          </a:p>
          <a:p>
            <a:pPr lvl="3" marL="1728000" indent="-216000">
              <a:lnSpc>
                <a:spcPct val="120000"/>
              </a:lnSpc>
              <a:spcBef>
                <a:spcPts val="567"/>
              </a:spcBef>
              <a:buClr>
                <a:srgbClr val="ffffff"/>
              </a:buClr>
              <a:buSzPct val="75000"/>
              <a:buFont typeface="Symbol" charset="2"/>
              <a:buChar char=""/>
            </a:pPr>
            <a:r>
              <a:rPr b="0" lang="de-DE" sz="1400" spc="-1" strike="noStrike">
                <a:solidFill>
                  <a:schemeClr val="dk1"/>
                </a:solidFill>
                <a:latin typeface="Noto Sans"/>
              </a:rPr>
              <a:t>Fourth Outline Level</a:t>
            </a:r>
            <a:endParaRPr b="0" lang="de-DE" sz="1400" spc="-1" strike="noStrike">
              <a:solidFill>
                <a:schemeClr val="dk1"/>
              </a:solidFill>
              <a:latin typeface="Noto Sans"/>
            </a:endParaRPr>
          </a:p>
          <a:p>
            <a:pPr lvl="4" marL="2160000" indent="-216000">
              <a:lnSpc>
                <a:spcPct val="120000"/>
              </a:lnSpc>
              <a:spcBef>
                <a:spcPts val="283"/>
              </a:spcBef>
              <a:buClr>
                <a:srgbClr val="ffffff"/>
              </a:buClr>
              <a:buSzPct val="45000"/>
              <a:buFont typeface="Wingdings" charset="2"/>
              <a:buChar char=""/>
            </a:pPr>
            <a:r>
              <a:rPr b="0" lang="de-DE" sz="2000" spc="-1" strike="noStrike">
                <a:solidFill>
                  <a:schemeClr val="dk1"/>
                </a:solidFill>
                <a:latin typeface="Noto Sans"/>
              </a:rPr>
              <a:t>Fifth Outline Level</a:t>
            </a:r>
            <a:endParaRPr b="0" lang="de-DE" sz="2000" spc="-1" strike="noStrike">
              <a:solidFill>
                <a:schemeClr val="dk1"/>
              </a:solidFill>
              <a:latin typeface="Noto Sans"/>
            </a:endParaRPr>
          </a:p>
          <a:p>
            <a:pPr lvl="5" marL="2592000" indent="-216000">
              <a:lnSpc>
                <a:spcPct val="120000"/>
              </a:lnSpc>
              <a:spcBef>
                <a:spcPts val="283"/>
              </a:spcBef>
              <a:buClr>
                <a:srgbClr val="ffffff"/>
              </a:buClr>
              <a:buSzPct val="45000"/>
              <a:buFont typeface="Wingdings" charset="2"/>
              <a:buChar char=""/>
            </a:pPr>
            <a:r>
              <a:rPr b="0" lang="de-DE" sz="2000" spc="-1" strike="noStrike">
                <a:solidFill>
                  <a:schemeClr val="dk1"/>
                </a:solidFill>
                <a:latin typeface="Noto Sans"/>
              </a:rPr>
              <a:t>Sixth Outline Level</a:t>
            </a:r>
            <a:endParaRPr b="0" lang="de-DE" sz="2000" spc="-1" strike="noStrike">
              <a:solidFill>
                <a:schemeClr val="dk1"/>
              </a:solidFill>
              <a:latin typeface="Noto Sans"/>
            </a:endParaRPr>
          </a:p>
          <a:p>
            <a:pPr lvl="6" marL="3024000" indent="-216000">
              <a:lnSpc>
                <a:spcPct val="120000"/>
              </a:lnSpc>
              <a:spcBef>
                <a:spcPts val="283"/>
              </a:spcBef>
              <a:buClr>
                <a:srgbClr val="ffffff"/>
              </a:buClr>
              <a:buSzPct val="45000"/>
              <a:buFont typeface="Wingdings" charset="2"/>
              <a:buChar char=""/>
            </a:pPr>
            <a:r>
              <a:rPr b="0" lang="de-DE" sz="2000" spc="-1" strike="noStrike">
                <a:solidFill>
                  <a:schemeClr val="dk1"/>
                </a:solidFill>
                <a:latin typeface="Noto Sans"/>
              </a:rPr>
              <a:t>Seventh Outline Level</a:t>
            </a:r>
            <a:endParaRPr b="0" lang="de-DE" sz="20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73"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 name="PlaceHolder 1"/>
          <p:cNvSpPr>
            <a:spLocks noGrp="1"/>
          </p:cNvSpPr>
          <p:nvPr>
            <p:ph type="body"/>
          </p:nvPr>
        </p:nvSpPr>
        <p:spPr>
          <a:xfrm>
            <a:off x="5616000" y="0"/>
            <a:ext cx="6575760" cy="6857640"/>
          </a:xfrm>
          <a:prstGeom prst="rect">
            <a:avLst/>
          </a:prstGeom>
          <a:solidFill>
            <a:schemeClr val="lt1">
              <a:lumMod val="85000"/>
            </a:schemeClr>
          </a:solidFill>
          <a:ln w="0">
            <a:noFill/>
          </a:ln>
        </p:spPr>
        <p:txBody>
          <a:bodyPr lIns="90000" rIns="90000" tIns="45000" bIns="45000" anchor="ctr">
            <a:noAutofit/>
          </a:bodyPr>
          <a:p>
            <a:pPr marL="432000" indent="-324000">
              <a:lnSpc>
                <a:spcPct val="120000"/>
              </a:lnSpc>
              <a:spcBef>
                <a:spcPts val="1417"/>
              </a:spcBef>
              <a:buClr>
                <a:srgbClr val="000000"/>
              </a:buClr>
              <a:buSzPct val="45000"/>
              <a:buFont typeface="Wingdings" charset="2"/>
              <a:buChar char=""/>
            </a:pPr>
            <a:r>
              <a:rPr b="0" lang="de-DE" sz="1800" spc="-1" strike="noStrike">
                <a:solidFill>
                  <a:schemeClr val="dk1"/>
                </a:solidFill>
                <a:latin typeface="Noto Sans"/>
              </a:rPr>
              <a:t>Click to edit the outline text format</a:t>
            </a:r>
            <a:endParaRPr b="0" lang="de-DE" sz="1800" spc="-1" strike="noStrike">
              <a:solidFill>
                <a:schemeClr val="dk1"/>
              </a:solidFill>
              <a:latin typeface="Noto Sans"/>
            </a:endParaRPr>
          </a:p>
          <a:p>
            <a:pPr lvl="1" marL="864000" indent="-324000">
              <a:lnSpc>
                <a:spcPct val="120000"/>
              </a:lnSpc>
              <a:spcBef>
                <a:spcPts val="1134"/>
              </a:spcBef>
              <a:buClr>
                <a:srgbClr val="000000"/>
              </a:buClr>
              <a:buSzPct val="75000"/>
              <a:buFont typeface="Symbol" charset="2"/>
              <a:buChar char=""/>
            </a:pPr>
            <a:r>
              <a:rPr b="0" lang="de-DE" sz="1800" spc="-1" strike="noStrike">
                <a:solidFill>
                  <a:schemeClr val="dk1"/>
                </a:solidFill>
                <a:latin typeface="Noto Sans"/>
              </a:rPr>
              <a:t>Second Outline Level</a:t>
            </a:r>
            <a:endParaRPr b="0" lang="de-DE" sz="1800" spc="-1" strike="noStrike">
              <a:solidFill>
                <a:schemeClr val="dk1"/>
              </a:solidFill>
              <a:latin typeface="Noto Sans"/>
            </a:endParaRPr>
          </a:p>
          <a:p>
            <a:pPr lvl="2" marL="1296000" indent="-288000">
              <a:lnSpc>
                <a:spcPct val="120000"/>
              </a:lnSpc>
              <a:spcBef>
                <a:spcPts val="850"/>
              </a:spcBef>
              <a:buClr>
                <a:srgbClr val="000000"/>
              </a:buClr>
              <a:buSzPct val="45000"/>
              <a:buFont typeface="Wingdings" charset="2"/>
              <a:buChar char=""/>
            </a:pPr>
            <a:r>
              <a:rPr b="0" lang="de-DE" sz="1800" spc="-1" strike="noStrike">
                <a:solidFill>
                  <a:schemeClr val="dk1"/>
                </a:solidFill>
                <a:latin typeface="Noto Sans"/>
              </a:rPr>
              <a:t>Third Outline Level</a:t>
            </a:r>
            <a:endParaRPr b="0" lang="de-DE" sz="1800" spc="-1" strike="noStrike">
              <a:solidFill>
                <a:schemeClr val="dk1"/>
              </a:solidFill>
              <a:latin typeface="Noto Sans"/>
            </a:endParaRPr>
          </a:p>
          <a:p>
            <a:pPr lvl="3" marL="1728000" indent="-216000">
              <a:lnSpc>
                <a:spcPct val="120000"/>
              </a:lnSpc>
              <a:spcBef>
                <a:spcPts val="567"/>
              </a:spcBef>
              <a:buClr>
                <a:srgbClr val="000000"/>
              </a:buClr>
              <a:buSzPct val="75000"/>
              <a:buFont typeface="Symbol" charset="2"/>
              <a:buChar char=""/>
            </a:pPr>
            <a:r>
              <a:rPr b="0" lang="de-DE" sz="1800" spc="-1" strike="noStrike">
                <a:solidFill>
                  <a:schemeClr val="dk1"/>
                </a:solidFill>
                <a:latin typeface="Noto Sans"/>
              </a:rPr>
              <a:t>Fourth Outline Level</a:t>
            </a:r>
            <a:endParaRPr b="0" lang="de-DE" sz="1800" spc="-1" strike="noStrike">
              <a:solidFill>
                <a:schemeClr val="dk1"/>
              </a:solidFill>
              <a:latin typeface="Noto Sans"/>
            </a:endParaRPr>
          </a:p>
          <a:p>
            <a:pPr lvl="4" marL="2160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Fifth Outline Level</a:t>
            </a:r>
            <a:endParaRPr b="0" lang="de-DE" sz="1800" spc="-1" strike="noStrike">
              <a:solidFill>
                <a:schemeClr val="dk1"/>
              </a:solidFill>
              <a:latin typeface="Noto Sans"/>
            </a:endParaRPr>
          </a:p>
          <a:p>
            <a:pPr lvl="5" marL="2592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Sixth Outline Level</a:t>
            </a:r>
            <a:endParaRPr b="0" lang="de-DE" sz="1800" spc="-1" strike="noStrike">
              <a:solidFill>
                <a:schemeClr val="dk1"/>
              </a:solidFill>
              <a:latin typeface="Noto Sans"/>
            </a:endParaRPr>
          </a:p>
          <a:p>
            <a:pPr lvl="6" marL="3024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Seventh Outline Level</a:t>
            </a:r>
            <a:endParaRPr b="0" lang="de-DE" sz="1800" spc="-1" strike="noStrike">
              <a:solidFill>
                <a:schemeClr val="dk1"/>
              </a:solidFill>
              <a:latin typeface="Noto Sans"/>
            </a:endParaRPr>
          </a:p>
        </p:txBody>
      </p:sp>
      <p:sp>
        <p:nvSpPr>
          <p:cNvPr id="62" name="PlaceHolder 2"/>
          <p:cNvSpPr>
            <a:spLocks noGrp="1"/>
          </p:cNvSpPr>
          <p:nvPr>
            <p:ph type="title"/>
          </p:nvPr>
        </p:nvSpPr>
        <p:spPr>
          <a:xfrm>
            <a:off x="766800" y="798120"/>
            <a:ext cx="4513680" cy="2159640"/>
          </a:xfrm>
          <a:prstGeom prst="rect">
            <a:avLst/>
          </a:prstGeom>
          <a:noFill/>
          <a:ln w="0">
            <a:noFill/>
          </a:ln>
        </p:spPr>
        <p:txBody>
          <a:bodyPr lIns="0" rIns="0" tIns="0" bIns="0" anchor="t">
            <a:noAutofit/>
          </a:bodyPr>
          <a:p>
            <a:pPr indent="0" defTabSz="914400">
              <a:lnSpc>
                <a:spcPct val="105000"/>
              </a:lnSpc>
              <a:buNone/>
            </a:pPr>
            <a:r>
              <a:rPr b="0" lang="de-DE" sz="3600" spc="-1" strike="noStrike">
                <a:solidFill>
                  <a:schemeClr val="dk1"/>
                </a:solidFill>
                <a:latin typeface="Noto Sans"/>
              </a:rPr>
              <a:t>Mastertitelformat bearbeiten</a:t>
            </a:r>
            <a:endParaRPr b="0" lang="de-DE" sz="3600" spc="-1" strike="noStrike">
              <a:solidFill>
                <a:schemeClr val="dk1"/>
              </a:solidFill>
              <a:latin typeface="Noto Sans"/>
            </a:endParaRPr>
          </a:p>
        </p:txBody>
      </p:sp>
      <p:sp>
        <p:nvSpPr>
          <p:cNvPr id="63" name="PlaceHolder 3"/>
          <p:cNvSpPr>
            <a:spLocks noGrp="1"/>
          </p:cNvSpPr>
          <p:nvPr>
            <p:ph type="ftr" idx="17"/>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64" name="PlaceHolder 4">
            <a:extLst>
              <a:ext uri="{C183D7F6-B498-43B3-948B-1728B52AA6E4}">
                <adec:decorative xmlns:adec="http://schemas.microsoft.com/office/drawing/2017/decorative" val="1"/>
              </a:ext>
            </a:extLst>
          </p:cNvPr>
          <p:cNvSpPr>
            <a:spLocks noGrp="1"/>
          </p:cNvSpPr>
          <p:nvPr>
            <p:ph type="sldNum" idx="18"/>
          </p:nvPr>
        </p:nvSpPr>
        <p:spPr>
          <a:xfrm>
            <a:off x="11522880" y="6489720"/>
            <a:ext cx="333720" cy="177480"/>
          </a:xfrm>
          <a:prstGeom prst="rect">
            <a:avLst/>
          </a:prstGeom>
          <a:noFill/>
          <a:ln w="6480">
            <a:solidFill>
              <a:schemeClr val="lt1"/>
            </a:solidFill>
            <a:round/>
          </a:ln>
        </p:spPr>
        <p:txBody>
          <a:bodyPr lIns="0" rIns="0" tIns="0" bIns="0" anchor="ctr">
            <a:noAutofit/>
          </a:bodyPr>
          <a:lstStyle>
            <a:lvl1pPr indent="0" algn="ctr" defTabSz="914400">
              <a:lnSpc>
                <a:spcPct val="100000"/>
              </a:lnSpc>
              <a:buNone/>
              <a:defRPr b="0" lang="de-DE" sz="800" spc="-1" strike="noStrike">
                <a:solidFill>
                  <a:schemeClr val="lt1"/>
                </a:solidFill>
                <a:latin typeface="Noto Sans"/>
              </a:defRPr>
            </a:lvl1pPr>
          </a:lstStyle>
          <a:p>
            <a:pPr indent="0" algn="ctr" defTabSz="914400">
              <a:lnSpc>
                <a:spcPct val="100000"/>
              </a:lnSpc>
              <a:buNone/>
            </a:pPr>
            <a:fld id="{29240DC7-0396-47A7-AAD0-071F377F47AD}" type="slidenum">
              <a:rPr b="0" lang="de-DE" sz="800" spc="-1" strike="noStrike">
                <a:solidFill>
                  <a:schemeClr val="lt1"/>
                </a:solidFill>
                <a:latin typeface="Noto Sans"/>
              </a:rPr>
              <a:t>&lt;number&gt;</a:t>
            </a:fld>
            <a:endParaRPr b="0" lang="en-US" sz="800" spc="-1" strike="noStrike">
              <a:solidFill>
                <a:srgbClr val="000000"/>
              </a:solidFill>
              <a:latin typeface="Times New Roman"/>
            </a:endParaRPr>
          </a:p>
        </p:txBody>
      </p:sp>
      <p:sp>
        <p:nvSpPr>
          <p:cNvPr id="65" name="PlaceHolder 5"/>
          <p:cNvSpPr>
            <a:spLocks noGrp="1"/>
          </p:cNvSpPr>
          <p:nvPr>
            <p:ph type="body"/>
          </p:nvPr>
        </p:nvSpPr>
        <p:spPr>
          <a:xfrm rot="16200000">
            <a:off x="9109440" y="3083760"/>
            <a:ext cx="5829480" cy="334440"/>
          </a:xfrm>
          <a:prstGeom prst="rect">
            <a:avLst/>
          </a:prstGeom>
          <a:noFill/>
          <a:ln w="0">
            <a:noFill/>
          </a:ln>
        </p:spPr>
        <p:txBody>
          <a:bodyPr lIns="108000" rIns="108000" tIns="36000" bIns="36000" anchor="ctr">
            <a:noAutofit/>
          </a:bodyPr>
          <a:p>
            <a:pPr indent="0" defTabSz="914400">
              <a:lnSpc>
                <a:spcPct val="100000"/>
              </a:lnSpc>
              <a:buNone/>
              <a:tabLst>
                <a:tab algn="l" pos="0"/>
              </a:tabLst>
            </a:pPr>
            <a:r>
              <a:rPr b="0" lang="de-DE" sz="800" spc="-1" strike="noStrike">
                <a:solidFill>
                  <a:schemeClr val="lt1"/>
                </a:solidFill>
                <a:latin typeface="Noto Sans"/>
              </a:rPr>
              <a:t>Bildnachweis</a:t>
            </a:r>
            <a:endParaRPr b="0" lang="de-DE" sz="8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75"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6" name="PlaceHolder 1"/>
          <p:cNvSpPr>
            <a:spLocks noGrp="1"/>
          </p:cNvSpPr>
          <p:nvPr>
            <p:ph type="title"/>
          </p:nvPr>
        </p:nvSpPr>
        <p:spPr>
          <a:xfrm>
            <a:off x="766800" y="333360"/>
            <a:ext cx="10658160" cy="899640"/>
          </a:xfrm>
          <a:prstGeom prst="rect">
            <a:avLst/>
          </a:prstGeom>
          <a:noFill/>
          <a:ln w="0">
            <a:noFill/>
          </a:ln>
        </p:spPr>
        <p:txBody>
          <a:bodyPr lIns="0" rIns="0" tIns="0" bIns="0" anchor="t">
            <a:noAutofit/>
          </a:bodyPr>
          <a:p>
            <a:pPr indent="0" defTabSz="914400">
              <a:lnSpc>
                <a:spcPct val="110000"/>
              </a:lnSpc>
              <a:buNone/>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67" name="PlaceHolder 2"/>
          <p:cNvSpPr>
            <a:spLocks noGrp="1"/>
          </p:cNvSpPr>
          <p:nvPr>
            <p:ph type="body"/>
          </p:nvPr>
        </p:nvSpPr>
        <p:spPr>
          <a:xfrm>
            <a:off x="766800" y="1665360"/>
            <a:ext cx="10658160" cy="4500360"/>
          </a:xfrm>
          <a:prstGeom prst="rect">
            <a:avLst/>
          </a:prstGeom>
          <a:noFill/>
          <a:ln w="0">
            <a:noFill/>
          </a:ln>
        </p:spPr>
        <p:txBody>
          <a:bodyPr lIns="0" rIns="0" tIns="0" bIns="0" anchor="t">
            <a:noAutofit/>
          </a:bodyPr>
          <a:p>
            <a:pPr marL="181080" indent="-181080" defTabSz="914400">
              <a:lnSpc>
                <a:spcPct val="120000"/>
              </a:lnSpc>
              <a:buClr>
                <a:srgbClr val="000000"/>
              </a:buClr>
              <a:buFont typeface="Noto Sans"/>
              <a:buChar char="‒"/>
            </a:pPr>
            <a:r>
              <a:rPr b="0" lang="de-DE" sz="1400" spc="-1" strike="noStrike">
                <a:solidFill>
                  <a:schemeClr val="dk1"/>
                </a:solidFill>
                <a:latin typeface="Noto Sans"/>
              </a:rPr>
              <a:t>Mastertextformat bearbeiten</a:t>
            </a:r>
            <a:endParaRPr b="0" lang="de-DE" sz="1400" spc="-1" strike="noStrike">
              <a:solidFill>
                <a:schemeClr val="dk1"/>
              </a:solidFill>
              <a:latin typeface="Noto Sans"/>
            </a:endParaRPr>
          </a:p>
          <a:p>
            <a:pPr lvl="1" marL="355680" indent="-174600" defTabSz="914400">
              <a:lnSpc>
                <a:spcPct val="120000"/>
              </a:lnSpc>
              <a:buClr>
                <a:srgbClr val="000000"/>
              </a:buClr>
              <a:buFont typeface="Noto Sans"/>
              <a:buChar char="‒"/>
            </a:pPr>
            <a:r>
              <a:rPr b="0" lang="de-DE" sz="1400" spc="-1" strike="noStrike">
                <a:solidFill>
                  <a:schemeClr val="dk1"/>
                </a:solidFill>
                <a:latin typeface="Noto Sans"/>
              </a:rPr>
              <a:t>Zweite Ebene</a:t>
            </a:r>
            <a:endParaRPr b="0" lang="de-DE" sz="1400" spc="-1" strike="noStrike">
              <a:solidFill>
                <a:schemeClr val="dk1"/>
              </a:solidFill>
              <a:latin typeface="Noto Sans"/>
            </a:endParaRPr>
          </a:p>
          <a:p>
            <a:pPr lvl="2" marL="538200" indent="-182520" defTabSz="914400">
              <a:lnSpc>
                <a:spcPct val="120000"/>
              </a:lnSpc>
              <a:buClr>
                <a:srgbClr val="000000"/>
              </a:buClr>
              <a:buFont typeface="Noto Sans"/>
              <a:buChar char="‒"/>
            </a:pPr>
            <a:r>
              <a:rPr b="0" lang="de-DE" sz="1400" spc="-1" strike="noStrike">
                <a:solidFill>
                  <a:schemeClr val="dk1"/>
                </a:solidFill>
                <a:latin typeface="Noto Sans"/>
              </a:rPr>
              <a:t>Dritte Ebene</a:t>
            </a:r>
            <a:endParaRPr b="0" lang="de-DE" sz="1400" spc="-1" strike="noStrike">
              <a:solidFill>
                <a:schemeClr val="dk1"/>
              </a:solidFill>
              <a:latin typeface="Noto Sans"/>
            </a:endParaRPr>
          </a:p>
          <a:p>
            <a:pPr lvl="3" marL="719280" indent="-181080" defTabSz="914400">
              <a:lnSpc>
                <a:spcPct val="120000"/>
              </a:lnSpc>
              <a:buClr>
                <a:srgbClr val="000000"/>
              </a:buClr>
              <a:buFont typeface="Noto Sans"/>
              <a:buChar char="‒"/>
            </a:pPr>
            <a:r>
              <a:rPr b="0" lang="de-DE" sz="1400" spc="-1" strike="noStrike">
                <a:solidFill>
                  <a:schemeClr val="dk1"/>
                </a:solidFill>
                <a:latin typeface="Noto Sans"/>
              </a:rPr>
              <a:t>Vierte Ebene</a:t>
            </a:r>
            <a:endParaRPr b="0" lang="de-DE" sz="1400" spc="-1" strike="noStrike">
              <a:solidFill>
                <a:schemeClr val="dk1"/>
              </a:solidFill>
              <a:latin typeface="Noto Sans"/>
            </a:endParaRPr>
          </a:p>
          <a:p>
            <a:pPr lvl="4" marL="893880" indent="-174600" defTabSz="914400">
              <a:lnSpc>
                <a:spcPct val="120000"/>
              </a:lnSpc>
              <a:buClr>
                <a:srgbClr val="000000"/>
              </a:buClr>
              <a:buFont typeface="Noto Sans"/>
              <a:buChar char="‒"/>
            </a:pPr>
            <a:r>
              <a:rPr b="0" lang="de-DE" sz="1400" spc="-1" strike="noStrike">
                <a:solidFill>
                  <a:schemeClr val="dk1"/>
                </a:solidFill>
                <a:latin typeface="Noto Sans"/>
              </a:rPr>
              <a:t>Fünfte Ebene</a:t>
            </a:r>
            <a:endParaRPr b="0" lang="de-DE" sz="1400" spc="-1" strike="noStrike">
              <a:solidFill>
                <a:schemeClr val="dk1"/>
              </a:solidFill>
              <a:latin typeface="Noto Sans"/>
            </a:endParaRPr>
          </a:p>
        </p:txBody>
      </p:sp>
      <p:sp>
        <p:nvSpPr>
          <p:cNvPr id="68" name="PlaceHolder 3"/>
          <p:cNvSpPr>
            <a:spLocks noGrp="1"/>
          </p:cNvSpPr>
          <p:nvPr>
            <p:ph type="ftr" idx="19"/>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69" name="PlaceHolder 4">
            <a:extLst>
              <a:ext uri="{C183D7F6-B498-43B3-948B-1728B52AA6E4}">
                <adec:decorative xmlns:adec="http://schemas.microsoft.com/office/drawing/2017/decorative" val="1"/>
              </a:ext>
            </a:extLst>
          </p:cNvPr>
          <p:cNvSpPr>
            <a:spLocks noGrp="1"/>
          </p:cNvSpPr>
          <p:nvPr>
            <p:ph type="sldNum" idx="20"/>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D709D591-8F89-49F6-8280-50E4CB138B7F}"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7" r:id="rId2"/>
    <p:sldLayoutId id="2147483678" r:id="rId3"/>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2" name="PlaceHolder 1"/>
          <p:cNvSpPr>
            <a:spLocks noGrp="1"/>
          </p:cNvSpPr>
          <p:nvPr>
            <p:ph type="title"/>
          </p:nvPr>
        </p:nvSpPr>
        <p:spPr>
          <a:xfrm>
            <a:off x="766800" y="333360"/>
            <a:ext cx="10658160" cy="899640"/>
          </a:xfrm>
          <a:prstGeom prst="rect">
            <a:avLst/>
          </a:prstGeom>
          <a:noFill/>
          <a:ln w="0">
            <a:noFill/>
          </a:ln>
        </p:spPr>
        <p:txBody>
          <a:bodyPr lIns="0" rIns="0" tIns="0" bIns="0" anchor="t">
            <a:noAutofit/>
          </a:bodyPr>
          <a:p>
            <a:pPr indent="0" defTabSz="914400">
              <a:lnSpc>
                <a:spcPct val="110000"/>
              </a:lnSpc>
              <a:buNone/>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73" name="PlaceHolder 2"/>
          <p:cNvSpPr>
            <a:spLocks noGrp="1"/>
          </p:cNvSpPr>
          <p:nvPr>
            <p:ph type="body"/>
          </p:nvPr>
        </p:nvSpPr>
        <p:spPr>
          <a:xfrm>
            <a:off x="766800" y="1665360"/>
            <a:ext cx="5113080" cy="4500360"/>
          </a:xfrm>
          <a:prstGeom prst="rect">
            <a:avLst/>
          </a:prstGeom>
          <a:noFill/>
          <a:ln w="0">
            <a:noFill/>
          </a:ln>
        </p:spPr>
        <p:txBody>
          <a:bodyPr lIns="0" rIns="0" tIns="0" bIns="0" anchor="t">
            <a:noAutofit/>
          </a:bodyPr>
          <a:p>
            <a:pPr marL="181080" indent="-181080" defTabSz="914400">
              <a:lnSpc>
                <a:spcPct val="120000"/>
              </a:lnSpc>
              <a:buClr>
                <a:srgbClr val="000000"/>
              </a:buClr>
              <a:buFont typeface="Noto Sans"/>
              <a:buChar char="‒"/>
            </a:pPr>
            <a:r>
              <a:rPr b="0" lang="de-DE" sz="1400" spc="-1" strike="noStrike">
                <a:solidFill>
                  <a:schemeClr val="dk1"/>
                </a:solidFill>
                <a:latin typeface="Noto Sans"/>
              </a:rPr>
              <a:t>Mastertextformat bearbeiten</a:t>
            </a:r>
            <a:endParaRPr b="0" lang="de-DE" sz="1400" spc="-1" strike="noStrike">
              <a:solidFill>
                <a:schemeClr val="dk1"/>
              </a:solidFill>
              <a:latin typeface="Noto Sans"/>
            </a:endParaRPr>
          </a:p>
          <a:p>
            <a:pPr lvl="1" marL="355680" indent="-174600" defTabSz="914400">
              <a:lnSpc>
                <a:spcPct val="120000"/>
              </a:lnSpc>
              <a:buClr>
                <a:srgbClr val="000000"/>
              </a:buClr>
              <a:buFont typeface="Noto Sans"/>
              <a:buChar char="‒"/>
            </a:pPr>
            <a:r>
              <a:rPr b="0" lang="de-DE" sz="1400" spc="-1" strike="noStrike">
                <a:solidFill>
                  <a:schemeClr val="dk1"/>
                </a:solidFill>
                <a:latin typeface="Noto Sans"/>
              </a:rPr>
              <a:t>Zweite Ebene</a:t>
            </a:r>
            <a:endParaRPr b="0" lang="de-DE" sz="1400" spc="-1" strike="noStrike">
              <a:solidFill>
                <a:schemeClr val="dk1"/>
              </a:solidFill>
              <a:latin typeface="Noto Sans"/>
            </a:endParaRPr>
          </a:p>
          <a:p>
            <a:pPr lvl="2" marL="538200" indent="-182520" defTabSz="914400">
              <a:lnSpc>
                <a:spcPct val="120000"/>
              </a:lnSpc>
              <a:buClr>
                <a:srgbClr val="000000"/>
              </a:buClr>
              <a:buFont typeface="Noto Sans"/>
              <a:buChar char="‒"/>
            </a:pPr>
            <a:r>
              <a:rPr b="0" lang="de-DE" sz="1400" spc="-1" strike="noStrike">
                <a:solidFill>
                  <a:schemeClr val="dk1"/>
                </a:solidFill>
                <a:latin typeface="Noto Sans"/>
              </a:rPr>
              <a:t>Dritte Ebene</a:t>
            </a:r>
            <a:endParaRPr b="0" lang="de-DE" sz="1400" spc="-1" strike="noStrike">
              <a:solidFill>
                <a:schemeClr val="dk1"/>
              </a:solidFill>
              <a:latin typeface="Noto Sans"/>
            </a:endParaRPr>
          </a:p>
          <a:p>
            <a:pPr lvl="3" marL="719280" indent="-181080" defTabSz="914400">
              <a:lnSpc>
                <a:spcPct val="120000"/>
              </a:lnSpc>
              <a:buClr>
                <a:srgbClr val="000000"/>
              </a:buClr>
              <a:buFont typeface="Noto Sans"/>
              <a:buChar char="‒"/>
            </a:pPr>
            <a:r>
              <a:rPr b="0" lang="de-DE" sz="1400" spc="-1" strike="noStrike">
                <a:solidFill>
                  <a:schemeClr val="dk1"/>
                </a:solidFill>
                <a:latin typeface="Noto Sans"/>
              </a:rPr>
              <a:t>Vierte Ebene</a:t>
            </a:r>
            <a:endParaRPr b="0" lang="de-DE" sz="1400" spc="-1" strike="noStrike">
              <a:solidFill>
                <a:schemeClr val="dk1"/>
              </a:solidFill>
              <a:latin typeface="Noto Sans"/>
            </a:endParaRPr>
          </a:p>
          <a:p>
            <a:pPr lvl="4" marL="893880" indent="-174600" defTabSz="914400">
              <a:lnSpc>
                <a:spcPct val="120000"/>
              </a:lnSpc>
              <a:buClr>
                <a:srgbClr val="000000"/>
              </a:buClr>
              <a:buFont typeface="Noto Sans"/>
              <a:buChar char="‒"/>
            </a:pPr>
            <a:r>
              <a:rPr b="0" lang="de-DE" sz="1400" spc="-1" strike="noStrike">
                <a:solidFill>
                  <a:schemeClr val="dk1"/>
                </a:solidFill>
                <a:latin typeface="Noto Sans"/>
              </a:rPr>
              <a:t>Fünfte Ebene</a:t>
            </a:r>
            <a:endParaRPr b="0" lang="de-DE" sz="1400" spc="-1" strike="noStrike">
              <a:solidFill>
                <a:schemeClr val="dk1"/>
              </a:solidFill>
              <a:latin typeface="Noto Sans"/>
            </a:endParaRPr>
          </a:p>
        </p:txBody>
      </p:sp>
      <p:sp>
        <p:nvSpPr>
          <p:cNvPr id="74" name="PlaceHolder 3"/>
          <p:cNvSpPr>
            <a:spLocks noGrp="1"/>
          </p:cNvSpPr>
          <p:nvPr>
            <p:ph type="body"/>
          </p:nvPr>
        </p:nvSpPr>
        <p:spPr>
          <a:xfrm>
            <a:off x="6311880" y="1665360"/>
            <a:ext cx="5113080" cy="4500360"/>
          </a:xfrm>
          <a:prstGeom prst="rect">
            <a:avLst/>
          </a:prstGeom>
          <a:noFill/>
          <a:ln w="0">
            <a:noFill/>
          </a:ln>
        </p:spPr>
        <p:txBody>
          <a:bodyPr lIns="0" rIns="0" tIns="0" bIns="0" anchor="t">
            <a:noAutofit/>
          </a:bodyPr>
          <a:p>
            <a:pPr marL="181080" indent="-181080" defTabSz="914400">
              <a:lnSpc>
                <a:spcPct val="120000"/>
              </a:lnSpc>
              <a:buClr>
                <a:srgbClr val="000000"/>
              </a:buClr>
              <a:buFont typeface="Noto Sans"/>
              <a:buChar char="‒"/>
            </a:pPr>
            <a:r>
              <a:rPr b="0" lang="de-DE" sz="1400" spc="-1" strike="noStrike">
                <a:solidFill>
                  <a:schemeClr val="dk1"/>
                </a:solidFill>
                <a:latin typeface="Noto Sans"/>
              </a:rPr>
              <a:t>Mastertextformat bearbeiten</a:t>
            </a:r>
            <a:endParaRPr b="0" lang="de-DE" sz="1400" spc="-1" strike="noStrike">
              <a:solidFill>
                <a:schemeClr val="dk1"/>
              </a:solidFill>
              <a:latin typeface="Noto Sans"/>
            </a:endParaRPr>
          </a:p>
          <a:p>
            <a:pPr lvl="1" marL="355680" indent="-174600" defTabSz="914400">
              <a:lnSpc>
                <a:spcPct val="120000"/>
              </a:lnSpc>
              <a:buClr>
                <a:srgbClr val="000000"/>
              </a:buClr>
              <a:buFont typeface="Noto Sans"/>
              <a:buChar char="‒"/>
            </a:pPr>
            <a:r>
              <a:rPr b="0" lang="de-DE" sz="1400" spc="-1" strike="noStrike">
                <a:solidFill>
                  <a:schemeClr val="dk1"/>
                </a:solidFill>
                <a:latin typeface="Noto Sans"/>
              </a:rPr>
              <a:t>Zweite Ebene</a:t>
            </a:r>
            <a:endParaRPr b="0" lang="de-DE" sz="1400" spc="-1" strike="noStrike">
              <a:solidFill>
                <a:schemeClr val="dk1"/>
              </a:solidFill>
              <a:latin typeface="Noto Sans"/>
            </a:endParaRPr>
          </a:p>
          <a:p>
            <a:pPr lvl="2" marL="538200" indent="-182520" defTabSz="914400">
              <a:lnSpc>
                <a:spcPct val="120000"/>
              </a:lnSpc>
              <a:buClr>
                <a:srgbClr val="000000"/>
              </a:buClr>
              <a:buFont typeface="Noto Sans"/>
              <a:buChar char="‒"/>
            </a:pPr>
            <a:r>
              <a:rPr b="0" lang="de-DE" sz="1400" spc="-1" strike="noStrike">
                <a:solidFill>
                  <a:schemeClr val="dk1"/>
                </a:solidFill>
                <a:latin typeface="Noto Sans"/>
              </a:rPr>
              <a:t>Dritte Ebene</a:t>
            </a:r>
            <a:endParaRPr b="0" lang="de-DE" sz="1400" spc="-1" strike="noStrike">
              <a:solidFill>
                <a:schemeClr val="dk1"/>
              </a:solidFill>
              <a:latin typeface="Noto Sans"/>
            </a:endParaRPr>
          </a:p>
          <a:p>
            <a:pPr lvl="3" marL="719280" indent="-181080" defTabSz="914400">
              <a:lnSpc>
                <a:spcPct val="120000"/>
              </a:lnSpc>
              <a:buClr>
                <a:srgbClr val="000000"/>
              </a:buClr>
              <a:buFont typeface="Noto Sans"/>
              <a:buChar char="‒"/>
            </a:pPr>
            <a:r>
              <a:rPr b="0" lang="de-DE" sz="1400" spc="-1" strike="noStrike">
                <a:solidFill>
                  <a:schemeClr val="dk1"/>
                </a:solidFill>
                <a:latin typeface="Noto Sans"/>
              </a:rPr>
              <a:t>Vierte Ebene</a:t>
            </a:r>
            <a:endParaRPr b="0" lang="de-DE" sz="1400" spc="-1" strike="noStrike">
              <a:solidFill>
                <a:schemeClr val="dk1"/>
              </a:solidFill>
              <a:latin typeface="Noto Sans"/>
            </a:endParaRPr>
          </a:p>
          <a:p>
            <a:pPr lvl="4" marL="893880" indent="-174600" defTabSz="914400">
              <a:lnSpc>
                <a:spcPct val="120000"/>
              </a:lnSpc>
              <a:buClr>
                <a:srgbClr val="000000"/>
              </a:buClr>
              <a:buFont typeface="Noto Sans"/>
              <a:buChar char="‒"/>
            </a:pPr>
            <a:r>
              <a:rPr b="0" lang="de-DE" sz="1400" spc="-1" strike="noStrike">
                <a:solidFill>
                  <a:schemeClr val="dk1"/>
                </a:solidFill>
                <a:latin typeface="Noto Sans"/>
              </a:rPr>
              <a:t>Fünfte Ebene</a:t>
            </a:r>
            <a:endParaRPr b="0" lang="de-DE" sz="1400" spc="-1" strike="noStrike">
              <a:solidFill>
                <a:schemeClr val="dk1"/>
              </a:solidFill>
              <a:latin typeface="Noto Sans"/>
            </a:endParaRPr>
          </a:p>
        </p:txBody>
      </p:sp>
      <p:sp>
        <p:nvSpPr>
          <p:cNvPr id="75" name="PlaceHolder 4"/>
          <p:cNvSpPr>
            <a:spLocks noGrp="1"/>
          </p:cNvSpPr>
          <p:nvPr>
            <p:ph type="ftr" idx="21"/>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76" name="PlaceHolder 5">
            <a:extLst>
              <a:ext uri="{C183D7F6-B498-43B3-948B-1728B52AA6E4}">
                <adec:decorative xmlns:adec="http://schemas.microsoft.com/office/drawing/2017/decorative" val="1"/>
              </a:ext>
            </a:extLst>
          </p:cNvPr>
          <p:cNvSpPr>
            <a:spLocks noGrp="1"/>
          </p:cNvSpPr>
          <p:nvPr>
            <p:ph type="sldNum" idx="22"/>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1BD352CC-73A1-4A6D-AE7C-E7CE65095D42}"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0"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9" name="PlaceHolder 1"/>
          <p:cNvSpPr>
            <a:spLocks noGrp="1"/>
          </p:cNvSpPr>
          <p:nvPr>
            <p:ph type="title"/>
          </p:nvPr>
        </p:nvSpPr>
        <p:spPr>
          <a:xfrm>
            <a:off x="766800" y="333360"/>
            <a:ext cx="5113080" cy="899640"/>
          </a:xfrm>
          <a:prstGeom prst="rect">
            <a:avLst/>
          </a:prstGeom>
          <a:noFill/>
          <a:ln w="0">
            <a:noFill/>
          </a:ln>
        </p:spPr>
        <p:txBody>
          <a:bodyPr lIns="0" rIns="0" tIns="0" bIns="0" anchor="t">
            <a:noAutofit/>
          </a:bodyPr>
          <a:p>
            <a:pPr indent="0" defTabSz="914400">
              <a:lnSpc>
                <a:spcPct val="110000"/>
              </a:lnSpc>
              <a:buNone/>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80" name="PlaceHolder 2"/>
          <p:cNvSpPr>
            <a:spLocks noGrp="1"/>
          </p:cNvSpPr>
          <p:nvPr>
            <p:ph type="body"/>
          </p:nvPr>
        </p:nvSpPr>
        <p:spPr>
          <a:xfrm>
            <a:off x="766800" y="1665360"/>
            <a:ext cx="5113080" cy="4500360"/>
          </a:xfrm>
          <a:prstGeom prst="rect">
            <a:avLst/>
          </a:prstGeom>
          <a:noFill/>
          <a:ln w="0">
            <a:noFill/>
          </a:ln>
        </p:spPr>
        <p:txBody>
          <a:bodyPr lIns="0" rIns="0" tIns="0" bIns="0" anchor="t">
            <a:noAutofit/>
          </a:bodyPr>
          <a:p>
            <a:pPr marL="181080" indent="-181080" defTabSz="914400">
              <a:lnSpc>
                <a:spcPct val="120000"/>
              </a:lnSpc>
              <a:buClr>
                <a:srgbClr val="000000"/>
              </a:buClr>
              <a:buFont typeface="Noto Sans"/>
              <a:buChar char="‒"/>
            </a:pPr>
            <a:r>
              <a:rPr b="0" lang="de-DE" sz="1400" spc="-1" strike="noStrike">
                <a:solidFill>
                  <a:schemeClr val="dk1"/>
                </a:solidFill>
                <a:latin typeface="Noto Sans"/>
              </a:rPr>
              <a:t>Mastertextformat bearbeiten</a:t>
            </a:r>
            <a:endParaRPr b="0" lang="de-DE" sz="1400" spc="-1" strike="noStrike">
              <a:solidFill>
                <a:schemeClr val="dk1"/>
              </a:solidFill>
              <a:latin typeface="Noto Sans"/>
            </a:endParaRPr>
          </a:p>
          <a:p>
            <a:pPr lvl="1" marL="355680" indent="-174600" defTabSz="914400">
              <a:lnSpc>
                <a:spcPct val="120000"/>
              </a:lnSpc>
              <a:buClr>
                <a:srgbClr val="000000"/>
              </a:buClr>
              <a:buFont typeface="Noto Sans"/>
              <a:buChar char="‒"/>
            </a:pPr>
            <a:r>
              <a:rPr b="0" lang="de-DE" sz="1400" spc="-1" strike="noStrike">
                <a:solidFill>
                  <a:schemeClr val="dk1"/>
                </a:solidFill>
                <a:latin typeface="Noto Sans"/>
              </a:rPr>
              <a:t>Zweite Ebene</a:t>
            </a:r>
            <a:endParaRPr b="0" lang="de-DE" sz="1400" spc="-1" strike="noStrike">
              <a:solidFill>
                <a:schemeClr val="dk1"/>
              </a:solidFill>
              <a:latin typeface="Noto Sans"/>
            </a:endParaRPr>
          </a:p>
          <a:p>
            <a:pPr lvl="2" marL="538200" indent="-182520" defTabSz="914400">
              <a:lnSpc>
                <a:spcPct val="120000"/>
              </a:lnSpc>
              <a:buClr>
                <a:srgbClr val="000000"/>
              </a:buClr>
              <a:buFont typeface="Noto Sans"/>
              <a:buChar char="‒"/>
            </a:pPr>
            <a:r>
              <a:rPr b="0" lang="de-DE" sz="1400" spc="-1" strike="noStrike">
                <a:solidFill>
                  <a:schemeClr val="dk1"/>
                </a:solidFill>
                <a:latin typeface="Noto Sans"/>
              </a:rPr>
              <a:t>Dritte Ebene</a:t>
            </a:r>
            <a:endParaRPr b="0" lang="de-DE" sz="1400" spc="-1" strike="noStrike">
              <a:solidFill>
                <a:schemeClr val="dk1"/>
              </a:solidFill>
              <a:latin typeface="Noto Sans"/>
            </a:endParaRPr>
          </a:p>
          <a:p>
            <a:pPr lvl="3" marL="719280" indent="-181080" defTabSz="914400">
              <a:lnSpc>
                <a:spcPct val="120000"/>
              </a:lnSpc>
              <a:buClr>
                <a:srgbClr val="000000"/>
              </a:buClr>
              <a:buFont typeface="Noto Sans"/>
              <a:buChar char="‒"/>
            </a:pPr>
            <a:r>
              <a:rPr b="0" lang="de-DE" sz="1400" spc="-1" strike="noStrike">
                <a:solidFill>
                  <a:schemeClr val="dk1"/>
                </a:solidFill>
                <a:latin typeface="Noto Sans"/>
              </a:rPr>
              <a:t>Vierte Ebene</a:t>
            </a:r>
            <a:endParaRPr b="0" lang="de-DE" sz="1400" spc="-1" strike="noStrike">
              <a:solidFill>
                <a:schemeClr val="dk1"/>
              </a:solidFill>
              <a:latin typeface="Noto Sans"/>
            </a:endParaRPr>
          </a:p>
          <a:p>
            <a:pPr lvl="4" marL="893880" indent="-174600" defTabSz="914400">
              <a:lnSpc>
                <a:spcPct val="120000"/>
              </a:lnSpc>
              <a:buClr>
                <a:srgbClr val="000000"/>
              </a:buClr>
              <a:buFont typeface="Noto Sans"/>
              <a:buChar char="‒"/>
            </a:pPr>
            <a:r>
              <a:rPr b="0" lang="de-DE" sz="1400" spc="-1" strike="noStrike">
                <a:solidFill>
                  <a:schemeClr val="dk1"/>
                </a:solidFill>
                <a:latin typeface="Noto Sans"/>
              </a:rPr>
              <a:t>Fünfte Ebene</a:t>
            </a:r>
            <a:endParaRPr b="0" lang="de-DE" sz="1400" spc="-1" strike="noStrike">
              <a:solidFill>
                <a:schemeClr val="dk1"/>
              </a:solidFill>
              <a:latin typeface="Noto Sans"/>
            </a:endParaRPr>
          </a:p>
        </p:txBody>
      </p:sp>
      <p:sp>
        <p:nvSpPr>
          <p:cNvPr id="81" name="PlaceHolder 3"/>
          <p:cNvSpPr>
            <a:spLocks noGrp="1"/>
          </p:cNvSpPr>
          <p:nvPr>
            <p:ph type="body"/>
          </p:nvPr>
        </p:nvSpPr>
        <p:spPr>
          <a:xfrm>
            <a:off x="6537960" y="333360"/>
            <a:ext cx="5318640" cy="5297400"/>
          </a:xfrm>
          <a:prstGeom prst="rect">
            <a:avLst/>
          </a:prstGeom>
          <a:solidFill>
            <a:schemeClr val="lt1">
              <a:lumMod val="85000"/>
            </a:schemeClr>
          </a:solidFill>
          <a:ln w="0">
            <a:noFill/>
          </a:ln>
        </p:spPr>
        <p:txBody>
          <a:bodyPr lIns="90000" rIns="90000" tIns="45000" bIns="45000" anchor="ctr">
            <a:noAutofit/>
          </a:bodyPr>
          <a:p>
            <a:pPr marL="432000" indent="-324000">
              <a:lnSpc>
                <a:spcPct val="120000"/>
              </a:lnSpc>
              <a:spcBef>
                <a:spcPts val="1417"/>
              </a:spcBef>
              <a:buClr>
                <a:srgbClr val="000000"/>
              </a:buClr>
              <a:buSzPct val="45000"/>
              <a:buFont typeface="Wingdings" charset="2"/>
              <a:buChar char=""/>
            </a:pPr>
            <a:r>
              <a:rPr b="0" lang="de-DE" sz="1800" spc="-1" strike="noStrike">
                <a:solidFill>
                  <a:schemeClr val="dk1"/>
                </a:solidFill>
                <a:latin typeface="Noto Sans"/>
              </a:rPr>
              <a:t>Click to edit the outline text format</a:t>
            </a:r>
            <a:endParaRPr b="0" lang="de-DE" sz="1800" spc="-1" strike="noStrike">
              <a:solidFill>
                <a:schemeClr val="dk1"/>
              </a:solidFill>
              <a:latin typeface="Noto Sans"/>
            </a:endParaRPr>
          </a:p>
          <a:p>
            <a:pPr lvl="1" marL="864000" indent="-324000">
              <a:lnSpc>
                <a:spcPct val="120000"/>
              </a:lnSpc>
              <a:spcBef>
                <a:spcPts val="1134"/>
              </a:spcBef>
              <a:buClr>
                <a:srgbClr val="000000"/>
              </a:buClr>
              <a:buSzPct val="75000"/>
              <a:buFont typeface="Symbol" charset="2"/>
              <a:buChar char=""/>
            </a:pPr>
            <a:r>
              <a:rPr b="0" lang="de-DE" sz="1800" spc="-1" strike="noStrike">
                <a:solidFill>
                  <a:schemeClr val="dk1"/>
                </a:solidFill>
                <a:latin typeface="Noto Sans"/>
              </a:rPr>
              <a:t>Second Outline Level</a:t>
            </a:r>
            <a:endParaRPr b="0" lang="de-DE" sz="1800" spc="-1" strike="noStrike">
              <a:solidFill>
                <a:schemeClr val="dk1"/>
              </a:solidFill>
              <a:latin typeface="Noto Sans"/>
            </a:endParaRPr>
          </a:p>
          <a:p>
            <a:pPr lvl="2" marL="1296000" indent="-288000">
              <a:lnSpc>
                <a:spcPct val="120000"/>
              </a:lnSpc>
              <a:spcBef>
                <a:spcPts val="850"/>
              </a:spcBef>
              <a:buClr>
                <a:srgbClr val="000000"/>
              </a:buClr>
              <a:buSzPct val="45000"/>
              <a:buFont typeface="Wingdings" charset="2"/>
              <a:buChar char=""/>
            </a:pPr>
            <a:r>
              <a:rPr b="0" lang="de-DE" sz="1800" spc="-1" strike="noStrike">
                <a:solidFill>
                  <a:schemeClr val="dk1"/>
                </a:solidFill>
                <a:latin typeface="Noto Sans"/>
              </a:rPr>
              <a:t>Third Outline Level</a:t>
            </a:r>
            <a:endParaRPr b="0" lang="de-DE" sz="1800" spc="-1" strike="noStrike">
              <a:solidFill>
                <a:schemeClr val="dk1"/>
              </a:solidFill>
              <a:latin typeface="Noto Sans"/>
            </a:endParaRPr>
          </a:p>
          <a:p>
            <a:pPr lvl="3" marL="1728000" indent="-216000">
              <a:lnSpc>
                <a:spcPct val="120000"/>
              </a:lnSpc>
              <a:spcBef>
                <a:spcPts val="567"/>
              </a:spcBef>
              <a:buClr>
                <a:srgbClr val="000000"/>
              </a:buClr>
              <a:buSzPct val="75000"/>
              <a:buFont typeface="Symbol" charset="2"/>
              <a:buChar char=""/>
            </a:pPr>
            <a:r>
              <a:rPr b="0" lang="de-DE" sz="1800" spc="-1" strike="noStrike">
                <a:solidFill>
                  <a:schemeClr val="dk1"/>
                </a:solidFill>
                <a:latin typeface="Noto Sans"/>
              </a:rPr>
              <a:t>Fourth Outline Level</a:t>
            </a:r>
            <a:endParaRPr b="0" lang="de-DE" sz="1800" spc="-1" strike="noStrike">
              <a:solidFill>
                <a:schemeClr val="dk1"/>
              </a:solidFill>
              <a:latin typeface="Noto Sans"/>
            </a:endParaRPr>
          </a:p>
          <a:p>
            <a:pPr lvl="4" marL="2160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Fifth Outline Level</a:t>
            </a:r>
            <a:endParaRPr b="0" lang="de-DE" sz="1800" spc="-1" strike="noStrike">
              <a:solidFill>
                <a:schemeClr val="dk1"/>
              </a:solidFill>
              <a:latin typeface="Noto Sans"/>
            </a:endParaRPr>
          </a:p>
          <a:p>
            <a:pPr lvl="5" marL="2592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Sixth Outline Level</a:t>
            </a:r>
            <a:endParaRPr b="0" lang="de-DE" sz="1800" spc="-1" strike="noStrike">
              <a:solidFill>
                <a:schemeClr val="dk1"/>
              </a:solidFill>
              <a:latin typeface="Noto Sans"/>
            </a:endParaRPr>
          </a:p>
          <a:p>
            <a:pPr lvl="6" marL="3024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Seventh Outline Level</a:t>
            </a:r>
            <a:endParaRPr b="0" lang="de-DE" sz="1800" spc="-1" strike="noStrike">
              <a:solidFill>
                <a:schemeClr val="dk1"/>
              </a:solidFill>
              <a:latin typeface="Noto Sans"/>
            </a:endParaRPr>
          </a:p>
        </p:txBody>
      </p:sp>
      <p:sp>
        <p:nvSpPr>
          <p:cNvPr id="82" name="PlaceHolder 4"/>
          <p:cNvSpPr>
            <a:spLocks noGrp="1"/>
          </p:cNvSpPr>
          <p:nvPr>
            <p:ph type="ftr" idx="23"/>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83" name="PlaceHolder 5">
            <a:extLst>
              <a:ext uri="{C183D7F6-B498-43B3-948B-1728B52AA6E4}">
                <adec:decorative xmlns:adec="http://schemas.microsoft.com/office/drawing/2017/decorative" val="1"/>
              </a:ext>
            </a:extLst>
          </p:cNvPr>
          <p:cNvSpPr>
            <a:spLocks noGrp="1"/>
          </p:cNvSpPr>
          <p:nvPr>
            <p:ph type="sldNum" idx="24"/>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E3662A6E-20DB-422C-B3A2-93005FFB0E7D}"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
        <p:nvSpPr>
          <p:cNvPr id="84" name="PlaceHolder 6"/>
          <p:cNvSpPr>
            <a:spLocks noGrp="1"/>
          </p:cNvSpPr>
          <p:nvPr>
            <p:ph type="body"/>
          </p:nvPr>
        </p:nvSpPr>
        <p:spPr>
          <a:xfrm rot="16200000">
            <a:off x="9041760" y="2816280"/>
            <a:ext cx="5294880" cy="334440"/>
          </a:xfrm>
          <a:prstGeom prst="rect">
            <a:avLst/>
          </a:prstGeom>
          <a:noFill/>
          <a:ln w="0">
            <a:noFill/>
          </a:ln>
        </p:spPr>
        <p:txBody>
          <a:bodyPr lIns="108000" rIns="108000" tIns="36000" bIns="36000" anchor="ctr">
            <a:noAutofit/>
          </a:bodyPr>
          <a:p>
            <a:pPr indent="0" defTabSz="914400">
              <a:lnSpc>
                <a:spcPct val="100000"/>
              </a:lnSpc>
              <a:buNone/>
              <a:tabLst>
                <a:tab algn="l" pos="0"/>
              </a:tabLst>
            </a:pPr>
            <a:r>
              <a:rPr b="0" lang="de-DE" sz="800" spc="-1" strike="noStrike">
                <a:solidFill>
                  <a:schemeClr val="lt1"/>
                </a:solidFill>
                <a:latin typeface="Noto Sans"/>
              </a:rPr>
              <a:t>Bildnachweis</a:t>
            </a:r>
            <a:endParaRPr b="0" lang="de-DE" sz="8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82"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6.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svg"/><Relationship Id="rId3" Type="http://schemas.openxmlformats.org/officeDocument/2006/relationships/slideLayout" Target="../slideLayouts/slideLayout16.xml"/><Relationship Id="rId4"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svg"/><Relationship Id="rId3" Type="http://schemas.openxmlformats.org/officeDocument/2006/relationships/slideLayout" Target="../slideLayouts/slideLayout16.xml"/><Relationship Id="rId4"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svg"/><Relationship Id="rId3" Type="http://schemas.openxmlformats.org/officeDocument/2006/relationships/slideLayout" Target="../slideLayouts/slideLayout16.xml"/><Relationship Id="rId4"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svg"/><Relationship Id="rId3" Type="http://schemas.openxmlformats.org/officeDocument/2006/relationships/slideLayout" Target="../slideLayouts/slideLayout16.xml"/><Relationship Id="rId4"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slideLayout" Target="../slideLayouts/slideLayout16.xml"/><Relationship Id="rId4"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6.xml"/><Relationship Id="rId3"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hyperlink" Target="https://geomoer.github.io/moer-bsc-geodaten/unit10/unit10-04_assignment.html" TargetMode="External"/><Relationship Id="rId2" Type="http://schemas.openxmlformats.org/officeDocument/2006/relationships/slideLayout" Target="../slideLayouts/slideLayout16.xml"/><Relationship Id="rId3"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svg"/><Relationship Id="rId3" Type="http://schemas.openxmlformats.org/officeDocument/2006/relationships/slideLayout" Target="../slideLayouts/slideLayout16.xml"/><Relationship Id="rId4"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hyperlink" Target="https://geomoer.github.io/moer-bsc-geodaten/unit10/unit10-00_overview.html" TargetMode="External"/><Relationship Id="rId2" Type="http://schemas.openxmlformats.org/officeDocument/2006/relationships/hyperlink" Target="https://geomoer.github.io/moer-bsc-geodaten/material/qgis-kernpfade.html#unit10" TargetMode="External"/><Relationship Id="rId3" Type="http://schemas.openxmlformats.org/officeDocument/2006/relationships/hyperlink" Target="https://geomoer.github.io/moer-bsc-geodaten/unit10/unit10-02_qgigs.html" TargetMode="External"/><Relationship Id="rId4" Type="http://schemas.openxmlformats.org/officeDocument/2006/relationships/hyperlink" Target="https://geomoer.github.io/moer-bsc-geodaten/unit10/unit10-03_datenquellen.html" TargetMode="External"/><Relationship Id="rId5" Type="http://schemas.openxmlformats.org/officeDocument/2006/relationships/hyperlink" Target="https://docs.qgis.org/3.40/en/docs/user_manual/" TargetMode="External"/><Relationship Id="rId6" Type="http://schemas.openxmlformats.org/officeDocument/2006/relationships/hyperlink" Target="https://www.hlnug.de/themen/geografische-informationssysteme/geodienste/naturschutz" TargetMode="External"/><Relationship Id="rId7" Type="http://schemas.openxmlformats.org/officeDocument/2006/relationships/slideLayout" Target="../slideLayouts/slideLayout16.xml"/><Relationship Id="rId8"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8.xml"/><Relationship Id="rId3" Type="http://schemas.openxmlformats.org/officeDocument/2006/relationships/notesSlide" Target="../notesSlides/notesSlide3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1" name="" descr=""/>
          <p:cNvPicPr/>
          <p:nvPr/>
        </p:nvPicPr>
        <p:blipFill>
          <a:blip r:embed="rId1"/>
          <a:stretch/>
        </p:blipFill>
        <p:spPr>
          <a:xfrm>
            <a:off x="335160" y="2666880"/>
            <a:ext cx="4107240" cy="1407240"/>
          </a:xfrm>
          <a:prstGeom prst="rect">
            <a:avLst/>
          </a:prstGeom>
          <a:ln w="0">
            <a:noFill/>
          </a:ln>
        </p:spPr>
      </p:pic>
      <p:sp>
        <p:nvSpPr>
          <p:cNvPr id="92" name=""/>
          <p:cNvSpPr txBox="1"/>
          <p:nvPr/>
        </p:nvSpPr>
        <p:spPr>
          <a:xfrm>
            <a:off x="4762440" y="2171880"/>
            <a:ext cx="6477120" cy="2286000"/>
          </a:xfrm>
          <a:prstGeom prst="rect">
            <a:avLst/>
          </a:prstGeom>
          <a:noFill/>
          <a:ln w="0">
            <a:noFill/>
          </a:ln>
        </p:spPr>
        <p:txBody>
          <a:bodyPr lIns="0" rIns="0" tIns="0" bIns="0" anchor="t">
            <a:noAutofit/>
          </a:bodyPr>
          <a:p>
            <a:r>
              <a:rPr b="0" lang="en-US" sz="4140" spc="-1" strike="noStrike">
                <a:solidFill>
                  <a:srgbClr val="ffffff"/>
                </a:solidFill>
                <a:latin typeface="Noto Sans"/>
              </a:rPr>
              <a:t>Geodatenmodelle,</a:t>
            </a:r>
            <a:endParaRPr b="0" lang="en-US" sz="4140" spc="-1" strike="noStrike">
              <a:solidFill>
                <a:srgbClr val="ffffff"/>
              </a:solidFill>
              <a:latin typeface="Arial"/>
            </a:endParaRPr>
          </a:p>
          <a:p>
            <a:r>
              <a:rPr b="0" lang="en-US" sz="4140" spc="-1" strike="noStrike">
                <a:solidFill>
                  <a:srgbClr val="ffffff"/>
                </a:solidFill>
                <a:latin typeface="Noto Sans"/>
              </a:rPr>
              <a:t>QGIS und</a:t>
            </a:r>
            <a:endParaRPr b="0" lang="en-US" sz="4140" spc="-1" strike="noStrike">
              <a:solidFill>
                <a:srgbClr val="ffffff"/>
              </a:solidFill>
              <a:latin typeface="Arial"/>
            </a:endParaRPr>
          </a:p>
          <a:p>
            <a:r>
              <a:rPr b="0" lang="en-US" sz="4140" spc="-1" strike="noStrike">
                <a:solidFill>
                  <a:srgbClr val="ffffff"/>
                </a:solidFill>
                <a:latin typeface="Noto Sans"/>
              </a:rPr>
              <a:t>Datenquellen</a:t>
            </a:r>
            <a:endParaRPr b="0" lang="en-US" sz="4140" spc="-1" strike="noStrike">
              <a:solidFill>
                <a:srgbClr val="ffffff"/>
              </a:solidFill>
              <a:latin typeface="Arial"/>
            </a:endParaRPr>
          </a:p>
        </p:txBody>
      </p:sp>
      <p:sp>
        <p:nvSpPr>
          <p:cNvPr id="93" name=""/>
          <p:cNvSpPr txBox="1"/>
          <p:nvPr/>
        </p:nvSpPr>
        <p:spPr>
          <a:xfrm>
            <a:off x="4762440" y="4678560"/>
            <a:ext cx="6400800" cy="533520"/>
          </a:xfrm>
          <a:prstGeom prst="rect">
            <a:avLst/>
          </a:prstGeom>
          <a:noFill/>
          <a:ln w="0">
            <a:noFill/>
          </a:ln>
        </p:spPr>
        <p:txBody>
          <a:bodyPr lIns="0" rIns="0" tIns="0" bIns="0" anchor="t">
            <a:noAutofit/>
          </a:bodyPr>
          <a:p>
            <a:r>
              <a:rPr b="0" lang="en-US" sz="2630" spc="-1" strike="noStrike">
                <a:solidFill>
                  <a:srgbClr val="ffffff"/>
                </a:solidFill>
                <a:latin typeface="Noto Sans"/>
              </a:rPr>
              <a:t>Unit 10</a:t>
            </a:r>
            <a:endParaRPr b="0" lang="en-US" sz="2630" spc="-1" strike="noStrike">
              <a:solidFill>
                <a:srgbClr val="ffffff"/>
              </a:solidFill>
              <a:latin typeface="Arial"/>
            </a:endParaRPr>
          </a:p>
        </p:txBody>
      </p:sp>
      <p:sp>
        <p:nvSpPr>
          <p:cNvPr id="94" name=""/>
          <p:cNvSpPr txBox="1"/>
          <p:nvPr/>
        </p:nvSpPr>
        <p:spPr>
          <a:xfrm>
            <a:off x="4762440" y="5669280"/>
            <a:ext cx="6400800" cy="762120"/>
          </a:xfrm>
          <a:prstGeom prst="rect">
            <a:avLst/>
          </a:prstGeom>
          <a:noFill/>
          <a:ln w="0">
            <a:noFill/>
          </a:ln>
        </p:spPr>
        <p:txBody>
          <a:bodyPr lIns="0" rIns="0" tIns="0" bIns="0" anchor="t">
            <a:noAutofit/>
          </a:bodyPr>
          <a:p>
            <a:r>
              <a:rPr b="0" lang="en-US" sz="1790" spc="-1" strike="noStrike">
                <a:solidFill>
                  <a:srgbClr val="ffffff"/>
                </a:solidFill>
                <a:latin typeface="Noto Sans"/>
              </a:rPr>
              <a:t>Fachbereich 19 · Geographie</a:t>
            </a:r>
            <a:endParaRPr b="0" lang="en-US" sz="1790" spc="-1" strike="noStrike">
              <a:solidFill>
                <a:srgbClr val="ffffff"/>
              </a:solidFill>
              <a:latin typeface="Arial"/>
            </a:endParaRPr>
          </a:p>
          <a:p>
            <a:r>
              <a:rPr b="0" lang="en-US" sz="1790" spc="-1" strike="noStrike">
                <a:solidFill>
                  <a:srgbClr val="ffffff"/>
                </a:solidFill>
                <a:latin typeface="Noto Sans"/>
              </a:rPr>
              <a:t>Philipps-Universität Marburg</a:t>
            </a:r>
            <a:endParaRPr b="0" lang="en-US" sz="179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JiTT · Rückblick auf Unit 09</a:t>
            </a:r>
            <a:endParaRPr b="0" lang="en-US" sz="3190" spc="-1" strike="noStrike">
              <a:solidFill>
                <a:srgbClr val="000000"/>
              </a:solidFill>
              <a:latin typeface="Arial"/>
            </a:endParaRPr>
          </a:p>
        </p:txBody>
      </p:sp>
      <p:sp>
        <p:nvSpPr>
          <p:cNvPr id="96"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PLATZHALTER · VOLLSTÄNDIG AUSTAUSCHBAR</a:t>
            </a:r>
            <a:endParaRPr b="0" lang="en-US" sz="1130" spc="-1" strike="noStrike">
              <a:solidFill>
                <a:srgbClr val="000000"/>
              </a:solidFill>
              <a:latin typeface="Arial"/>
            </a:endParaRPr>
          </a:p>
        </p:txBody>
      </p:sp>
      <p:sp>
        <p:nvSpPr>
          <p:cNvPr id="97"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10</a:t>
            </a:r>
            <a:endParaRPr b="0" lang="en-US" sz="939" spc="-1" strike="noStrike">
              <a:solidFill>
                <a:srgbClr val="000000"/>
              </a:solidFill>
              <a:latin typeface="Arial"/>
            </a:endParaRPr>
          </a:p>
        </p:txBody>
      </p:sp>
      <p:sp>
        <p:nvSpPr>
          <p:cNvPr id="98"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a:t>
            </a:r>
            <a:endParaRPr b="0" lang="en-US" sz="939" spc="-1" strike="noStrike">
              <a:solidFill>
                <a:srgbClr val="000000"/>
              </a:solidFill>
              <a:latin typeface="Arial"/>
            </a:endParaRPr>
          </a:p>
        </p:txBody>
      </p:sp>
      <p:sp>
        <p:nvSpPr>
          <p:cNvPr id="99" name="JiTT – vollständigen Block ersetzen"/>
          <p:cNvSpPr/>
          <p:nvPr/>
        </p:nvSpPr>
        <p:spPr>
          <a:xfrm>
            <a:off x="762120" y="1806120"/>
            <a:ext cx="10668240" cy="4152960"/>
          </a:xfrm>
          <a:prstGeom prst="rect">
            <a:avLst/>
          </a:prstGeom>
          <a:solidFill>
            <a:srgbClr val="eaf5f7"/>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100" name=""/>
          <p:cNvSpPr txBox="1"/>
          <p:nvPr/>
        </p:nvSpPr>
        <p:spPr>
          <a:xfrm>
            <a:off x="1371600" y="3276720"/>
            <a:ext cx="9448920" cy="990720"/>
          </a:xfrm>
          <a:prstGeom prst="rect">
            <a:avLst/>
          </a:prstGeom>
          <a:noFill/>
          <a:ln w="0">
            <a:noFill/>
          </a:ln>
        </p:spPr>
        <p:txBody>
          <a:bodyPr lIns="0" rIns="0" tIns="0" bIns="0" anchor="t">
            <a:noAutofit/>
          </a:bodyPr>
          <a:p>
            <a:pPr algn="ctr"/>
            <a:r>
              <a:rPr b="0" lang="en-US" sz="3570" spc="-1" strike="noStrike">
                <a:solidFill>
                  <a:srgbClr val="004899"/>
                </a:solidFill>
                <a:latin typeface="Noto Sans"/>
              </a:rPr>
              <a:t>[Hier den vollständigen</a:t>
            </a:r>
            <a:endParaRPr b="0" lang="en-US" sz="3570" spc="-1" strike="noStrike">
              <a:solidFill>
                <a:srgbClr val="000000"/>
              </a:solidFill>
              <a:latin typeface="Arial"/>
            </a:endParaRPr>
          </a:p>
          <a:p>
            <a:pPr algn="ctr"/>
            <a:r>
              <a:rPr b="0" lang="en-US" sz="3570" spc="-1" strike="noStrike">
                <a:solidFill>
                  <a:srgbClr val="004899"/>
                </a:solidFill>
                <a:latin typeface="Noto Sans"/>
              </a:rPr>
              <a:t>JiTT-Block einfügen]</a:t>
            </a:r>
            <a:endParaRPr b="0" lang="en-US" sz="35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Von Datenmodellen zum ersten QGIS-Projekt</a:t>
            </a:r>
            <a:endParaRPr b="0" lang="en-US" sz="3190" spc="-1" strike="noStrike">
              <a:solidFill>
                <a:srgbClr val="000000"/>
              </a:solidFill>
              <a:latin typeface="Arial"/>
            </a:endParaRPr>
          </a:p>
        </p:txBody>
      </p:sp>
      <p:sp>
        <p:nvSpPr>
          <p:cNvPr id="102"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UNIT 10 · ORIENTIERUNG</a:t>
            </a:r>
            <a:endParaRPr b="0" lang="en-US" sz="1130" spc="-1" strike="noStrike">
              <a:solidFill>
                <a:srgbClr val="000000"/>
              </a:solidFill>
              <a:latin typeface="Arial"/>
            </a:endParaRPr>
          </a:p>
        </p:txBody>
      </p:sp>
      <p:sp>
        <p:nvSpPr>
          <p:cNvPr id="103"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10</a:t>
            </a:r>
            <a:endParaRPr b="0" lang="en-US" sz="939" spc="-1" strike="noStrike">
              <a:solidFill>
                <a:srgbClr val="000000"/>
              </a:solidFill>
              <a:latin typeface="Arial"/>
            </a:endParaRPr>
          </a:p>
        </p:txBody>
      </p:sp>
      <p:sp>
        <p:nvSpPr>
          <p:cNvPr id="104"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3</a:t>
            </a:r>
            <a:endParaRPr b="0" lang="en-US" sz="939" spc="-1" strike="noStrike">
              <a:solidFill>
                <a:srgbClr val="000000"/>
              </a:solidFill>
              <a:latin typeface="Arial"/>
            </a:endParaRPr>
          </a:p>
        </p:txBody>
      </p:sp>
      <p:pic>
        <p:nvPicPr>
          <p:cNvPr id="105" name="" descr=""/>
          <p:cNvPicPr/>
          <p:nvPr/>
        </p:nvPicPr>
        <p:blipFill>
          <a:blip r:embed="rId1"/>
          <a:stretch/>
        </p:blipFill>
        <p:spPr>
          <a:xfrm>
            <a:off x="647640" y="1714680"/>
            <a:ext cx="10896840" cy="1816200"/>
          </a:xfrm>
          <a:prstGeom prst="rect">
            <a:avLst/>
          </a:prstGeom>
          <a:ln w="0">
            <a:noFill/>
          </a:ln>
        </p:spPr>
      </p:pic>
      <p:sp>
        <p:nvSpPr>
          <p:cNvPr id="106" name=""/>
          <p:cNvSpPr/>
          <p:nvPr/>
        </p:nvSpPr>
        <p:spPr>
          <a:xfrm>
            <a:off x="647640" y="3772080"/>
            <a:ext cx="3505320" cy="15620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07" name=""/>
          <p:cNvSpPr/>
          <p:nvPr/>
        </p:nvSpPr>
        <p:spPr>
          <a:xfrm>
            <a:off x="647640" y="3772080"/>
            <a:ext cx="53280" cy="156204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08" name=""/>
          <p:cNvSpPr txBox="1"/>
          <p:nvPr/>
        </p:nvSpPr>
        <p:spPr>
          <a:xfrm>
            <a:off x="853560" y="3954960"/>
            <a:ext cx="3093840" cy="647640"/>
          </a:xfrm>
          <a:prstGeom prst="rect">
            <a:avLst/>
          </a:prstGeom>
          <a:noFill/>
          <a:ln w="0">
            <a:noFill/>
          </a:ln>
        </p:spPr>
        <p:txBody>
          <a:bodyPr lIns="0" rIns="0" tIns="0" bIns="0" anchor="t">
            <a:noAutofit/>
          </a:bodyPr>
          <a:p>
            <a:r>
              <a:rPr b="1" lang="en-US" sz="2540" spc="-1" strike="noStrike">
                <a:solidFill>
                  <a:srgbClr val="004899"/>
                </a:solidFill>
                <a:latin typeface="Noto Sans"/>
              </a:rPr>
              <a:t>Modell wählen</a:t>
            </a:r>
            <a:endParaRPr b="0" lang="en-US" sz="2540" spc="-1" strike="noStrike">
              <a:solidFill>
                <a:srgbClr val="000000"/>
              </a:solidFill>
              <a:latin typeface="Arial"/>
            </a:endParaRPr>
          </a:p>
        </p:txBody>
      </p:sp>
      <p:sp>
        <p:nvSpPr>
          <p:cNvPr id="109" name=""/>
          <p:cNvSpPr txBox="1"/>
          <p:nvPr/>
        </p:nvSpPr>
        <p:spPr>
          <a:xfrm>
            <a:off x="853560" y="4533840"/>
            <a:ext cx="3093840" cy="663120"/>
          </a:xfrm>
          <a:prstGeom prst="rect">
            <a:avLst/>
          </a:prstGeom>
          <a:noFill/>
          <a:ln w="0">
            <a:noFill/>
          </a:ln>
        </p:spPr>
        <p:txBody>
          <a:bodyPr lIns="0" rIns="0" tIns="0" bIns="0" anchor="t">
            <a:noAutofit/>
          </a:bodyPr>
          <a:p>
            <a:r>
              <a:rPr b="0" lang="en-US" sz="2160" spc="-1" strike="noStrike">
                <a:solidFill>
                  <a:srgbClr val="000000"/>
                </a:solidFill>
                <a:latin typeface="Noto Sans"/>
              </a:rPr>
              <a:t>Vektor und Raster</a:t>
            </a:r>
            <a:endParaRPr b="0" lang="en-US" sz="2160" spc="-1" strike="noStrike">
              <a:solidFill>
                <a:srgbClr val="000000"/>
              </a:solidFill>
              <a:latin typeface="Arial"/>
            </a:endParaRPr>
          </a:p>
          <a:p>
            <a:r>
              <a:rPr b="0" lang="en-US" sz="2160" spc="-1" strike="noStrike">
                <a:solidFill>
                  <a:srgbClr val="000000"/>
                </a:solidFill>
                <a:latin typeface="Noto Sans"/>
              </a:rPr>
              <a:t>unterscheiden</a:t>
            </a:r>
            <a:endParaRPr b="0" lang="en-US" sz="2160" spc="-1" strike="noStrike">
              <a:solidFill>
                <a:srgbClr val="000000"/>
              </a:solidFill>
              <a:latin typeface="Arial"/>
            </a:endParaRPr>
          </a:p>
        </p:txBody>
      </p:sp>
      <p:sp>
        <p:nvSpPr>
          <p:cNvPr id="110" name=""/>
          <p:cNvSpPr/>
          <p:nvPr/>
        </p:nvSpPr>
        <p:spPr>
          <a:xfrm>
            <a:off x="4343400" y="3772080"/>
            <a:ext cx="3505320" cy="15620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11" name=""/>
          <p:cNvSpPr/>
          <p:nvPr/>
        </p:nvSpPr>
        <p:spPr>
          <a:xfrm>
            <a:off x="4343400" y="3772080"/>
            <a:ext cx="53280" cy="156204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12" name=""/>
          <p:cNvSpPr txBox="1"/>
          <p:nvPr/>
        </p:nvSpPr>
        <p:spPr>
          <a:xfrm>
            <a:off x="4549320" y="3954960"/>
            <a:ext cx="3093840" cy="647640"/>
          </a:xfrm>
          <a:prstGeom prst="rect">
            <a:avLst/>
          </a:prstGeom>
          <a:noFill/>
          <a:ln w="0">
            <a:noFill/>
          </a:ln>
        </p:spPr>
        <p:txBody>
          <a:bodyPr lIns="0" rIns="0" tIns="0" bIns="0" anchor="t">
            <a:noAutofit/>
          </a:bodyPr>
          <a:p>
            <a:r>
              <a:rPr b="1" lang="en-US" sz="2540" spc="-1" strike="noStrike">
                <a:solidFill>
                  <a:srgbClr val="004899"/>
                </a:solidFill>
                <a:latin typeface="Noto Sans"/>
              </a:rPr>
              <a:t>Projekt aufbauen</a:t>
            </a:r>
            <a:endParaRPr b="0" lang="en-US" sz="2540" spc="-1" strike="noStrike">
              <a:solidFill>
                <a:srgbClr val="000000"/>
              </a:solidFill>
              <a:latin typeface="Arial"/>
            </a:endParaRPr>
          </a:p>
        </p:txBody>
      </p:sp>
      <p:sp>
        <p:nvSpPr>
          <p:cNvPr id="113" name=""/>
          <p:cNvSpPr txBox="1"/>
          <p:nvPr/>
        </p:nvSpPr>
        <p:spPr>
          <a:xfrm>
            <a:off x="4549320" y="4533840"/>
            <a:ext cx="3093840" cy="663120"/>
          </a:xfrm>
          <a:prstGeom prst="rect">
            <a:avLst/>
          </a:prstGeom>
          <a:noFill/>
          <a:ln w="0">
            <a:noFill/>
          </a:ln>
        </p:spPr>
        <p:txBody>
          <a:bodyPr lIns="0" rIns="0" tIns="0" bIns="0" anchor="t">
            <a:noAutofit/>
          </a:bodyPr>
          <a:p>
            <a:r>
              <a:rPr b="0" lang="en-US" sz="2160" spc="-1" strike="noStrike">
                <a:solidFill>
                  <a:srgbClr val="000000"/>
                </a:solidFill>
                <a:latin typeface="Noto Sans"/>
              </a:rPr>
              <a:t>Layer und Datenquellen</a:t>
            </a:r>
            <a:endParaRPr b="0" lang="en-US" sz="2160" spc="-1" strike="noStrike">
              <a:solidFill>
                <a:srgbClr val="000000"/>
              </a:solidFill>
              <a:latin typeface="Arial"/>
            </a:endParaRPr>
          </a:p>
          <a:p>
            <a:r>
              <a:rPr b="0" lang="en-US" sz="2160" spc="-1" strike="noStrike">
                <a:solidFill>
                  <a:srgbClr val="000000"/>
                </a:solidFill>
                <a:latin typeface="Noto Sans"/>
              </a:rPr>
              <a:t>prüfen</a:t>
            </a:r>
            <a:endParaRPr b="0" lang="en-US" sz="2160" spc="-1" strike="noStrike">
              <a:solidFill>
                <a:srgbClr val="000000"/>
              </a:solidFill>
              <a:latin typeface="Arial"/>
            </a:endParaRPr>
          </a:p>
        </p:txBody>
      </p:sp>
      <p:sp>
        <p:nvSpPr>
          <p:cNvPr id="114" name=""/>
          <p:cNvSpPr/>
          <p:nvPr/>
        </p:nvSpPr>
        <p:spPr>
          <a:xfrm>
            <a:off x="8039160" y="3772080"/>
            <a:ext cx="3505320" cy="15620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15" name=""/>
          <p:cNvSpPr/>
          <p:nvPr/>
        </p:nvSpPr>
        <p:spPr>
          <a:xfrm>
            <a:off x="8039160" y="3772080"/>
            <a:ext cx="53280" cy="156204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16" name=""/>
          <p:cNvSpPr txBox="1"/>
          <p:nvPr/>
        </p:nvSpPr>
        <p:spPr>
          <a:xfrm>
            <a:off x="8245080" y="3954960"/>
            <a:ext cx="3093840" cy="647640"/>
          </a:xfrm>
          <a:prstGeom prst="rect">
            <a:avLst/>
          </a:prstGeom>
          <a:noFill/>
          <a:ln w="0">
            <a:noFill/>
          </a:ln>
        </p:spPr>
        <p:txBody>
          <a:bodyPr lIns="0" rIns="0" tIns="0" bIns="0" anchor="t">
            <a:noAutofit/>
          </a:bodyPr>
          <a:p>
            <a:r>
              <a:rPr b="1" lang="en-US" sz="2540" spc="-1" strike="noStrike">
                <a:solidFill>
                  <a:srgbClr val="004899"/>
                </a:solidFill>
                <a:latin typeface="Noto Sans"/>
              </a:rPr>
              <a:t>Ergebnis sichern</a:t>
            </a:r>
            <a:endParaRPr b="0" lang="en-US" sz="2540" spc="-1" strike="noStrike">
              <a:solidFill>
                <a:srgbClr val="000000"/>
              </a:solidFill>
              <a:latin typeface="Arial"/>
            </a:endParaRPr>
          </a:p>
        </p:txBody>
      </p:sp>
      <p:sp>
        <p:nvSpPr>
          <p:cNvPr id="117" name=""/>
          <p:cNvSpPr txBox="1"/>
          <p:nvPr/>
        </p:nvSpPr>
        <p:spPr>
          <a:xfrm>
            <a:off x="8245080" y="4533840"/>
            <a:ext cx="3093840" cy="663120"/>
          </a:xfrm>
          <a:prstGeom prst="rect">
            <a:avLst/>
          </a:prstGeom>
          <a:noFill/>
          <a:ln w="0">
            <a:noFill/>
          </a:ln>
        </p:spPr>
        <p:txBody>
          <a:bodyPr lIns="0" rIns="0" tIns="0" bIns="0" anchor="t">
            <a:noAutofit/>
          </a:bodyPr>
          <a:p>
            <a:r>
              <a:rPr b="0" lang="en-US" sz="2160" spc="-1" strike="noStrike">
                <a:solidFill>
                  <a:srgbClr val="000000"/>
                </a:solidFill>
                <a:latin typeface="Noto Sans"/>
              </a:rPr>
              <a:t>Speichern, schließen</a:t>
            </a:r>
            <a:endParaRPr b="0" lang="en-US" sz="2160" spc="-1" strike="noStrike">
              <a:solidFill>
                <a:srgbClr val="000000"/>
              </a:solidFill>
              <a:latin typeface="Arial"/>
            </a:endParaRPr>
          </a:p>
          <a:p>
            <a:r>
              <a:rPr b="0" lang="en-US" sz="2160" spc="-1" strike="noStrike">
                <a:solidFill>
                  <a:srgbClr val="000000"/>
                </a:solidFill>
                <a:latin typeface="Noto Sans"/>
              </a:rPr>
              <a:t>und erneut öffnen</a:t>
            </a:r>
            <a:endParaRPr b="0" lang="en-US" sz="2160" spc="-1" strike="noStrike">
              <a:solidFill>
                <a:srgbClr val="000000"/>
              </a:solidFill>
              <a:latin typeface="Arial"/>
            </a:endParaRPr>
          </a:p>
        </p:txBody>
      </p:sp>
      <p:sp>
        <p:nvSpPr>
          <p:cNvPr id="118"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19" name=""/>
          <p:cNvSpPr txBox="1"/>
          <p:nvPr/>
        </p:nvSpPr>
        <p:spPr>
          <a:xfrm>
            <a:off x="838080" y="5623560"/>
            <a:ext cx="10515600" cy="442080"/>
          </a:xfrm>
          <a:prstGeom prst="rect">
            <a:avLst/>
          </a:prstGeom>
          <a:noFill/>
          <a:ln w="0">
            <a:noFill/>
          </a:ln>
        </p:spPr>
        <p:txBody>
          <a:bodyPr lIns="0" rIns="0" tIns="0" bIns="0" anchor="t">
            <a:noAutofit/>
          </a:bodyPr>
          <a:p>
            <a:r>
              <a:rPr b="1" lang="en-US" sz="2070" spc="-1" strike="noStrike">
                <a:solidFill>
                  <a:srgbClr val="004899"/>
                </a:solidFill>
                <a:latin typeface="Noto Sans"/>
              </a:rPr>
              <a:t>Verbindliches Ergebnis: unit10_einstieg.qgz öffnet beide lokalen Layer.</a:t>
            </a:r>
            <a:endParaRPr b="0" lang="en-US" sz="20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Zwei Modelle räumlicher Wirklichkeit</a:t>
            </a:r>
            <a:endParaRPr b="0" lang="en-US" sz="3190" spc="-1" strike="noStrike">
              <a:solidFill>
                <a:srgbClr val="000000"/>
              </a:solidFill>
              <a:latin typeface="Arial"/>
            </a:endParaRPr>
          </a:p>
        </p:txBody>
      </p:sp>
      <p:sp>
        <p:nvSpPr>
          <p:cNvPr id="121"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DATENMODELLE · VERGLEICHEN</a:t>
            </a:r>
            <a:endParaRPr b="0" lang="en-US" sz="1130" spc="-1" strike="noStrike">
              <a:solidFill>
                <a:srgbClr val="000000"/>
              </a:solidFill>
              <a:latin typeface="Arial"/>
            </a:endParaRPr>
          </a:p>
        </p:txBody>
      </p:sp>
      <p:sp>
        <p:nvSpPr>
          <p:cNvPr id="122"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10</a:t>
            </a:r>
            <a:endParaRPr b="0" lang="en-US" sz="939" spc="-1" strike="noStrike">
              <a:solidFill>
                <a:srgbClr val="000000"/>
              </a:solidFill>
              <a:latin typeface="Arial"/>
            </a:endParaRPr>
          </a:p>
        </p:txBody>
      </p:sp>
      <p:sp>
        <p:nvSpPr>
          <p:cNvPr id="123"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4</a:t>
            </a:r>
            <a:endParaRPr b="0" lang="en-US" sz="939" spc="-1" strike="noStrike">
              <a:solidFill>
                <a:srgbClr val="000000"/>
              </a:solidFill>
              <a:latin typeface="Arial"/>
            </a:endParaRPr>
          </a:p>
        </p:txBody>
      </p:sp>
      <p:pic>
        <p:nvPicPr>
          <p:cNvPr id="124" name="" descr="Links modellieren Punkte, Linien und ein Polygon einzelne räumliche Objekte. Rechts bildet ein regelmäßiges Zellgitter ein flächenhaftes Phänomen ab."/>
          <p:cNvPicPr/>
          <p:nvPr/>
        </p:nvPicPr>
        <p:blipFill>
          <a:blip r:embed="rId1">
            <a:extLst>
              <a:ext uri="{96DAC541-7B7A-43D3-8B79-37D633B846F1}">
                <asvg:svgBlip xmlns:asvg="http://schemas.microsoft.com/office/drawing/2016/SVG/main" r:embed="rId2"/>
              </a:ext>
            </a:extLst>
          </a:blip>
          <a:stretch/>
        </p:blipFill>
        <p:spPr>
          <a:xfrm>
            <a:off x="1523880" y="1638360"/>
            <a:ext cx="9144000" cy="457200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Vektor: Punkt, Linie und Polygon</a:t>
            </a:r>
            <a:endParaRPr b="0" lang="en-US" sz="3190" spc="-1" strike="noStrike">
              <a:solidFill>
                <a:srgbClr val="000000"/>
              </a:solidFill>
              <a:latin typeface="Arial"/>
            </a:endParaRPr>
          </a:p>
        </p:txBody>
      </p:sp>
      <p:sp>
        <p:nvSpPr>
          <p:cNvPr id="126"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DATENMODELLE · GEOMETRIEN</a:t>
            </a:r>
            <a:endParaRPr b="0" lang="en-US" sz="1130" spc="-1" strike="noStrike">
              <a:solidFill>
                <a:srgbClr val="000000"/>
              </a:solidFill>
              <a:latin typeface="Arial"/>
            </a:endParaRPr>
          </a:p>
        </p:txBody>
      </p:sp>
      <p:sp>
        <p:nvSpPr>
          <p:cNvPr id="127"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10</a:t>
            </a:r>
            <a:endParaRPr b="0" lang="en-US" sz="939" spc="-1" strike="noStrike">
              <a:solidFill>
                <a:srgbClr val="000000"/>
              </a:solidFill>
              <a:latin typeface="Arial"/>
            </a:endParaRPr>
          </a:p>
        </p:txBody>
      </p:sp>
      <p:sp>
        <p:nvSpPr>
          <p:cNvPr id="128"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5</a:t>
            </a:r>
            <a:endParaRPr b="0" lang="en-US" sz="939" spc="-1" strike="noStrike">
              <a:solidFill>
                <a:srgbClr val="000000"/>
              </a:solidFill>
              <a:latin typeface="Arial"/>
            </a:endParaRPr>
          </a:p>
        </p:txBody>
      </p:sp>
      <p:sp>
        <p:nvSpPr>
          <p:cNvPr id="129" name=""/>
          <p:cNvSpPr txBox="1"/>
          <p:nvPr/>
        </p:nvSpPr>
        <p:spPr>
          <a:xfrm>
            <a:off x="647640" y="1737360"/>
            <a:ext cx="3505320" cy="419040"/>
          </a:xfrm>
          <a:prstGeom prst="rect">
            <a:avLst/>
          </a:prstGeom>
          <a:noFill/>
          <a:ln w="0">
            <a:noFill/>
          </a:ln>
        </p:spPr>
        <p:txBody>
          <a:bodyPr lIns="0" rIns="0" tIns="0" bIns="0" anchor="t">
            <a:noAutofit/>
          </a:bodyPr>
          <a:p>
            <a:r>
              <a:rPr b="1" lang="en-US" sz="2820" spc="-1" strike="noStrike">
                <a:solidFill>
                  <a:srgbClr val="004899"/>
                </a:solidFill>
                <a:latin typeface="Noto Sans"/>
              </a:rPr>
              <a:t>Punkt</a:t>
            </a:r>
            <a:endParaRPr b="0" lang="en-US" sz="2820" spc="-1" strike="noStrike">
              <a:solidFill>
                <a:srgbClr val="000000"/>
              </a:solidFill>
              <a:latin typeface="Arial"/>
            </a:endParaRPr>
          </a:p>
        </p:txBody>
      </p:sp>
      <p:sp>
        <p:nvSpPr>
          <p:cNvPr id="130" name=""/>
          <p:cNvSpPr/>
          <p:nvPr/>
        </p:nvSpPr>
        <p:spPr>
          <a:xfrm>
            <a:off x="647640" y="2324160"/>
            <a:ext cx="3505320" cy="2133720"/>
          </a:xfrm>
          <a:prstGeom prst="rect">
            <a:avLst/>
          </a:prstGeom>
          <a:solidFill>
            <a:srgbClr val="eaf5f7"/>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131" name=""/>
          <p:cNvSpPr/>
          <p:nvPr/>
        </p:nvSpPr>
        <p:spPr>
          <a:xfrm>
            <a:off x="1272600" y="2845440"/>
            <a:ext cx="152280" cy="152280"/>
          </a:xfrm>
          <a:prstGeom prst="ellipse">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32" name=""/>
          <p:cNvSpPr/>
          <p:nvPr/>
        </p:nvSpPr>
        <p:spPr>
          <a:xfrm>
            <a:off x="2219040" y="3037320"/>
            <a:ext cx="152280" cy="152280"/>
          </a:xfrm>
          <a:prstGeom prst="ellipse">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33" name=""/>
          <p:cNvSpPr/>
          <p:nvPr/>
        </p:nvSpPr>
        <p:spPr>
          <a:xfrm>
            <a:off x="3095280" y="3826800"/>
            <a:ext cx="152280" cy="152280"/>
          </a:xfrm>
          <a:prstGeom prst="ellipse">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34" name=""/>
          <p:cNvSpPr txBox="1"/>
          <p:nvPr/>
        </p:nvSpPr>
        <p:spPr>
          <a:xfrm>
            <a:off x="647640" y="4724280"/>
            <a:ext cx="3505320" cy="419040"/>
          </a:xfrm>
          <a:prstGeom prst="rect">
            <a:avLst/>
          </a:prstGeom>
          <a:noFill/>
          <a:ln w="0">
            <a:noFill/>
          </a:ln>
        </p:spPr>
        <p:txBody>
          <a:bodyPr lIns="0" rIns="0" tIns="0" bIns="0" anchor="t">
            <a:noAutofit/>
          </a:bodyPr>
          <a:p>
            <a:r>
              <a:rPr b="0" lang="en-US" sz="2350" spc="-1" strike="noStrike">
                <a:solidFill>
                  <a:srgbClr val="000000"/>
                </a:solidFill>
                <a:latin typeface="Noto Sans"/>
              </a:rPr>
              <a:t>Position · Beobachtung</a:t>
            </a:r>
            <a:endParaRPr b="0" lang="en-US" sz="2350" spc="-1" strike="noStrike">
              <a:solidFill>
                <a:srgbClr val="000000"/>
              </a:solidFill>
              <a:latin typeface="Arial"/>
            </a:endParaRPr>
          </a:p>
        </p:txBody>
      </p:sp>
      <p:sp>
        <p:nvSpPr>
          <p:cNvPr id="135" name=""/>
          <p:cNvSpPr txBox="1"/>
          <p:nvPr/>
        </p:nvSpPr>
        <p:spPr>
          <a:xfrm>
            <a:off x="4343400" y="1737360"/>
            <a:ext cx="3505320" cy="419040"/>
          </a:xfrm>
          <a:prstGeom prst="rect">
            <a:avLst/>
          </a:prstGeom>
          <a:noFill/>
          <a:ln w="0">
            <a:noFill/>
          </a:ln>
        </p:spPr>
        <p:txBody>
          <a:bodyPr lIns="0" rIns="0" tIns="0" bIns="0" anchor="t">
            <a:noAutofit/>
          </a:bodyPr>
          <a:p>
            <a:r>
              <a:rPr b="1" lang="en-US" sz="2820" spc="-1" strike="noStrike">
                <a:solidFill>
                  <a:srgbClr val="004899"/>
                </a:solidFill>
                <a:latin typeface="Noto Sans"/>
              </a:rPr>
              <a:t>Linie</a:t>
            </a:r>
            <a:endParaRPr b="0" lang="en-US" sz="2820" spc="-1" strike="noStrike">
              <a:solidFill>
                <a:srgbClr val="000000"/>
              </a:solidFill>
              <a:latin typeface="Arial"/>
            </a:endParaRPr>
          </a:p>
        </p:txBody>
      </p:sp>
      <p:sp>
        <p:nvSpPr>
          <p:cNvPr id="136" name=""/>
          <p:cNvSpPr/>
          <p:nvPr/>
        </p:nvSpPr>
        <p:spPr>
          <a:xfrm>
            <a:off x="4343400" y="2324160"/>
            <a:ext cx="3505320" cy="2133720"/>
          </a:xfrm>
          <a:prstGeom prst="rect">
            <a:avLst/>
          </a:prstGeom>
          <a:solidFill>
            <a:srgbClr val="eaf5f7"/>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137" name=""/>
          <p:cNvSpPr/>
          <p:nvPr/>
        </p:nvSpPr>
        <p:spPr>
          <a:xfrm>
            <a:off x="4518720" y="2750760"/>
            <a:ext cx="3154680" cy="1109520"/>
          </a:xfrm>
          <a:custGeom>
            <a:avLst/>
            <a:gdLst/>
            <a:ahLst/>
            <a:rect l="0" t="0" r="r" b="b"/>
            <a:pathLst>
              <a:path fill="none" w="8763" h="3082">
                <a:moveTo>
                  <a:pt x="0" y="3082"/>
                </a:moveTo>
                <a:lnTo>
                  <a:pt x="2337" y="2134"/>
                </a:lnTo>
                <a:lnTo>
                  <a:pt x="4089" y="2371"/>
                </a:lnTo>
                <a:lnTo>
                  <a:pt x="6231" y="593"/>
                </a:lnTo>
                <a:lnTo>
                  <a:pt x="8763" y="0"/>
                </a:lnTo>
              </a:path>
            </a:pathLst>
          </a:custGeom>
          <a:ln w="45000">
            <a:solidFill>
              <a:srgbClr val="004899"/>
            </a:solidFill>
            <a:round/>
          </a:ln>
        </p:spPr>
        <p:txBody>
          <a:bodyPr lIns="112320" rIns="112320" tIns="67320" bIns="67320" anchor="ctr" anchorCtr="1">
            <a:noAutofit/>
          </a:bodyPr>
          <a:p>
            <a:endParaRPr b="0" lang="en-US" sz="1800" spc="-1" strike="noStrike">
              <a:solidFill>
                <a:srgbClr val="000000"/>
              </a:solidFill>
              <a:latin typeface="Arial"/>
            </a:endParaRPr>
          </a:p>
        </p:txBody>
      </p:sp>
      <p:sp>
        <p:nvSpPr>
          <p:cNvPr id="138" name=""/>
          <p:cNvSpPr txBox="1"/>
          <p:nvPr/>
        </p:nvSpPr>
        <p:spPr>
          <a:xfrm>
            <a:off x="4343400" y="4724280"/>
            <a:ext cx="3505320" cy="419040"/>
          </a:xfrm>
          <a:prstGeom prst="rect">
            <a:avLst/>
          </a:prstGeom>
          <a:noFill/>
          <a:ln w="0">
            <a:noFill/>
          </a:ln>
        </p:spPr>
        <p:txBody>
          <a:bodyPr lIns="0" rIns="0" tIns="0" bIns="0" anchor="t">
            <a:noAutofit/>
          </a:bodyPr>
          <a:p>
            <a:r>
              <a:rPr b="0" lang="en-US" sz="2350" spc="-1" strike="noStrike">
                <a:solidFill>
                  <a:srgbClr val="000000"/>
                </a:solidFill>
                <a:latin typeface="Noto Sans"/>
              </a:rPr>
              <a:t>Verlauf · Gewässer</a:t>
            </a:r>
            <a:endParaRPr b="0" lang="en-US" sz="2350" spc="-1" strike="noStrike">
              <a:solidFill>
                <a:srgbClr val="000000"/>
              </a:solidFill>
              <a:latin typeface="Arial"/>
            </a:endParaRPr>
          </a:p>
        </p:txBody>
      </p:sp>
      <p:sp>
        <p:nvSpPr>
          <p:cNvPr id="139" name=""/>
          <p:cNvSpPr txBox="1"/>
          <p:nvPr/>
        </p:nvSpPr>
        <p:spPr>
          <a:xfrm>
            <a:off x="8039160" y="1737360"/>
            <a:ext cx="3505320" cy="419040"/>
          </a:xfrm>
          <a:prstGeom prst="rect">
            <a:avLst/>
          </a:prstGeom>
          <a:noFill/>
          <a:ln w="0">
            <a:noFill/>
          </a:ln>
        </p:spPr>
        <p:txBody>
          <a:bodyPr lIns="0" rIns="0" tIns="0" bIns="0" anchor="t">
            <a:noAutofit/>
          </a:bodyPr>
          <a:p>
            <a:r>
              <a:rPr b="1" lang="en-US" sz="2820" spc="-1" strike="noStrike">
                <a:solidFill>
                  <a:srgbClr val="004899"/>
                </a:solidFill>
                <a:latin typeface="Noto Sans"/>
              </a:rPr>
              <a:t>Polygon</a:t>
            </a:r>
            <a:endParaRPr b="0" lang="en-US" sz="2820" spc="-1" strike="noStrike">
              <a:solidFill>
                <a:srgbClr val="000000"/>
              </a:solidFill>
              <a:latin typeface="Arial"/>
            </a:endParaRPr>
          </a:p>
        </p:txBody>
      </p:sp>
      <p:sp>
        <p:nvSpPr>
          <p:cNvPr id="140" name=""/>
          <p:cNvSpPr/>
          <p:nvPr/>
        </p:nvSpPr>
        <p:spPr>
          <a:xfrm>
            <a:off x="8039160" y="2324160"/>
            <a:ext cx="3505320" cy="2133720"/>
          </a:xfrm>
          <a:prstGeom prst="rect">
            <a:avLst/>
          </a:prstGeom>
          <a:solidFill>
            <a:srgbClr val="eaf5f7"/>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141" name=""/>
          <p:cNvSpPr/>
          <p:nvPr/>
        </p:nvSpPr>
        <p:spPr>
          <a:xfrm>
            <a:off x="8389800" y="2580120"/>
            <a:ext cx="2558880" cy="1600200"/>
          </a:xfrm>
          <a:custGeom>
            <a:avLst/>
            <a:gdLst/>
            <a:ahLst/>
            <a:rect l="0" t="0" r="r" b="b"/>
            <a:pathLst>
              <a:path w="7108" h="4445">
                <a:moveTo>
                  <a:pt x="292" y="119"/>
                </a:moveTo>
                <a:lnTo>
                  <a:pt x="6037" y="0"/>
                </a:lnTo>
                <a:lnTo>
                  <a:pt x="7108" y="3201"/>
                </a:lnTo>
                <a:lnTo>
                  <a:pt x="2921" y="4445"/>
                </a:lnTo>
                <a:lnTo>
                  <a:pt x="0" y="2667"/>
                </a:lnTo>
                <a:lnTo>
                  <a:pt x="292" y="119"/>
                </a:lnTo>
                <a:close/>
              </a:path>
            </a:pathLst>
          </a:custGeom>
          <a:solidFill>
            <a:srgbClr val="bfe0cc"/>
          </a:solidFill>
          <a:ln w="12600">
            <a:solidFill>
              <a:srgbClr val="004899"/>
            </a:solidFill>
            <a:round/>
          </a:ln>
        </p:spPr>
        <p:txBody>
          <a:bodyPr lIns="96120" rIns="96120" tIns="51120" bIns="51120" anchor="ctr" anchorCtr="1">
            <a:noAutofit/>
          </a:bodyPr>
          <a:p>
            <a:endParaRPr b="0" lang="en-US" sz="1800" spc="-1" strike="noStrike">
              <a:solidFill>
                <a:srgbClr val="000000"/>
              </a:solidFill>
              <a:latin typeface="Arial"/>
            </a:endParaRPr>
          </a:p>
        </p:txBody>
      </p:sp>
      <p:sp>
        <p:nvSpPr>
          <p:cNvPr id="142" name=""/>
          <p:cNvSpPr txBox="1"/>
          <p:nvPr/>
        </p:nvSpPr>
        <p:spPr>
          <a:xfrm>
            <a:off x="8039160" y="4724280"/>
            <a:ext cx="3505320" cy="419040"/>
          </a:xfrm>
          <a:prstGeom prst="rect">
            <a:avLst/>
          </a:prstGeom>
          <a:noFill/>
          <a:ln w="0">
            <a:noFill/>
          </a:ln>
        </p:spPr>
        <p:txBody>
          <a:bodyPr lIns="0" rIns="0" tIns="0" bIns="0" anchor="t">
            <a:noAutofit/>
          </a:bodyPr>
          <a:p>
            <a:r>
              <a:rPr b="0" lang="en-US" sz="2350" spc="-1" strike="noStrike">
                <a:solidFill>
                  <a:srgbClr val="000000"/>
                </a:solidFill>
                <a:latin typeface="Noto Sans"/>
              </a:rPr>
              <a:t>Fläche · Schutzgebiet</a:t>
            </a:r>
            <a:endParaRPr b="0" lang="en-US" sz="2350" spc="-1" strike="noStrike">
              <a:solidFill>
                <a:srgbClr val="000000"/>
              </a:solidFill>
              <a:latin typeface="Arial"/>
            </a:endParaRPr>
          </a:p>
        </p:txBody>
      </p:sp>
      <p:sp>
        <p:nvSpPr>
          <p:cNvPr id="143"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44" name=""/>
          <p:cNvSpPr txBox="1"/>
          <p:nvPr/>
        </p:nvSpPr>
        <p:spPr>
          <a:xfrm>
            <a:off x="838080" y="5623560"/>
            <a:ext cx="10515600" cy="442080"/>
          </a:xfrm>
          <a:prstGeom prst="rect">
            <a:avLst/>
          </a:prstGeom>
          <a:noFill/>
          <a:ln w="0">
            <a:noFill/>
          </a:ln>
        </p:spPr>
        <p:txBody>
          <a:bodyPr lIns="0" rIns="0" tIns="0" bIns="0" anchor="t">
            <a:noAutofit/>
          </a:bodyPr>
          <a:p>
            <a:r>
              <a:rPr b="1" lang="en-US" sz="2260" spc="-1" strike="noStrike">
                <a:solidFill>
                  <a:srgbClr val="004899"/>
                </a:solidFill>
                <a:latin typeface="Noto Sans"/>
              </a:rPr>
              <a:t>Die Fragestellung bestimmt Geometrietyp und Detailgrad.</a:t>
            </a:r>
            <a:endParaRPr b="0" lang="en-US" sz="22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Raster: Zellen speichern Werte</a:t>
            </a:r>
            <a:endParaRPr b="0" lang="en-US" sz="3190" spc="-1" strike="noStrike">
              <a:solidFill>
                <a:srgbClr val="000000"/>
              </a:solidFill>
              <a:latin typeface="Arial"/>
            </a:endParaRPr>
          </a:p>
        </p:txBody>
      </p:sp>
      <p:sp>
        <p:nvSpPr>
          <p:cNvPr id="146"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DATENMODELLE · RASTER</a:t>
            </a:r>
            <a:endParaRPr b="0" lang="en-US" sz="1130" spc="-1" strike="noStrike">
              <a:solidFill>
                <a:srgbClr val="000000"/>
              </a:solidFill>
              <a:latin typeface="Arial"/>
            </a:endParaRPr>
          </a:p>
        </p:txBody>
      </p:sp>
      <p:sp>
        <p:nvSpPr>
          <p:cNvPr id="147"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10</a:t>
            </a:r>
            <a:endParaRPr b="0" lang="en-US" sz="939" spc="-1" strike="noStrike">
              <a:solidFill>
                <a:srgbClr val="000000"/>
              </a:solidFill>
              <a:latin typeface="Arial"/>
            </a:endParaRPr>
          </a:p>
        </p:txBody>
      </p:sp>
      <p:sp>
        <p:nvSpPr>
          <p:cNvPr id="148"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6</a:t>
            </a:r>
            <a:endParaRPr b="0" lang="en-US" sz="939" spc="-1" strike="noStrike">
              <a:solidFill>
                <a:srgbClr val="000000"/>
              </a:solidFill>
              <a:latin typeface="Arial"/>
            </a:endParaRPr>
          </a:p>
        </p:txBody>
      </p:sp>
      <p:sp>
        <p:nvSpPr>
          <p:cNvPr id="149" name=""/>
          <p:cNvSpPr txBox="1"/>
          <p:nvPr/>
        </p:nvSpPr>
        <p:spPr>
          <a:xfrm>
            <a:off x="838080" y="1714680"/>
            <a:ext cx="4952880" cy="419040"/>
          </a:xfrm>
          <a:prstGeom prst="rect">
            <a:avLst/>
          </a:prstGeom>
          <a:noFill/>
          <a:ln w="0">
            <a:noFill/>
          </a:ln>
        </p:spPr>
        <p:txBody>
          <a:bodyPr lIns="0" rIns="0" tIns="0" bIns="0" anchor="t">
            <a:noAutofit/>
          </a:bodyPr>
          <a:p>
            <a:r>
              <a:rPr b="1" lang="en-US" sz="2630" spc="-1" strike="noStrike">
                <a:solidFill>
                  <a:srgbClr val="004899"/>
                </a:solidFill>
                <a:latin typeface="Noto Sans"/>
              </a:rPr>
              <a:t>Höhe in Metern</a:t>
            </a:r>
            <a:endParaRPr b="0" lang="en-US" sz="2630" spc="-1" strike="noStrike">
              <a:solidFill>
                <a:srgbClr val="000000"/>
              </a:solidFill>
              <a:latin typeface="Arial"/>
            </a:endParaRPr>
          </a:p>
        </p:txBody>
      </p:sp>
      <p:sp>
        <p:nvSpPr>
          <p:cNvPr id="150" name=""/>
          <p:cNvSpPr/>
          <p:nvPr/>
        </p:nvSpPr>
        <p:spPr>
          <a:xfrm>
            <a:off x="1219320" y="2400480"/>
            <a:ext cx="541080" cy="541080"/>
          </a:xfrm>
          <a:prstGeom prst="rect">
            <a:avLst/>
          </a:prstGeom>
          <a:solidFill>
            <a:srgbClr val="eaf5f7"/>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151" name=""/>
          <p:cNvSpPr txBox="1"/>
          <p:nvPr/>
        </p:nvSpPr>
        <p:spPr>
          <a:xfrm>
            <a:off x="1219320" y="2539440"/>
            <a:ext cx="541080" cy="361440"/>
          </a:xfrm>
          <a:prstGeom prst="rect">
            <a:avLst/>
          </a:prstGeom>
          <a:noFill/>
          <a:ln w="0">
            <a:noFill/>
          </a:ln>
        </p:spPr>
        <p:txBody>
          <a:bodyPr lIns="0" rIns="0" tIns="0" bIns="0" anchor="t">
            <a:noAutofit/>
          </a:bodyPr>
          <a:p>
            <a:pPr algn="ctr"/>
            <a:r>
              <a:rPr b="0" lang="en-US" sz="1600" spc="-1" strike="noStrike">
                <a:solidFill>
                  <a:srgbClr val="000000"/>
                </a:solidFill>
                <a:latin typeface="Noto Sans"/>
              </a:rPr>
              <a:t>210</a:t>
            </a:r>
            <a:endParaRPr b="0" lang="en-US" sz="1600" spc="-1" strike="noStrike">
              <a:solidFill>
                <a:srgbClr val="000000"/>
              </a:solidFill>
              <a:latin typeface="Arial"/>
            </a:endParaRPr>
          </a:p>
        </p:txBody>
      </p:sp>
      <p:sp>
        <p:nvSpPr>
          <p:cNvPr id="152" name=""/>
          <p:cNvSpPr/>
          <p:nvPr/>
        </p:nvSpPr>
        <p:spPr>
          <a:xfrm>
            <a:off x="1775520" y="2400480"/>
            <a:ext cx="541080" cy="541080"/>
          </a:xfrm>
          <a:prstGeom prst="rect">
            <a:avLst/>
          </a:prstGeom>
          <a:solidFill>
            <a:srgbClr val="c8e8e3"/>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153" name=""/>
          <p:cNvSpPr txBox="1"/>
          <p:nvPr/>
        </p:nvSpPr>
        <p:spPr>
          <a:xfrm>
            <a:off x="1775520" y="2539440"/>
            <a:ext cx="541080" cy="361440"/>
          </a:xfrm>
          <a:prstGeom prst="rect">
            <a:avLst/>
          </a:prstGeom>
          <a:noFill/>
          <a:ln w="0">
            <a:noFill/>
          </a:ln>
        </p:spPr>
        <p:txBody>
          <a:bodyPr lIns="0" rIns="0" tIns="0" bIns="0" anchor="t">
            <a:noAutofit/>
          </a:bodyPr>
          <a:p>
            <a:pPr algn="ctr"/>
            <a:r>
              <a:rPr b="0" lang="en-US" sz="1600" spc="-1" strike="noStrike">
                <a:solidFill>
                  <a:srgbClr val="000000"/>
                </a:solidFill>
                <a:latin typeface="Noto Sans"/>
              </a:rPr>
              <a:t>214</a:t>
            </a:r>
            <a:endParaRPr b="0" lang="en-US" sz="1600" spc="-1" strike="noStrike">
              <a:solidFill>
                <a:srgbClr val="000000"/>
              </a:solidFill>
              <a:latin typeface="Arial"/>
            </a:endParaRPr>
          </a:p>
        </p:txBody>
      </p:sp>
      <p:sp>
        <p:nvSpPr>
          <p:cNvPr id="154" name=""/>
          <p:cNvSpPr/>
          <p:nvPr/>
        </p:nvSpPr>
        <p:spPr>
          <a:xfrm>
            <a:off x="2331720" y="2400480"/>
            <a:ext cx="541080" cy="541080"/>
          </a:xfrm>
          <a:prstGeom prst="rect">
            <a:avLst/>
          </a:prstGeom>
          <a:solidFill>
            <a:srgbClr val="a0d1c0"/>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155" name=""/>
          <p:cNvSpPr txBox="1"/>
          <p:nvPr/>
        </p:nvSpPr>
        <p:spPr>
          <a:xfrm>
            <a:off x="2331720" y="2539440"/>
            <a:ext cx="541080" cy="361440"/>
          </a:xfrm>
          <a:prstGeom prst="rect">
            <a:avLst/>
          </a:prstGeom>
          <a:noFill/>
          <a:ln w="0">
            <a:noFill/>
          </a:ln>
        </p:spPr>
        <p:txBody>
          <a:bodyPr lIns="0" rIns="0" tIns="0" bIns="0" anchor="t">
            <a:noAutofit/>
          </a:bodyPr>
          <a:p>
            <a:pPr algn="ctr"/>
            <a:r>
              <a:rPr b="0" lang="en-US" sz="1600" spc="-1" strike="noStrike">
                <a:solidFill>
                  <a:srgbClr val="000000"/>
                </a:solidFill>
                <a:latin typeface="Noto Sans"/>
              </a:rPr>
              <a:t>219</a:t>
            </a:r>
            <a:endParaRPr b="0" lang="en-US" sz="1600" spc="-1" strike="noStrike">
              <a:solidFill>
                <a:srgbClr val="000000"/>
              </a:solidFill>
              <a:latin typeface="Arial"/>
            </a:endParaRPr>
          </a:p>
        </p:txBody>
      </p:sp>
      <p:sp>
        <p:nvSpPr>
          <p:cNvPr id="156" name=""/>
          <p:cNvSpPr/>
          <p:nvPr/>
        </p:nvSpPr>
        <p:spPr>
          <a:xfrm>
            <a:off x="2887920" y="2400480"/>
            <a:ext cx="541080" cy="541080"/>
          </a:xfrm>
          <a:prstGeom prst="rect">
            <a:avLst/>
          </a:prstGeom>
          <a:solidFill>
            <a:srgbClr val="70b29c"/>
          </a:solidFill>
          <a:ln w="16200">
            <a:solidFill>
              <a:srgbClr val="a6d9e2"/>
            </a:solidFill>
            <a:round/>
          </a:ln>
        </p:spPr>
        <p:txBody>
          <a:bodyPr lIns="97920" rIns="97920" tIns="52920" bIns="52920" anchor="ctr" anchorCtr="1">
            <a:noAutofit/>
          </a:bodyPr>
          <a:p>
            <a:endParaRPr b="0" lang="en-US" sz="1800" spc="-1" strike="noStrike">
              <a:solidFill>
                <a:srgbClr val="ffffff"/>
              </a:solidFill>
              <a:latin typeface="Arial"/>
            </a:endParaRPr>
          </a:p>
        </p:txBody>
      </p:sp>
      <p:sp>
        <p:nvSpPr>
          <p:cNvPr id="157" name=""/>
          <p:cNvSpPr txBox="1"/>
          <p:nvPr/>
        </p:nvSpPr>
        <p:spPr>
          <a:xfrm>
            <a:off x="2887920" y="2539440"/>
            <a:ext cx="541080" cy="361440"/>
          </a:xfrm>
          <a:prstGeom prst="rect">
            <a:avLst/>
          </a:prstGeom>
          <a:noFill/>
          <a:ln w="0">
            <a:noFill/>
          </a:ln>
        </p:spPr>
        <p:txBody>
          <a:bodyPr lIns="0" rIns="0" tIns="0" bIns="0" anchor="t">
            <a:noAutofit/>
          </a:bodyPr>
          <a:p>
            <a:pPr algn="ctr"/>
            <a:r>
              <a:rPr b="0" lang="en-US" sz="1600" spc="-1" strike="noStrike">
                <a:solidFill>
                  <a:srgbClr val="000000"/>
                </a:solidFill>
                <a:latin typeface="Noto Sans"/>
              </a:rPr>
              <a:t>224</a:t>
            </a:r>
            <a:endParaRPr b="0" lang="en-US" sz="1600" spc="-1" strike="noStrike">
              <a:solidFill>
                <a:srgbClr val="000000"/>
              </a:solidFill>
              <a:latin typeface="Arial"/>
            </a:endParaRPr>
          </a:p>
        </p:txBody>
      </p:sp>
      <p:sp>
        <p:nvSpPr>
          <p:cNvPr id="158" name=""/>
          <p:cNvSpPr/>
          <p:nvPr/>
        </p:nvSpPr>
        <p:spPr>
          <a:xfrm>
            <a:off x="1219320" y="2956680"/>
            <a:ext cx="541080" cy="541080"/>
          </a:xfrm>
          <a:prstGeom prst="rect">
            <a:avLst/>
          </a:prstGeom>
          <a:solidFill>
            <a:srgbClr val="eaf5f7"/>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159" name=""/>
          <p:cNvSpPr txBox="1"/>
          <p:nvPr/>
        </p:nvSpPr>
        <p:spPr>
          <a:xfrm>
            <a:off x="1219320" y="3095640"/>
            <a:ext cx="541080" cy="361440"/>
          </a:xfrm>
          <a:prstGeom prst="rect">
            <a:avLst/>
          </a:prstGeom>
          <a:noFill/>
          <a:ln w="0">
            <a:noFill/>
          </a:ln>
        </p:spPr>
        <p:txBody>
          <a:bodyPr lIns="0" rIns="0" tIns="0" bIns="0" anchor="t">
            <a:noAutofit/>
          </a:bodyPr>
          <a:p>
            <a:pPr algn="ctr"/>
            <a:r>
              <a:rPr b="0" lang="en-US" sz="1600" spc="-1" strike="noStrike">
                <a:solidFill>
                  <a:srgbClr val="000000"/>
                </a:solidFill>
                <a:latin typeface="Noto Sans"/>
              </a:rPr>
              <a:t>205</a:t>
            </a:r>
            <a:endParaRPr b="0" lang="en-US" sz="1600" spc="-1" strike="noStrike">
              <a:solidFill>
                <a:srgbClr val="000000"/>
              </a:solidFill>
              <a:latin typeface="Arial"/>
            </a:endParaRPr>
          </a:p>
        </p:txBody>
      </p:sp>
      <p:sp>
        <p:nvSpPr>
          <p:cNvPr id="160" name=""/>
          <p:cNvSpPr/>
          <p:nvPr/>
        </p:nvSpPr>
        <p:spPr>
          <a:xfrm>
            <a:off x="1775520" y="2956680"/>
            <a:ext cx="541080" cy="541080"/>
          </a:xfrm>
          <a:prstGeom prst="rect">
            <a:avLst/>
          </a:prstGeom>
          <a:solidFill>
            <a:srgbClr val="c8e8e3"/>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161" name=""/>
          <p:cNvSpPr txBox="1"/>
          <p:nvPr/>
        </p:nvSpPr>
        <p:spPr>
          <a:xfrm>
            <a:off x="1775520" y="3095640"/>
            <a:ext cx="541080" cy="361440"/>
          </a:xfrm>
          <a:prstGeom prst="rect">
            <a:avLst/>
          </a:prstGeom>
          <a:noFill/>
          <a:ln w="0">
            <a:noFill/>
          </a:ln>
        </p:spPr>
        <p:txBody>
          <a:bodyPr lIns="0" rIns="0" tIns="0" bIns="0" anchor="t">
            <a:noAutofit/>
          </a:bodyPr>
          <a:p>
            <a:pPr algn="ctr"/>
            <a:r>
              <a:rPr b="0" lang="en-US" sz="1600" spc="-1" strike="noStrike">
                <a:solidFill>
                  <a:srgbClr val="000000"/>
                </a:solidFill>
                <a:latin typeface="Noto Sans"/>
              </a:rPr>
              <a:t>211</a:t>
            </a:r>
            <a:endParaRPr b="0" lang="en-US" sz="1600" spc="-1" strike="noStrike">
              <a:solidFill>
                <a:srgbClr val="000000"/>
              </a:solidFill>
              <a:latin typeface="Arial"/>
            </a:endParaRPr>
          </a:p>
        </p:txBody>
      </p:sp>
      <p:sp>
        <p:nvSpPr>
          <p:cNvPr id="162" name=""/>
          <p:cNvSpPr/>
          <p:nvPr/>
        </p:nvSpPr>
        <p:spPr>
          <a:xfrm>
            <a:off x="2331720" y="2956680"/>
            <a:ext cx="541080" cy="541080"/>
          </a:xfrm>
          <a:prstGeom prst="rect">
            <a:avLst/>
          </a:prstGeom>
          <a:solidFill>
            <a:srgbClr val="a0d1c0"/>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163" name=""/>
          <p:cNvSpPr txBox="1"/>
          <p:nvPr/>
        </p:nvSpPr>
        <p:spPr>
          <a:xfrm>
            <a:off x="2331720" y="3095640"/>
            <a:ext cx="541080" cy="361440"/>
          </a:xfrm>
          <a:prstGeom prst="rect">
            <a:avLst/>
          </a:prstGeom>
          <a:noFill/>
          <a:ln w="0">
            <a:noFill/>
          </a:ln>
        </p:spPr>
        <p:txBody>
          <a:bodyPr lIns="0" rIns="0" tIns="0" bIns="0" anchor="t">
            <a:noAutofit/>
          </a:bodyPr>
          <a:p>
            <a:pPr algn="ctr"/>
            <a:r>
              <a:rPr b="0" lang="en-US" sz="1600" spc="-1" strike="noStrike">
                <a:solidFill>
                  <a:srgbClr val="000000"/>
                </a:solidFill>
                <a:latin typeface="Noto Sans"/>
              </a:rPr>
              <a:t>217</a:t>
            </a:r>
            <a:endParaRPr b="0" lang="en-US" sz="1600" spc="-1" strike="noStrike">
              <a:solidFill>
                <a:srgbClr val="000000"/>
              </a:solidFill>
              <a:latin typeface="Arial"/>
            </a:endParaRPr>
          </a:p>
        </p:txBody>
      </p:sp>
      <p:sp>
        <p:nvSpPr>
          <p:cNvPr id="164" name=""/>
          <p:cNvSpPr/>
          <p:nvPr/>
        </p:nvSpPr>
        <p:spPr>
          <a:xfrm>
            <a:off x="2887920" y="2956680"/>
            <a:ext cx="541080" cy="541080"/>
          </a:xfrm>
          <a:prstGeom prst="rect">
            <a:avLst/>
          </a:prstGeom>
          <a:solidFill>
            <a:srgbClr val="70b29c"/>
          </a:solidFill>
          <a:ln w="16200">
            <a:solidFill>
              <a:srgbClr val="a6d9e2"/>
            </a:solidFill>
            <a:round/>
          </a:ln>
        </p:spPr>
        <p:txBody>
          <a:bodyPr lIns="97920" rIns="97920" tIns="52920" bIns="52920" anchor="ctr" anchorCtr="1">
            <a:noAutofit/>
          </a:bodyPr>
          <a:p>
            <a:endParaRPr b="0" lang="en-US" sz="1800" spc="-1" strike="noStrike">
              <a:solidFill>
                <a:srgbClr val="ffffff"/>
              </a:solidFill>
              <a:latin typeface="Arial"/>
            </a:endParaRPr>
          </a:p>
        </p:txBody>
      </p:sp>
      <p:sp>
        <p:nvSpPr>
          <p:cNvPr id="165" name=""/>
          <p:cNvSpPr txBox="1"/>
          <p:nvPr/>
        </p:nvSpPr>
        <p:spPr>
          <a:xfrm>
            <a:off x="2887920" y="3095640"/>
            <a:ext cx="541080" cy="361440"/>
          </a:xfrm>
          <a:prstGeom prst="rect">
            <a:avLst/>
          </a:prstGeom>
          <a:noFill/>
          <a:ln w="0">
            <a:noFill/>
          </a:ln>
        </p:spPr>
        <p:txBody>
          <a:bodyPr lIns="0" rIns="0" tIns="0" bIns="0" anchor="t">
            <a:noAutofit/>
          </a:bodyPr>
          <a:p>
            <a:pPr algn="ctr"/>
            <a:r>
              <a:rPr b="0" lang="en-US" sz="1600" spc="-1" strike="noStrike">
                <a:solidFill>
                  <a:srgbClr val="000000"/>
                </a:solidFill>
                <a:latin typeface="Noto Sans"/>
              </a:rPr>
              <a:t>221</a:t>
            </a:r>
            <a:endParaRPr b="0" lang="en-US" sz="1600" spc="-1" strike="noStrike">
              <a:solidFill>
                <a:srgbClr val="000000"/>
              </a:solidFill>
              <a:latin typeface="Arial"/>
            </a:endParaRPr>
          </a:p>
        </p:txBody>
      </p:sp>
      <p:sp>
        <p:nvSpPr>
          <p:cNvPr id="166" name=""/>
          <p:cNvSpPr/>
          <p:nvPr/>
        </p:nvSpPr>
        <p:spPr>
          <a:xfrm>
            <a:off x="1219320" y="3512880"/>
            <a:ext cx="541080" cy="541080"/>
          </a:xfrm>
          <a:prstGeom prst="rect">
            <a:avLst/>
          </a:prstGeom>
          <a:solidFill>
            <a:srgbClr val="eaf5f7"/>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167" name=""/>
          <p:cNvSpPr txBox="1"/>
          <p:nvPr/>
        </p:nvSpPr>
        <p:spPr>
          <a:xfrm>
            <a:off x="1219320" y="3651840"/>
            <a:ext cx="541080" cy="361440"/>
          </a:xfrm>
          <a:prstGeom prst="rect">
            <a:avLst/>
          </a:prstGeom>
          <a:noFill/>
          <a:ln w="0">
            <a:noFill/>
          </a:ln>
        </p:spPr>
        <p:txBody>
          <a:bodyPr lIns="0" rIns="0" tIns="0" bIns="0" anchor="t">
            <a:noAutofit/>
          </a:bodyPr>
          <a:p>
            <a:pPr algn="ctr"/>
            <a:r>
              <a:rPr b="0" lang="en-US" sz="1600" spc="-1" strike="noStrike">
                <a:solidFill>
                  <a:srgbClr val="000000"/>
                </a:solidFill>
                <a:latin typeface="Noto Sans"/>
              </a:rPr>
              <a:t>201</a:t>
            </a:r>
            <a:endParaRPr b="0" lang="en-US" sz="1600" spc="-1" strike="noStrike">
              <a:solidFill>
                <a:srgbClr val="000000"/>
              </a:solidFill>
              <a:latin typeface="Arial"/>
            </a:endParaRPr>
          </a:p>
        </p:txBody>
      </p:sp>
      <p:sp>
        <p:nvSpPr>
          <p:cNvPr id="168" name=""/>
          <p:cNvSpPr/>
          <p:nvPr/>
        </p:nvSpPr>
        <p:spPr>
          <a:xfrm>
            <a:off x="1775520" y="3512880"/>
            <a:ext cx="541080" cy="541080"/>
          </a:xfrm>
          <a:prstGeom prst="rect">
            <a:avLst/>
          </a:prstGeom>
          <a:solidFill>
            <a:srgbClr val="c8e8e3"/>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169" name=""/>
          <p:cNvSpPr txBox="1"/>
          <p:nvPr/>
        </p:nvSpPr>
        <p:spPr>
          <a:xfrm>
            <a:off x="1775520" y="3651840"/>
            <a:ext cx="541080" cy="361440"/>
          </a:xfrm>
          <a:prstGeom prst="rect">
            <a:avLst/>
          </a:prstGeom>
          <a:noFill/>
          <a:ln w="0">
            <a:noFill/>
          </a:ln>
        </p:spPr>
        <p:txBody>
          <a:bodyPr lIns="0" rIns="0" tIns="0" bIns="0" anchor="t">
            <a:noAutofit/>
          </a:bodyPr>
          <a:p>
            <a:pPr algn="ctr"/>
            <a:r>
              <a:rPr b="0" lang="en-US" sz="1600" spc="-1" strike="noStrike">
                <a:solidFill>
                  <a:srgbClr val="000000"/>
                </a:solidFill>
                <a:latin typeface="Noto Sans"/>
              </a:rPr>
              <a:t>207</a:t>
            </a:r>
            <a:endParaRPr b="0" lang="en-US" sz="1600" spc="-1" strike="noStrike">
              <a:solidFill>
                <a:srgbClr val="000000"/>
              </a:solidFill>
              <a:latin typeface="Arial"/>
            </a:endParaRPr>
          </a:p>
        </p:txBody>
      </p:sp>
      <p:sp>
        <p:nvSpPr>
          <p:cNvPr id="170" name=""/>
          <p:cNvSpPr/>
          <p:nvPr/>
        </p:nvSpPr>
        <p:spPr>
          <a:xfrm>
            <a:off x="2331720" y="3512880"/>
            <a:ext cx="541080" cy="541080"/>
          </a:xfrm>
          <a:prstGeom prst="rect">
            <a:avLst/>
          </a:prstGeom>
          <a:solidFill>
            <a:srgbClr val="a0d1c0"/>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171" name=""/>
          <p:cNvSpPr txBox="1"/>
          <p:nvPr/>
        </p:nvSpPr>
        <p:spPr>
          <a:xfrm>
            <a:off x="2331720" y="3651840"/>
            <a:ext cx="541080" cy="361440"/>
          </a:xfrm>
          <a:prstGeom prst="rect">
            <a:avLst/>
          </a:prstGeom>
          <a:noFill/>
          <a:ln w="0">
            <a:noFill/>
          </a:ln>
        </p:spPr>
        <p:txBody>
          <a:bodyPr lIns="0" rIns="0" tIns="0" bIns="0" anchor="t">
            <a:noAutofit/>
          </a:bodyPr>
          <a:p>
            <a:pPr algn="ctr"/>
            <a:r>
              <a:rPr b="0" lang="en-US" sz="1600" spc="-1" strike="noStrike">
                <a:solidFill>
                  <a:srgbClr val="000000"/>
                </a:solidFill>
                <a:latin typeface="Noto Sans"/>
              </a:rPr>
              <a:t>213</a:t>
            </a:r>
            <a:endParaRPr b="0" lang="en-US" sz="1600" spc="-1" strike="noStrike">
              <a:solidFill>
                <a:srgbClr val="000000"/>
              </a:solidFill>
              <a:latin typeface="Arial"/>
            </a:endParaRPr>
          </a:p>
        </p:txBody>
      </p:sp>
      <p:sp>
        <p:nvSpPr>
          <p:cNvPr id="172" name=""/>
          <p:cNvSpPr/>
          <p:nvPr/>
        </p:nvSpPr>
        <p:spPr>
          <a:xfrm>
            <a:off x="2887920" y="3512880"/>
            <a:ext cx="541080" cy="541080"/>
          </a:xfrm>
          <a:prstGeom prst="rect">
            <a:avLst/>
          </a:prstGeom>
          <a:solidFill>
            <a:srgbClr val="70b29c"/>
          </a:solidFill>
          <a:ln w="16200">
            <a:solidFill>
              <a:srgbClr val="a6d9e2"/>
            </a:solidFill>
            <a:round/>
          </a:ln>
        </p:spPr>
        <p:txBody>
          <a:bodyPr lIns="97920" rIns="97920" tIns="52920" bIns="52920" anchor="ctr" anchorCtr="1">
            <a:noAutofit/>
          </a:bodyPr>
          <a:p>
            <a:endParaRPr b="0" lang="en-US" sz="1800" spc="-1" strike="noStrike">
              <a:solidFill>
                <a:srgbClr val="ffffff"/>
              </a:solidFill>
              <a:latin typeface="Arial"/>
            </a:endParaRPr>
          </a:p>
        </p:txBody>
      </p:sp>
      <p:sp>
        <p:nvSpPr>
          <p:cNvPr id="173" name=""/>
          <p:cNvSpPr txBox="1"/>
          <p:nvPr/>
        </p:nvSpPr>
        <p:spPr>
          <a:xfrm>
            <a:off x="2887920" y="3651840"/>
            <a:ext cx="541080" cy="361440"/>
          </a:xfrm>
          <a:prstGeom prst="rect">
            <a:avLst/>
          </a:prstGeom>
          <a:noFill/>
          <a:ln w="0">
            <a:noFill/>
          </a:ln>
        </p:spPr>
        <p:txBody>
          <a:bodyPr lIns="0" rIns="0" tIns="0" bIns="0" anchor="t">
            <a:noAutofit/>
          </a:bodyPr>
          <a:p>
            <a:pPr algn="ctr"/>
            <a:r>
              <a:rPr b="0" lang="en-US" sz="1600" spc="-1" strike="noStrike">
                <a:solidFill>
                  <a:srgbClr val="000000"/>
                </a:solidFill>
                <a:latin typeface="Noto Sans"/>
              </a:rPr>
              <a:t>218</a:t>
            </a:r>
            <a:endParaRPr b="0" lang="en-US" sz="1600" spc="-1" strike="noStrike">
              <a:solidFill>
                <a:srgbClr val="000000"/>
              </a:solidFill>
              <a:latin typeface="Arial"/>
            </a:endParaRPr>
          </a:p>
        </p:txBody>
      </p:sp>
      <p:sp>
        <p:nvSpPr>
          <p:cNvPr id="174" name=""/>
          <p:cNvSpPr/>
          <p:nvPr/>
        </p:nvSpPr>
        <p:spPr>
          <a:xfrm>
            <a:off x="1219320" y="4069080"/>
            <a:ext cx="541080" cy="541080"/>
          </a:xfrm>
          <a:prstGeom prst="rect">
            <a:avLst/>
          </a:prstGeom>
          <a:solidFill>
            <a:srgbClr val="eaf5f7"/>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175" name=""/>
          <p:cNvSpPr txBox="1"/>
          <p:nvPr/>
        </p:nvSpPr>
        <p:spPr>
          <a:xfrm>
            <a:off x="1219320" y="4208040"/>
            <a:ext cx="541080" cy="361440"/>
          </a:xfrm>
          <a:prstGeom prst="rect">
            <a:avLst/>
          </a:prstGeom>
          <a:noFill/>
          <a:ln w="0">
            <a:noFill/>
          </a:ln>
        </p:spPr>
        <p:txBody>
          <a:bodyPr lIns="0" rIns="0" tIns="0" bIns="0" anchor="t">
            <a:noAutofit/>
          </a:bodyPr>
          <a:p>
            <a:pPr algn="ctr"/>
            <a:r>
              <a:rPr b="0" lang="en-US" sz="1600" spc="-1" strike="noStrike">
                <a:solidFill>
                  <a:srgbClr val="000000"/>
                </a:solidFill>
                <a:latin typeface="Noto Sans"/>
              </a:rPr>
              <a:t>198</a:t>
            </a:r>
            <a:endParaRPr b="0" lang="en-US" sz="1600" spc="-1" strike="noStrike">
              <a:solidFill>
                <a:srgbClr val="000000"/>
              </a:solidFill>
              <a:latin typeface="Arial"/>
            </a:endParaRPr>
          </a:p>
        </p:txBody>
      </p:sp>
      <p:sp>
        <p:nvSpPr>
          <p:cNvPr id="176" name=""/>
          <p:cNvSpPr/>
          <p:nvPr/>
        </p:nvSpPr>
        <p:spPr>
          <a:xfrm>
            <a:off x="1775520" y="4069080"/>
            <a:ext cx="541080" cy="541080"/>
          </a:xfrm>
          <a:prstGeom prst="rect">
            <a:avLst/>
          </a:prstGeom>
          <a:solidFill>
            <a:srgbClr val="c8e8e3"/>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177" name=""/>
          <p:cNvSpPr txBox="1"/>
          <p:nvPr/>
        </p:nvSpPr>
        <p:spPr>
          <a:xfrm>
            <a:off x="1775520" y="4208040"/>
            <a:ext cx="541080" cy="361440"/>
          </a:xfrm>
          <a:prstGeom prst="rect">
            <a:avLst/>
          </a:prstGeom>
          <a:noFill/>
          <a:ln w="0">
            <a:noFill/>
          </a:ln>
        </p:spPr>
        <p:txBody>
          <a:bodyPr lIns="0" rIns="0" tIns="0" bIns="0" anchor="t">
            <a:noAutofit/>
          </a:bodyPr>
          <a:p>
            <a:pPr algn="ctr"/>
            <a:r>
              <a:rPr b="0" lang="en-US" sz="1600" spc="-1" strike="noStrike">
                <a:solidFill>
                  <a:srgbClr val="000000"/>
                </a:solidFill>
                <a:latin typeface="Noto Sans"/>
              </a:rPr>
              <a:t>203</a:t>
            </a:r>
            <a:endParaRPr b="0" lang="en-US" sz="1600" spc="-1" strike="noStrike">
              <a:solidFill>
                <a:srgbClr val="000000"/>
              </a:solidFill>
              <a:latin typeface="Arial"/>
            </a:endParaRPr>
          </a:p>
        </p:txBody>
      </p:sp>
      <p:sp>
        <p:nvSpPr>
          <p:cNvPr id="178" name=""/>
          <p:cNvSpPr/>
          <p:nvPr/>
        </p:nvSpPr>
        <p:spPr>
          <a:xfrm>
            <a:off x="2331720" y="4069080"/>
            <a:ext cx="541080" cy="541080"/>
          </a:xfrm>
          <a:prstGeom prst="rect">
            <a:avLst/>
          </a:prstGeom>
          <a:solidFill>
            <a:srgbClr val="a0d1c0"/>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179" name=""/>
          <p:cNvSpPr txBox="1"/>
          <p:nvPr/>
        </p:nvSpPr>
        <p:spPr>
          <a:xfrm>
            <a:off x="2331720" y="4208040"/>
            <a:ext cx="541080" cy="361440"/>
          </a:xfrm>
          <a:prstGeom prst="rect">
            <a:avLst/>
          </a:prstGeom>
          <a:noFill/>
          <a:ln w="0">
            <a:noFill/>
          </a:ln>
        </p:spPr>
        <p:txBody>
          <a:bodyPr lIns="0" rIns="0" tIns="0" bIns="0" anchor="t">
            <a:noAutofit/>
          </a:bodyPr>
          <a:p>
            <a:pPr algn="ctr"/>
            <a:r>
              <a:rPr b="0" lang="en-US" sz="1600" spc="-1" strike="noStrike">
                <a:solidFill>
                  <a:srgbClr val="000000"/>
                </a:solidFill>
                <a:latin typeface="Noto Sans"/>
              </a:rPr>
              <a:t>209</a:t>
            </a:r>
            <a:endParaRPr b="0" lang="en-US" sz="1600" spc="-1" strike="noStrike">
              <a:solidFill>
                <a:srgbClr val="000000"/>
              </a:solidFill>
              <a:latin typeface="Arial"/>
            </a:endParaRPr>
          </a:p>
        </p:txBody>
      </p:sp>
      <p:sp>
        <p:nvSpPr>
          <p:cNvPr id="180" name=""/>
          <p:cNvSpPr/>
          <p:nvPr/>
        </p:nvSpPr>
        <p:spPr>
          <a:xfrm>
            <a:off x="2887920" y="4069080"/>
            <a:ext cx="541080" cy="541080"/>
          </a:xfrm>
          <a:prstGeom prst="rect">
            <a:avLst/>
          </a:prstGeom>
          <a:solidFill>
            <a:srgbClr val="70b29c"/>
          </a:solidFill>
          <a:ln w="16200">
            <a:solidFill>
              <a:srgbClr val="a6d9e2"/>
            </a:solidFill>
            <a:round/>
          </a:ln>
        </p:spPr>
        <p:txBody>
          <a:bodyPr lIns="97920" rIns="97920" tIns="52920" bIns="52920" anchor="ctr" anchorCtr="1">
            <a:noAutofit/>
          </a:bodyPr>
          <a:p>
            <a:endParaRPr b="0" lang="en-US" sz="1800" spc="-1" strike="noStrike">
              <a:solidFill>
                <a:srgbClr val="ffffff"/>
              </a:solidFill>
              <a:latin typeface="Arial"/>
            </a:endParaRPr>
          </a:p>
        </p:txBody>
      </p:sp>
      <p:sp>
        <p:nvSpPr>
          <p:cNvPr id="181" name=""/>
          <p:cNvSpPr txBox="1"/>
          <p:nvPr/>
        </p:nvSpPr>
        <p:spPr>
          <a:xfrm>
            <a:off x="2887920" y="4208040"/>
            <a:ext cx="541080" cy="361440"/>
          </a:xfrm>
          <a:prstGeom prst="rect">
            <a:avLst/>
          </a:prstGeom>
          <a:noFill/>
          <a:ln w="0">
            <a:noFill/>
          </a:ln>
        </p:spPr>
        <p:txBody>
          <a:bodyPr lIns="0" rIns="0" tIns="0" bIns="0" anchor="t">
            <a:noAutofit/>
          </a:bodyPr>
          <a:p>
            <a:pPr algn="ctr"/>
            <a:r>
              <a:rPr b="0" lang="en-US" sz="1600" spc="-1" strike="noStrike">
                <a:solidFill>
                  <a:srgbClr val="000000"/>
                </a:solidFill>
                <a:latin typeface="Noto Sans"/>
              </a:rPr>
              <a:t>215</a:t>
            </a:r>
            <a:endParaRPr b="0" lang="en-US" sz="1600" spc="-1" strike="noStrike">
              <a:solidFill>
                <a:srgbClr val="000000"/>
              </a:solidFill>
              <a:latin typeface="Arial"/>
            </a:endParaRPr>
          </a:p>
        </p:txBody>
      </p:sp>
      <p:sp>
        <p:nvSpPr>
          <p:cNvPr id="182" name=""/>
          <p:cNvSpPr txBox="1"/>
          <p:nvPr/>
        </p:nvSpPr>
        <p:spPr>
          <a:xfrm>
            <a:off x="6248520" y="1714680"/>
            <a:ext cx="4952880" cy="419040"/>
          </a:xfrm>
          <a:prstGeom prst="rect">
            <a:avLst/>
          </a:prstGeom>
          <a:noFill/>
          <a:ln w="0">
            <a:noFill/>
          </a:ln>
        </p:spPr>
        <p:txBody>
          <a:bodyPr lIns="0" rIns="0" tIns="0" bIns="0" anchor="t">
            <a:noAutofit/>
          </a:bodyPr>
          <a:p>
            <a:r>
              <a:rPr b="1" lang="en-US" sz="2630" spc="-1" strike="noStrike">
                <a:solidFill>
                  <a:srgbClr val="004899"/>
                </a:solidFill>
                <a:latin typeface="Noto Sans"/>
              </a:rPr>
              <a:t>Landbedeckung als Klasse</a:t>
            </a:r>
            <a:endParaRPr b="0" lang="en-US" sz="2630" spc="-1" strike="noStrike">
              <a:solidFill>
                <a:srgbClr val="000000"/>
              </a:solidFill>
              <a:latin typeface="Arial"/>
            </a:endParaRPr>
          </a:p>
        </p:txBody>
      </p:sp>
      <p:sp>
        <p:nvSpPr>
          <p:cNvPr id="183" name=""/>
          <p:cNvSpPr/>
          <p:nvPr/>
        </p:nvSpPr>
        <p:spPr>
          <a:xfrm>
            <a:off x="6477120" y="2400480"/>
            <a:ext cx="541080" cy="541080"/>
          </a:xfrm>
          <a:prstGeom prst="rect">
            <a:avLst/>
          </a:prstGeom>
          <a:solidFill>
            <a:srgbClr val="eaf5f7"/>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184" name=""/>
          <p:cNvSpPr txBox="1"/>
          <p:nvPr/>
        </p:nvSpPr>
        <p:spPr>
          <a:xfrm>
            <a:off x="6477120" y="2539440"/>
            <a:ext cx="541080" cy="361440"/>
          </a:xfrm>
          <a:prstGeom prst="rect">
            <a:avLst/>
          </a:prstGeom>
          <a:noFill/>
          <a:ln w="0">
            <a:noFill/>
          </a:ln>
        </p:spPr>
        <p:txBody>
          <a:bodyPr lIns="0" rIns="0" tIns="0" bIns="0" anchor="t">
            <a:noAutofit/>
          </a:bodyPr>
          <a:p>
            <a:pPr algn="ctr"/>
            <a:r>
              <a:rPr b="0" lang="en-US" sz="1600" spc="-1" strike="noStrike">
                <a:solidFill>
                  <a:srgbClr val="000000"/>
                </a:solidFill>
                <a:latin typeface="Noto Sans"/>
              </a:rPr>
              <a:t>W</a:t>
            </a:r>
            <a:endParaRPr b="0" lang="en-US" sz="1600" spc="-1" strike="noStrike">
              <a:solidFill>
                <a:srgbClr val="000000"/>
              </a:solidFill>
              <a:latin typeface="Arial"/>
            </a:endParaRPr>
          </a:p>
        </p:txBody>
      </p:sp>
      <p:sp>
        <p:nvSpPr>
          <p:cNvPr id="185" name=""/>
          <p:cNvSpPr/>
          <p:nvPr/>
        </p:nvSpPr>
        <p:spPr>
          <a:xfrm>
            <a:off x="7033320" y="2400480"/>
            <a:ext cx="541080" cy="541080"/>
          </a:xfrm>
          <a:prstGeom prst="rect">
            <a:avLst/>
          </a:prstGeom>
          <a:solidFill>
            <a:srgbClr val="c8e8e3"/>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186" name=""/>
          <p:cNvSpPr txBox="1"/>
          <p:nvPr/>
        </p:nvSpPr>
        <p:spPr>
          <a:xfrm>
            <a:off x="7033320" y="2539440"/>
            <a:ext cx="541080" cy="361440"/>
          </a:xfrm>
          <a:prstGeom prst="rect">
            <a:avLst/>
          </a:prstGeom>
          <a:noFill/>
          <a:ln w="0">
            <a:noFill/>
          </a:ln>
        </p:spPr>
        <p:txBody>
          <a:bodyPr lIns="0" rIns="0" tIns="0" bIns="0" anchor="t">
            <a:noAutofit/>
          </a:bodyPr>
          <a:p>
            <a:pPr algn="ctr"/>
            <a:r>
              <a:rPr b="0" lang="en-US" sz="1600" spc="-1" strike="noStrike">
                <a:solidFill>
                  <a:srgbClr val="000000"/>
                </a:solidFill>
                <a:latin typeface="Noto Sans"/>
              </a:rPr>
              <a:t>W</a:t>
            </a:r>
            <a:endParaRPr b="0" lang="en-US" sz="1600" spc="-1" strike="noStrike">
              <a:solidFill>
                <a:srgbClr val="000000"/>
              </a:solidFill>
              <a:latin typeface="Arial"/>
            </a:endParaRPr>
          </a:p>
        </p:txBody>
      </p:sp>
      <p:sp>
        <p:nvSpPr>
          <p:cNvPr id="187" name=""/>
          <p:cNvSpPr/>
          <p:nvPr/>
        </p:nvSpPr>
        <p:spPr>
          <a:xfrm>
            <a:off x="7589520" y="2400480"/>
            <a:ext cx="541080" cy="541080"/>
          </a:xfrm>
          <a:prstGeom prst="rect">
            <a:avLst/>
          </a:prstGeom>
          <a:solidFill>
            <a:srgbClr val="a0d1c0"/>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188" name=""/>
          <p:cNvSpPr txBox="1"/>
          <p:nvPr/>
        </p:nvSpPr>
        <p:spPr>
          <a:xfrm>
            <a:off x="7589520" y="2539440"/>
            <a:ext cx="541080" cy="361440"/>
          </a:xfrm>
          <a:prstGeom prst="rect">
            <a:avLst/>
          </a:prstGeom>
          <a:noFill/>
          <a:ln w="0">
            <a:noFill/>
          </a:ln>
        </p:spPr>
        <p:txBody>
          <a:bodyPr lIns="0" rIns="0" tIns="0" bIns="0" anchor="t">
            <a:noAutofit/>
          </a:bodyPr>
          <a:p>
            <a:pPr algn="ctr"/>
            <a:r>
              <a:rPr b="0" lang="en-US" sz="1600" spc="-1" strike="noStrike">
                <a:solidFill>
                  <a:srgbClr val="000000"/>
                </a:solidFill>
                <a:latin typeface="Noto Sans"/>
              </a:rPr>
              <a:t>A</a:t>
            </a:r>
            <a:endParaRPr b="0" lang="en-US" sz="1600" spc="-1" strike="noStrike">
              <a:solidFill>
                <a:srgbClr val="000000"/>
              </a:solidFill>
              <a:latin typeface="Arial"/>
            </a:endParaRPr>
          </a:p>
        </p:txBody>
      </p:sp>
      <p:sp>
        <p:nvSpPr>
          <p:cNvPr id="189" name=""/>
          <p:cNvSpPr/>
          <p:nvPr/>
        </p:nvSpPr>
        <p:spPr>
          <a:xfrm>
            <a:off x="8145720" y="2400480"/>
            <a:ext cx="541080" cy="541080"/>
          </a:xfrm>
          <a:prstGeom prst="rect">
            <a:avLst/>
          </a:prstGeom>
          <a:solidFill>
            <a:srgbClr val="70b29c"/>
          </a:solidFill>
          <a:ln w="16200">
            <a:solidFill>
              <a:srgbClr val="a6d9e2"/>
            </a:solidFill>
            <a:round/>
          </a:ln>
        </p:spPr>
        <p:txBody>
          <a:bodyPr lIns="97920" rIns="97920" tIns="52920" bIns="52920" anchor="ctr" anchorCtr="1">
            <a:noAutofit/>
          </a:bodyPr>
          <a:p>
            <a:endParaRPr b="0" lang="en-US" sz="1800" spc="-1" strike="noStrike">
              <a:solidFill>
                <a:srgbClr val="ffffff"/>
              </a:solidFill>
              <a:latin typeface="Arial"/>
            </a:endParaRPr>
          </a:p>
        </p:txBody>
      </p:sp>
      <p:sp>
        <p:nvSpPr>
          <p:cNvPr id="190" name=""/>
          <p:cNvSpPr txBox="1"/>
          <p:nvPr/>
        </p:nvSpPr>
        <p:spPr>
          <a:xfrm>
            <a:off x="8145720" y="2539440"/>
            <a:ext cx="541080" cy="361440"/>
          </a:xfrm>
          <a:prstGeom prst="rect">
            <a:avLst/>
          </a:prstGeom>
          <a:noFill/>
          <a:ln w="0">
            <a:noFill/>
          </a:ln>
        </p:spPr>
        <p:txBody>
          <a:bodyPr lIns="0" rIns="0" tIns="0" bIns="0" anchor="t">
            <a:noAutofit/>
          </a:bodyPr>
          <a:p>
            <a:pPr algn="ctr"/>
            <a:r>
              <a:rPr b="0" lang="en-US" sz="1600" spc="-1" strike="noStrike">
                <a:solidFill>
                  <a:srgbClr val="000000"/>
                </a:solidFill>
                <a:latin typeface="Noto Sans"/>
              </a:rPr>
              <a:t>S</a:t>
            </a:r>
            <a:endParaRPr b="0" lang="en-US" sz="1600" spc="-1" strike="noStrike">
              <a:solidFill>
                <a:srgbClr val="000000"/>
              </a:solidFill>
              <a:latin typeface="Arial"/>
            </a:endParaRPr>
          </a:p>
        </p:txBody>
      </p:sp>
      <p:sp>
        <p:nvSpPr>
          <p:cNvPr id="191" name=""/>
          <p:cNvSpPr/>
          <p:nvPr/>
        </p:nvSpPr>
        <p:spPr>
          <a:xfrm>
            <a:off x="6477120" y="2956680"/>
            <a:ext cx="541080" cy="541080"/>
          </a:xfrm>
          <a:prstGeom prst="rect">
            <a:avLst/>
          </a:prstGeom>
          <a:solidFill>
            <a:srgbClr val="eaf5f7"/>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192" name=""/>
          <p:cNvSpPr txBox="1"/>
          <p:nvPr/>
        </p:nvSpPr>
        <p:spPr>
          <a:xfrm>
            <a:off x="6477120" y="3095640"/>
            <a:ext cx="541080" cy="361440"/>
          </a:xfrm>
          <a:prstGeom prst="rect">
            <a:avLst/>
          </a:prstGeom>
          <a:noFill/>
          <a:ln w="0">
            <a:noFill/>
          </a:ln>
        </p:spPr>
        <p:txBody>
          <a:bodyPr lIns="0" rIns="0" tIns="0" bIns="0" anchor="t">
            <a:noAutofit/>
          </a:bodyPr>
          <a:p>
            <a:pPr algn="ctr"/>
            <a:r>
              <a:rPr b="0" lang="en-US" sz="1600" spc="-1" strike="noStrike">
                <a:solidFill>
                  <a:srgbClr val="000000"/>
                </a:solidFill>
                <a:latin typeface="Noto Sans"/>
              </a:rPr>
              <a:t>W</a:t>
            </a:r>
            <a:endParaRPr b="0" lang="en-US" sz="1600" spc="-1" strike="noStrike">
              <a:solidFill>
                <a:srgbClr val="000000"/>
              </a:solidFill>
              <a:latin typeface="Arial"/>
            </a:endParaRPr>
          </a:p>
        </p:txBody>
      </p:sp>
      <p:sp>
        <p:nvSpPr>
          <p:cNvPr id="193" name=""/>
          <p:cNvSpPr/>
          <p:nvPr/>
        </p:nvSpPr>
        <p:spPr>
          <a:xfrm>
            <a:off x="7033320" y="2956680"/>
            <a:ext cx="541080" cy="541080"/>
          </a:xfrm>
          <a:prstGeom prst="rect">
            <a:avLst/>
          </a:prstGeom>
          <a:solidFill>
            <a:srgbClr val="c8e8e3"/>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194" name=""/>
          <p:cNvSpPr txBox="1"/>
          <p:nvPr/>
        </p:nvSpPr>
        <p:spPr>
          <a:xfrm>
            <a:off x="7033320" y="3095640"/>
            <a:ext cx="541080" cy="361440"/>
          </a:xfrm>
          <a:prstGeom prst="rect">
            <a:avLst/>
          </a:prstGeom>
          <a:noFill/>
          <a:ln w="0">
            <a:noFill/>
          </a:ln>
        </p:spPr>
        <p:txBody>
          <a:bodyPr lIns="0" rIns="0" tIns="0" bIns="0" anchor="t">
            <a:noAutofit/>
          </a:bodyPr>
          <a:p>
            <a:pPr algn="ctr"/>
            <a:r>
              <a:rPr b="0" lang="en-US" sz="1600" spc="-1" strike="noStrike">
                <a:solidFill>
                  <a:srgbClr val="000000"/>
                </a:solidFill>
                <a:latin typeface="Noto Sans"/>
              </a:rPr>
              <a:t>W</a:t>
            </a:r>
            <a:endParaRPr b="0" lang="en-US" sz="1600" spc="-1" strike="noStrike">
              <a:solidFill>
                <a:srgbClr val="000000"/>
              </a:solidFill>
              <a:latin typeface="Arial"/>
            </a:endParaRPr>
          </a:p>
        </p:txBody>
      </p:sp>
      <p:sp>
        <p:nvSpPr>
          <p:cNvPr id="195" name=""/>
          <p:cNvSpPr/>
          <p:nvPr/>
        </p:nvSpPr>
        <p:spPr>
          <a:xfrm>
            <a:off x="7589520" y="2956680"/>
            <a:ext cx="541080" cy="541080"/>
          </a:xfrm>
          <a:prstGeom prst="rect">
            <a:avLst/>
          </a:prstGeom>
          <a:solidFill>
            <a:srgbClr val="a0d1c0"/>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196" name=""/>
          <p:cNvSpPr txBox="1"/>
          <p:nvPr/>
        </p:nvSpPr>
        <p:spPr>
          <a:xfrm>
            <a:off x="7589520" y="3095640"/>
            <a:ext cx="541080" cy="361440"/>
          </a:xfrm>
          <a:prstGeom prst="rect">
            <a:avLst/>
          </a:prstGeom>
          <a:noFill/>
          <a:ln w="0">
            <a:noFill/>
          </a:ln>
        </p:spPr>
        <p:txBody>
          <a:bodyPr lIns="0" rIns="0" tIns="0" bIns="0" anchor="t">
            <a:noAutofit/>
          </a:bodyPr>
          <a:p>
            <a:pPr algn="ctr"/>
            <a:r>
              <a:rPr b="0" lang="en-US" sz="1600" spc="-1" strike="noStrike">
                <a:solidFill>
                  <a:srgbClr val="000000"/>
                </a:solidFill>
                <a:latin typeface="Noto Sans"/>
              </a:rPr>
              <a:t>A</a:t>
            </a:r>
            <a:endParaRPr b="0" lang="en-US" sz="1600" spc="-1" strike="noStrike">
              <a:solidFill>
                <a:srgbClr val="000000"/>
              </a:solidFill>
              <a:latin typeface="Arial"/>
            </a:endParaRPr>
          </a:p>
        </p:txBody>
      </p:sp>
      <p:sp>
        <p:nvSpPr>
          <p:cNvPr id="197" name=""/>
          <p:cNvSpPr/>
          <p:nvPr/>
        </p:nvSpPr>
        <p:spPr>
          <a:xfrm>
            <a:off x="8145720" y="2956680"/>
            <a:ext cx="541080" cy="541080"/>
          </a:xfrm>
          <a:prstGeom prst="rect">
            <a:avLst/>
          </a:prstGeom>
          <a:solidFill>
            <a:srgbClr val="70b29c"/>
          </a:solidFill>
          <a:ln w="16200">
            <a:solidFill>
              <a:srgbClr val="a6d9e2"/>
            </a:solidFill>
            <a:round/>
          </a:ln>
        </p:spPr>
        <p:txBody>
          <a:bodyPr lIns="97920" rIns="97920" tIns="52920" bIns="52920" anchor="ctr" anchorCtr="1">
            <a:noAutofit/>
          </a:bodyPr>
          <a:p>
            <a:endParaRPr b="0" lang="en-US" sz="1800" spc="-1" strike="noStrike">
              <a:solidFill>
                <a:srgbClr val="ffffff"/>
              </a:solidFill>
              <a:latin typeface="Arial"/>
            </a:endParaRPr>
          </a:p>
        </p:txBody>
      </p:sp>
      <p:sp>
        <p:nvSpPr>
          <p:cNvPr id="198" name=""/>
          <p:cNvSpPr txBox="1"/>
          <p:nvPr/>
        </p:nvSpPr>
        <p:spPr>
          <a:xfrm>
            <a:off x="8145720" y="3095640"/>
            <a:ext cx="541080" cy="361440"/>
          </a:xfrm>
          <a:prstGeom prst="rect">
            <a:avLst/>
          </a:prstGeom>
          <a:noFill/>
          <a:ln w="0">
            <a:noFill/>
          </a:ln>
        </p:spPr>
        <p:txBody>
          <a:bodyPr lIns="0" rIns="0" tIns="0" bIns="0" anchor="t">
            <a:noAutofit/>
          </a:bodyPr>
          <a:p>
            <a:pPr algn="ctr"/>
            <a:r>
              <a:rPr b="0" lang="en-US" sz="1600" spc="-1" strike="noStrike">
                <a:solidFill>
                  <a:srgbClr val="000000"/>
                </a:solidFill>
                <a:latin typeface="Noto Sans"/>
              </a:rPr>
              <a:t>S</a:t>
            </a:r>
            <a:endParaRPr b="0" lang="en-US" sz="1600" spc="-1" strike="noStrike">
              <a:solidFill>
                <a:srgbClr val="000000"/>
              </a:solidFill>
              <a:latin typeface="Arial"/>
            </a:endParaRPr>
          </a:p>
        </p:txBody>
      </p:sp>
      <p:sp>
        <p:nvSpPr>
          <p:cNvPr id="199" name=""/>
          <p:cNvSpPr/>
          <p:nvPr/>
        </p:nvSpPr>
        <p:spPr>
          <a:xfrm>
            <a:off x="6477120" y="3512880"/>
            <a:ext cx="541080" cy="541080"/>
          </a:xfrm>
          <a:prstGeom prst="rect">
            <a:avLst/>
          </a:prstGeom>
          <a:solidFill>
            <a:srgbClr val="eaf5f7"/>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200" name=""/>
          <p:cNvSpPr txBox="1"/>
          <p:nvPr/>
        </p:nvSpPr>
        <p:spPr>
          <a:xfrm>
            <a:off x="6477120" y="3651840"/>
            <a:ext cx="541080" cy="361440"/>
          </a:xfrm>
          <a:prstGeom prst="rect">
            <a:avLst/>
          </a:prstGeom>
          <a:noFill/>
          <a:ln w="0">
            <a:noFill/>
          </a:ln>
        </p:spPr>
        <p:txBody>
          <a:bodyPr lIns="0" rIns="0" tIns="0" bIns="0" anchor="t">
            <a:noAutofit/>
          </a:bodyPr>
          <a:p>
            <a:pPr algn="ctr"/>
            <a:r>
              <a:rPr b="0" lang="en-US" sz="1600" spc="-1" strike="noStrike">
                <a:solidFill>
                  <a:srgbClr val="000000"/>
                </a:solidFill>
                <a:latin typeface="Noto Sans"/>
              </a:rPr>
              <a:t>W</a:t>
            </a:r>
            <a:endParaRPr b="0" lang="en-US" sz="1600" spc="-1" strike="noStrike">
              <a:solidFill>
                <a:srgbClr val="000000"/>
              </a:solidFill>
              <a:latin typeface="Arial"/>
            </a:endParaRPr>
          </a:p>
        </p:txBody>
      </p:sp>
      <p:sp>
        <p:nvSpPr>
          <p:cNvPr id="201" name=""/>
          <p:cNvSpPr/>
          <p:nvPr/>
        </p:nvSpPr>
        <p:spPr>
          <a:xfrm>
            <a:off x="7033320" y="3512880"/>
            <a:ext cx="541080" cy="541080"/>
          </a:xfrm>
          <a:prstGeom prst="rect">
            <a:avLst/>
          </a:prstGeom>
          <a:solidFill>
            <a:srgbClr val="c8e8e3"/>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202" name=""/>
          <p:cNvSpPr txBox="1"/>
          <p:nvPr/>
        </p:nvSpPr>
        <p:spPr>
          <a:xfrm>
            <a:off x="7033320" y="3651840"/>
            <a:ext cx="541080" cy="361440"/>
          </a:xfrm>
          <a:prstGeom prst="rect">
            <a:avLst/>
          </a:prstGeom>
          <a:noFill/>
          <a:ln w="0">
            <a:noFill/>
          </a:ln>
        </p:spPr>
        <p:txBody>
          <a:bodyPr lIns="0" rIns="0" tIns="0" bIns="0" anchor="t">
            <a:noAutofit/>
          </a:bodyPr>
          <a:p>
            <a:pPr algn="ctr"/>
            <a:r>
              <a:rPr b="0" lang="en-US" sz="1600" spc="-1" strike="noStrike">
                <a:solidFill>
                  <a:srgbClr val="000000"/>
                </a:solidFill>
                <a:latin typeface="Noto Sans"/>
              </a:rPr>
              <a:t>W</a:t>
            </a:r>
            <a:endParaRPr b="0" lang="en-US" sz="1600" spc="-1" strike="noStrike">
              <a:solidFill>
                <a:srgbClr val="000000"/>
              </a:solidFill>
              <a:latin typeface="Arial"/>
            </a:endParaRPr>
          </a:p>
        </p:txBody>
      </p:sp>
      <p:sp>
        <p:nvSpPr>
          <p:cNvPr id="203" name=""/>
          <p:cNvSpPr/>
          <p:nvPr/>
        </p:nvSpPr>
        <p:spPr>
          <a:xfrm>
            <a:off x="7589520" y="3512880"/>
            <a:ext cx="541080" cy="541080"/>
          </a:xfrm>
          <a:prstGeom prst="rect">
            <a:avLst/>
          </a:prstGeom>
          <a:solidFill>
            <a:srgbClr val="a0d1c0"/>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204" name=""/>
          <p:cNvSpPr txBox="1"/>
          <p:nvPr/>
        </p:nvSpPr>
        <p:spPr>
          <a:xfrm>
            <a:off x="7589520" y="3651840"/>
            <a:ext cx="541080" cy="361440"/>
          </a:xfrm>
          <a:prstGeom prst="rect">
            <a:avLst/>
          </a:prstGeom>
          <a:noFill/>
          <a:ln w="0">
            <a:noFill/>
          </a:ln>
        </p:spPr>
        <p:txBody>
          <a:bodyPr lIns="0" rIns="0" tIns="0" bIns="0" anchor="t">
            <a:noAutofit/>
          </a:bodyPr>
          <a:p>
            <a:pPr algn="ctr"/>
            <a:r>
              <a:rPr b="0" lang="en-US" sz="1600" spc="-1" strike="noStrike">
                <a:solidFill>
                  <a:srgbClr val="000000"/>
                </a:solidFill>
                <a:latin typeface="Noto Sans"/>
              </a:rPr>
              <a:t>A</a:t>
            </a:r>
            <a:endParaRPr b="0" lang="en-US" sz="1600" spc="-1" strike="noStrike">
              <a:solidFill>
                <a:srgbClr val="000000"/>
              </a:solidFill>
              <a:latin typeface="Arial"/>
            </a:endParaRPr>
          </a:p>
        </p:txBody>
      </p:sp>
      <p:sp>
        <p:nvSpPr>
          <p:cNvPr id="205" name=""/>
          <p:cNvSpPr/>
          <p:nvPr/>
        </p:nvSpPr>
        <p:spPr>
          <a:xfrm>
            <a:off x="8145720" y="3512880"/>
            <a:ext cx="541080" cy="541080"/>
          </a:xfrm>
          <a:prstGeom prst="rect">
            <a:avLst/>
          </a:prstGeom>
          <a:solidFill>
            <a:srgbClr val="70b29c"/>
          </a:solidFill>
          <a:ln w="16200">
            <a:solidFill>
              <a:srgbClr val="a6d9e2"/>
            </a:solidFill>
            <a:round/>
          </a:ln>
        </p:spPr>
        <p:txBody>
          <a:bodyPr lIns="97920" rIns="97920" tIns="52920" bIns="52920" anchor="ctr" anchorCtr="1">
            <a:noAutofit/>
          </a:bodyPr>
          <a:p>
            <a:endParaRPr b="0" lang="en-US" sz="1800" spc="-1" strike="noStrike">
              <a:solidFill>
                <a:srgbClr val="ffffff"/>
              </a:solidFill>
              <a:latin typeface="Arial"/>
            </a:endParaRPr>
          </a:p>
        </p:txBody>
      </p:sp>
      <p:sp>
        <p:nvSpPr>
          <p:cNvPr id="206" name=""/>
          <p:cNvSpPr txBox="1"/>
          <p:nvPr/>
        </p:nvSpPr>
        <p:spPr>
          <a:xfrm>
            <a:off x="8145720" y="3651840"/>
            <a:ext cx="541080" cy="361440"/>
          </a:xfrm>
          <a:prstGeom prst="rect">
            <a:avLst/>
          </a:prstGeom>
          <a:noFill/>
          <a:ln w="0">
            <a:noFill/>
          </a:ln>
        </p:spPr>
        <p:txBody>
          <a:bodyPr lIns="0" rIns="0" tIns="0" bIns="0" anchor="t">
            <a:noAutofit/>
          </a:bodyPr>
          <a:p>
            <a:pPr algn="ctr"/>
            <a:r>
              <a:rPr b="0" lang="en-US" sz="1600" spc="-1" strike="noStrike">
                <a:solidFill>
                  <a:srgbClr val="000000"/>
                </a:solidFill>
                <a:latin typeface="Noto Sans"/>
              </a:rPr>
              <a:t>S</a:t>
            </a:r>
            <a:endParaRPr b="0" lang="en-US" sz="1600" spc="-1" strike="noStrike">
              <a:solidFill>
                <a:srgbClr val="000000"/>
              </a:solidFill>
              <a:latin typeface="Arial"/>
            </a:endParaRPr>
          </a:p>
        </p:txBody>
      </p:sp>
      <p:sp>
        <p:nvSpPr>
          <p:cNvPr id="207" name=""/>
          <p:cNvSpPr/>
          <p:nvPr/>
        </p:nvSpPr>
        <p:spPr>
          <a:xfrm>
            <a:off x="6477120" y="4069080"/>
            <a:ext cx="541080" cy="541080"/>
          </a:xfrm>
          <a:prstGeom prst="rect">
            <a:avLst/>
          </a:prstGeom>
          <a:solidFill>
            <a:srgbClr val="eaf5f7"/>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208" name=""/>
          <p:cNvSpPr txBox="1"/>
          <p:nvPr/>
        </p:nvSpPr>
        <p:spPr>
          <a:xfrm>
            <a:off x="6477120" y="4208040"/>
            <a:ext cx="541080" cy="361440"/>
          </a:xfrm>
          <a:prstGeom prst="rect">
            <a:avLst/>
          </a:prstGeom>
          <a:noFill/>
          <a:ln w="0">
            <a:noFill/>
          </a:ln>
        </p:spPr>
        <p:txBody>
          <a:bodyPr lIns="0" rIns="0" tIns="0" bIns="0" anchor="t">
            <a:noAutofit/>
          </a:bodyPr>
          <a:p>
            <a:pPr algn="ctr"/>
            <a:r>
              <a:rPr b="0" lang="en-US" sz="1600" spc="-1" strike="noStrike">
                <a:solidFill>
                  <a:srgbClr val="000000"/>
                </a:solidFill>
                <a:latin typeface="Noto Sans"/>
              </a:rPr>
              <a:t>W</a:t>
            </a:r>
            <a:endParaRPr b="0" lang="en-US" sz="1600" spc="-1" strike="noStrike">
              <a:solidFill>
                <a:srgbClr val="000000"/>
              </a:solidFill>
              <a:latin typeface="Arial"/>
            </a:endParaRPr>
          </a:p>
        </p:txBody>
      </p:sp>
      <p:sp>
        <p:nvSpPr>
          <p:cNvPr id="209" name=""/>
          <p:cNvSpPr/>
          <p:nvPr/>
        </p:nvSpPr>
        <p:spPr>
          <a:xfrm>
            <a:off x="7033320" y="4069080"/>
            <a:ext cx="541080" cy="541080"/>
          </a:xfrm>
          <a:prstGeom prst="rect">
            <a:avLst/>
          </a:prstGeom>
          <a:solidFill>
            <a:srgbClr val="c8e8e3"/>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210" name=""/>
          <p:cNvSpPr txBox="1"/>
          <p:nvPr/>
        </p:nvSpPr>
        <p:spPr>
          <a:xfrm>
            <a:off x="7033320" y="4208040"/>
            <a:ext cx="541080" cy="361440"/>
          </a:xfrm>
          <a:prstGeom prst="rect">
            <a:avLst/>
          </a:prstGeom>
          <a:noFill/>
          <a:ln w="0">
            <a:noFill/>
          </a:ln>
        </p:spPr>
        <p:txBody>
          <a:bodyPr lIns="0" rIns="0" tIns="0" bIns="0" anchor="t">
            <a:noAutofit/>
          </a:bodyPr>
          <a:p>
            <a:pPr algn="ctr"/>
            <a:r>
              <a:rPr b="0" lang="en-US" sz="1600" spc="-1" strike="noStrike">
                <a:solidFill>
                  <a:srgbClr val="000000"/>
                </a:solidFill>
                <a:latin typeface="Noto Sans"/>
              </a:rPr>
              <a:t>W</a:t>
            </a:r>
            <a:endParaRPr b="0" lang="en-US" sz="1600" spc="-1" strike="noStrike">
              <a:solidFill>
                <a:srgbClr val="000000"/>
              </a:solidFill>
              <a:latin typeface="Arial"/>
            </a:endParaRPr>
          </a:p>
        </p:txBody>
      </p:sp>
      <p:sp>
        <p:nvSpPr>
          <p:cNvPr id="211" name=""/>
          <p:cNvSpPr/>
          <p:nvPr/>
        </p:nvSpPr>
        <p:spPr>
          <a:xfrm>
            <a:off x="7589520" y="4069080"/>
            <a:ext cx="541080" cy="541080"/>
          </a:xfrm>
          <a:prstGeom prst="rect">
            <a:avLst/>
          </a:prstGeom>
          <a:solidFill>
            <a:srgbClr val="a0d1c0"/>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212" name=""/>
          <p:cNvSpPr txBox="1"/>
          <p:nvPr/>
        </p:nvSpPr>
        <p:spPr>
          <a:xfrm>
            <a:off x="7589520" y="4208040"/>
            <a:ext cx="541080" cy="361440"/>
          </a:xfrm>
          <a:prstGeom prst="rect">
            <a:avLst/>
          </a:prstGeom>
          <a:noFill/>
          <a:ln w="0">
            <a:noFill/>
          </a:ln>
        </p:spPr>
        <p:txBody>
          <a:bodyPr lIns="0" rIns="0" tIns="0" bIns="0" anchor="t">
            <a:noAutofit/>
          </a:bodyPr>
          <a:p>
            <a:pPr algn="ctr"/>
            <a:r>
              <a:rPr b="0" lang="en-US" sz="1600" spc="-1" strike="noStrike">
                <a:solidFill>
                  <a:srgbClr val="000000"/>
                </a:solidFill>
                <a:latin typeface="Noto Sans"/>
              </a:rPr>
              <a:t>A</a:t>
            </a:r>
            <a:endParaRPr b="0" lang="en-US" sz="1600" spc="-1" strike="noStrike">
              <a:solidFill>
                <a:srgbClr val="000000"/>
              </a:solidFill>
              <a:latin typeface="Arial"/>
            </a:endParaRPr>
          </a:p>
        </p:txBody>
      </p:sp>
      <p:sp>
        <p:nvSpPr>
          <p:cNvPr id="213" name=""/>
          <p:cNvSpPr/>
          <p:nvPr/>
        </p:nvSpPr>
        <p:spPr>
          <a:xfrm>
            <a:off x="8145720" y="4069080"/>
            <a:ext cx="541080" cy="541080"/>
          </a:xfrm>
          <a:prstGeom prst="rect">
            <a:avLst/>
          </a:prstGeom>
          <a:solidFill>
            <a:srgbClr val="70b29c"/>
          </a:solidFill>
          <a:ln w="16200">
            <a:solidFill>
              <a:srgbClr val="a6d9e2"/>
            </a:solidFill>
            <a:round/>
          </a:ln>
        </p:spPr>
        <p:txBody>
          <a:bodyPr lIns="97920" rIns="97920" tIns="52920" bIns="52920" anchor="ctr" anchorCtr="1">
            <a:noAutofit/>
          </a:bodyPr>
          <a:p>
            <a:endParaRPr b="0" lang="en-US" sz="1800" spc="-1" strike="noStrike">
              <a:solidFill>
                <a:srgbClr val="ffffff"/>
              </a:solidFill>
              <a:latin typeface="Arial"/>
            </a:endParaRPr>
          </a:p>
        </p:txBody>
      </p:sp>
      <p:sp>
        <p:nvSpPr>
          <p:cNvPr id="214" name=""/>
          <p:cNvSpPr txBox="1"/>
          <p:nvPr/>
        </p:nvSpPr>
        <p:spPr>
          <a:xfrm>
            <a:off x="8145720" y="4208040"/>
            <a:ext cx="541080" cy="361440"/>
          </a:xfrm>
          <a:prstGeom prst="rect">
            <a:avLst/>
          </a:prstGeom>
          <a:noFill/>
          <a:ln w="0">
            <a:noFill/>
          </a:ln>
        </p:spPr>
        <p:txBody>
          <a:bodyPr lIns="0" rIns="0" tIns="0" bIns="0" anchor="t">
            <a:noAutofit/>
          </a:bodyPr>
          <a:p>
            <a:pPr algn="ctr"/>
            <a:r>
              <a:rPr b="0" lang="en-US" sz="1600" spc="-1" strike="noStrike">
                <a:solidFill>
                  <a:srgbClr val="000000"/>
                </a:solidFill>
                <a:latin typeface="Noto Sans"/>
              </a:rPr>
              <a:t>S</a:t>
            </a:r>
            <a:endParaRPr b="0" lang="en-US" sz="1600" spc="-1" strike="noStrike">
              <a:solidFill>
                <a:srgbClr val="000000"/>
              </a:solidFill>
              <a:latin typeface="Arial"/>
            </a:endParaRPr>
          </a:p>
        </p:txBody>
      </p:sp>
      <p:sp>
        <p:nvSpPr>
          <p:cNvPr id="215" name=""/>
          <p:cNvSpPr txBox="1"/>
          <p:nvPr/>
        </p:nvSpPr>
        <p:spPr>
          <a:xfrm>
            <a:off x="838080" y="4838760"/>
            <a:ext cx="4876920" cy="380880"/>
          </a:xfrm>
          <a:prstGeom prst="rect">
            <a:avLst/>
          </a:prstGeom>
          <a:noFill/>
          <a:ln w="0">
            <a:noFill/>
          </a:ln>
        </p:spPr>
        <p:txBody>
          <a:bodyPr lIns="0" rIns="0" tIns="0" bIns="0" anchor="t">
            <a:noAutofit/>
          </a:bodyPr>
          <a:p>
            <a:r>
              <a:rPr b="0" lang="en-US" sz="2070" spc="-1" strike="noStrike">
                <a:solidFill>
                  <a:srgbClr val="000000"/>
                </a:solidFill>
                <a:latin typeface="Noto Sans"/>
              </a:rPr>
              <a:t>Jede Zelle speichert einen Wert.</a:t>
            </a:r>
            <a:endParaRPr b="0" lang="en-US" sz="2070" spc="-1" strike="noStrike">
              <a:solidFill>
                <a:srgbClr val="000000"/>
              </a:solidFill>
              <a:latin typeface="Arial"/>
            </a:endParaRPr>
          </a:p>
        </p:txBody>
      </p:sp>
      <p:sp>
        <p:nvSpPr>
          <p:cNvPr id="216" name=""/>
          <p:cNvSpPr txBox="1"/>
          <p:nvPr/>
        </p:nvSpPr>
        <p:spPr>
          <a:xfrm>
            <a:off x="6248520" y="4838760"/>
            <a:ext cx="4952880" cy="380880"/>
          </a:xfrm>
          <a:prstGeom prst="rect">
            <a:avLst/>
          </a:prstGeom>
          <a:noFill/>
          <a:ln w="0">
            <a:noFill/>
          </a:ln>
        </p:spPr>
        <p:txBody>
          <a:bodyPr lIns="0" rIns="0" tIns="0" bIns="0" anchor="t">
            <a:noAutofit/>
          </a:bodyPr>
          <a:p>
            <a:r>
              <a:rPr b="0" lang="en-US" sz="1979" spc="-1" strike="noStrike">
                <a:solidFill>
                  <a:srgbClr val="000000"/>
                </a:solidFill>
                <a:latin typeface="Noto Sans"/>
              </a:rPr>
              <a:t>W = Wald · A = Acker · S = Siedlung</a:t>
            </a:r>
            <a:endParaRPr b="0" lang="en-US" sz="1979" spc="-1" strike="noStrike">
              <a:solidFill>
                <a:srgbClr val="000000"/>
              </a:solidFill>
              <a:latin typeface="Arial"/>
            </a:endParaRPr>
          </a:p>
        </p:txBody>
      </p:sp>
      <p:sp>
        <p:nvSpPr>
          <p:cNvPr id="217"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18" name=""/>
          <p:cNvSpPr txBox="1"/>
          <p:nvPr/>
        </p:nvSpPr>
        <p:spPr>
          <a:xfrm>
            <a:off x="838080" y="5623560"/>
            <a:ext cx="10515600" cy="442080"/>
          </a:xfrm>
          <a:prstGeom prst="rect">
            <a:avLst/>
          </a:prstGeom>
          <a:noFill/>
          <a:ln w="0">
            <a:noFill/>
          </a:ln>
        </p:spPr>
        <p:txBody>
          <a:bodyPr lIns="0" rIns="0" tIns="0" bIns="0" anchor="t">
            <a:noAutofit/>
          </a:bodyPr>
          <a:p>
            <a:r>
              <a:rPr b="1" lang="en-US" sz="2070" spc="-1" strike="noStrike">
                <a:solidFill>
                  <a:srgbClr val="004899"/>
                </a:solidFill>
                <a:latin typeface="Noto Sans"/>
              </a:rPr>
              <a:t>Kleine Zellen bedeuten mehr Details – nicht automatisch genauere Daten.</a:t>
            </a:r>
            <a:endParaRPr b="0" lang="en-US" sz="20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9"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Welches Modell passt zur Frage?</a:t>
            </a:r>
            <a:endParaRPr b="0" lang="en-US" sz="3190" spc="-1" strike="noStrike">
              <a:solidFill>
                <a:srgbClr val="000000"/>
              </a:solidFill>
              <a:latin typeface="Arial"/>
            </a:endParaRPr>
          </a:p>
        </p:txBody>
      </p:sp>
      <p:sp>
        <p:nvSpPr>
          <p:cNvPr id="220"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GEMEINSAM AUSWÄHLEN</a:t>
            </a:r>
            <a:endParaRPr b="0" lang="en-US" sz="1130" spc="-1" strike="noStrike">
              <a:solidFill>
                <a:srgbClr val="000000"/>
              </a:solidFill>
              <a:latin typeface="Arial"/>
            </a:endParaRPr>
          </a:p>
        </p:txBody>
      </p:sp>
      <p:sp>
        <p:nvSpPr>
          <p:cNvPr id="221"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10</a:t>
            </a:r>
            <a:endParaRPr b="0" lang="en-US" sz="939" spc="-1" strike="noStrike">
              <a:solidFill>
                <a:srgbClr val="000000"/>
              </a:solidFill>
              <a:latin typeface="Arial"/>
            </a:endParaRPr>
          </a:p>
        </p:txBody>
      </p:sp>
      <p:sp>
        <p:nvSpPr>
          <p:cNvPr id="222"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7</a:t>
            </a:r>
            <a:endParaRPr b="0" lang="en-US" sz="939" spc="-1" strike="noStrike">
              <a:solidFill>
                <a:srgbClr val="000000"/>
              </a:solidFill>
              <a:latin typeface="Arial"/>
            </a:endParaRPr>
          </a:p>
        </p:txBody>
      </p:sp>
      <p:sp>
        <p:nvSpPr>
          <p:cNvPr id="223" name=""/>
          <p:cNvSpPr/>
          <p:nvPr/>
        </p:nvSpPr>
        <p:spPr>
          <a:xfrm>
            <a:off x="647640" y="17524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24" name=""/>
          <p:cNvSpPr txBox="1"/>
          <p:nvPr/>
        </p:nvSpPr>
        <p:spPr>
          <a:xfrm>
            <a:off x="647640" y="181368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A</a:t>
            </a:r>
            <a:endParaRPr b="0" lang="en-US" sz="2450" spc="-1" strike="noStrike">
              <a:solidFill>
                <a:srgbClr val="000000"/>
              </a:solidFill>
              <a:latin typeface="Arial"/>
            </a:endParaRPr>
          </a:p>
        </p:txBody>
      </p:sp>
      <p:sp>
        <p:nvSpPr>
          <p:cNvPr id="225" name=""/>
          <p:cNvSpPr txBox="1"/>
          <p:nvPr/>
        </p:nvSpPr>
        <p:spPr>
          <a:xfrm>
            <a:off x="1371600" y="17524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Grenze eines Schutzgebiets</a:t>
            </a:r>
            <a:endParaRPr b="0" lang="en-US" sz="2720" spc="-1" strike="noStrike">
              <a:solidFill>
                <a:srgbClr val="000000"/>
              </a:solidFill>
              <a:latin typeface="Arial"/>
            </a:endParaRPr>
          </a:p>
        </p:txBody>
      </p:sp>
      <p:sp>
        <p:nvSpPr>
          <p:cNvPr id="226" name=""/>
          <p:cNvSpPr txBox="1"/>
          <p:nvPr/>
        </p:nvSpPr>
        <p:spPr>
          <a:xfrm>
            <a:off x="1371600" y="222516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Welche räumliche Information benötigen Sie?</a:t>
            </a:r>
            <a:endParaRPr b="0" lang="en-US" sz="2260" spc="-1" strike="noStrike">
              <a:solidFill>
                <a:srgbClr val="000000"/>
              </a:solidFill>
              <a:latin typeface="Arial"/>
            </a:endParaRPr>
          </a:p>
        </p:txBody>
      </p:sp>
      <p:sp>
        <p:nvSpPr>
          <p:cNvPr id="227" name=""/>
          <p:cNvSpPr/>
          <p:nvPr/>
        </p:nvSpPr>
        <p:spPr>
          <a:xfrm>
            <a:off x="647640" y="28954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28" name=""/>
          <p:cNvSpPr txBox="1"/>
          <p:nvPr/>
        </p:nvSpPr>
        <p:spPr>
          <a:xfrm>
            <a:off x="647640" y="295668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B</a:t>
            </a:r>
            <a:endParaRPr b="0" lang="en-US" sz="2450" spc="-1" strike="noStrike">
              <a:solidFill>
                <a:srgbClr val="000000"/>
              </a:solidFill>
              <a:latin typeface="Arial"/>
            </a:endParaRPr>
          </a:p>
        </p:txBody>
      </p:sp>
      <p:sp>
        <p:nvSpPr>
          <p:cNvPr id="229" name=""/>
          <p:cNvSpPr txBox="1"/>
          <p:nvPr/>
        </p:nvSpPr>
        <p:spPr>
          <a:xfrm>
            <a:off x="1371600" y="28954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Geländehöhe im gesamten Ausschnitt</a:t>
            </a:r>
            <a:endParaRPr b="0" lang="en-US" sz="2720" spc="-1" strike="noStrike">
              <a:solidFill>
                <a:srgbClr val="000000"/>
              </a:solidFill>
              <a:latin typeface="Arial"/>
            </a:endParaRPr>
          </a:p>
        </p:txBody>
      </p:sp>
      <p:sp>
        <p:nvSpPr>
          <p:cNvPr id="230" name=""/>
          <p:cNvSpPr txBox="1"/>
          <p:nvPr/>
        </p:nvSpPr>
        <p:spPr>
          <a:xfrm>
            <a:off x="1371600" y="336816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Ein Wert soll an jedem Ort vorliegen.</a:t>
            </a:r>
            <a:endParaRPr b="0" lang="en-US" sz="2260" spc="-1" strike="noStrike">
              <a:solidFill>
                <a:srgbClr val="000000"/>
              </a:solidFill>
              <a:latin typeface="Arial"/>
            </a:endParaRPr>
          </a:p>
        </p:txBody>
      </p:sp>
      <p:sp>
        <p:nvSpPr>
          <p:cNvPr id="231" name=""/>
          <p:cNvSpPr/>
          <p:nvPr/>
        </p:nvSpPr>
        <p:spPr>
          <a:xfrm>
            <a:off x="647640" y="40384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32" name=""/>
          <p:cNvSpPr txBox="1"/>
          <p:nvPr/>
        </p:nvSpPr>
        <p:spPr>
          <a:xfrm>
            <a:off x="647640" y="409968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C</a:t>
            </a:r>
            <a:endParaRPr b="0" lang="en-US" sz="2450" spc="-1" strike="noStrike">
              <a:solidFill>
                <a:srgbClr val="000000"/>
              </a:solidFill>
              <a:latin typeface="Arial"/>
            </a:endParaRPr>
          </a:p>
        </p:txBody>
      </p:sp>
      <p:sp>
        <p:nvSpPr>
          <p:cNvPr id="233" name=""/>
          <p:cNvSpPr txBox="1"/>
          <p:nvPr/>
        </p:nvSpPr>
        <p:spPr>
          <a:xfrm>
            <a:off x="1371600" y="40384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Fundorte einzelner Feuersalamander</a:t>
            </a:r>
            <a:endParaRPr b="0" lang="en-US" sz="2720" spc="-1" strike="noStrike">
              <a:solidFill>
                <a:srgbClr val="000000"/>
              </a:solidFill>
              <a:latin typeface="Arial"/>
            </a:endParaRPr>
          </a:p>
        </p:txBody>
      </p:sp>
      <p:sp>
        <p:nvSpPr>
          <p:cNvPr id="234" name=""/>
          <p:cNvSpPr txBox="1"/>
          <p:nvPr/>
        </p:nvSpPr>
        <p:spPr>
          <a:xfrm>
            <a:off x="1371600" y="451116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Jede Beobachtung besitzt eine Position.</a:t>
            </a:r>
            <a:endParaRPr b="0" lang="en-US" sz="2260" spc="-1" strike="noStrike">
              <a:solidFill>
                <a:srgbClr val="000000"/>
              </a:solidFill>
              <a:latin typeface="Arial"/>
            </a:endParaRPr>
          </a:p>
        </p:txBody>
      </p:sp>
      <p:sp>
        <p:nvSpPr>
          <p:cNvPr id="235"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36" name=""/>
          <p:cNvSpPr txBox="1"/>
          <p:nvPr/>
        </p:nvSpPr>
        <p:spPr>
          <a:xfrm>
            <a:off x="838080" y="5623560"/>
            <a:ext cx="10515600" cy="442080"/>
          </a:xfrm>
          <a:prstGeom prst="rect">
            <a:avLst/>
          </a:prstGeom>
          <a:noFill/>
          <a:ln w="0">
            <a:noFill/>
          </a:ln>
        </p:spPr>
        <p:txBody>
          <a:bodyPr lIns="0" rIns="0" tIns="0" bIns="0" anchor="t">
            <a:noAutofit/>
          </a:bodyPr>
          <a:p>
            <a:r>
              <a:rPr b="1" lang="en-US" sz="2160" spc="-1" strike="noStrike">
                <a:solidFill>
                  <a:srgbClr val="004899"/>
                </a:solidFill>
                <a:latin typeface="Noto Sans"/>
              </a:rPr>
              <a:t>Modell nennen – und mit der benötigten Information begründen.</a:t>
            </a:r>
            <a:endParaRPr b="0" lang="en-US" sz="21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7"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Die benötigte Information entscheidet</a:t>
            </a:r>
            <a:endParaRPr b="0" lang="en-US" sz="3190" spc="-1" strike="noStrike">
              <a:solidFill>
                <a:srgbClr val="000000"/>
              </a:solidFill>
              <a:latin typeface="Arial"/>
            </a:endParaRPr>
          </a:p>
        </p:txBody>
      </p:sp>
      <p:sp>
        <p:nvSpPr>
          <p:cNvPr id="238"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AUFLÖSUNG · DATENMODELLE</a:t>
            </a:r>
            <a:endParaRPr b="0" lang="en-US" sz="1130" spc="-1" strike="noStrike">
              <a:solidFill>
                <a:srgbClr val="000000"/>
              </a:solidFill>
              <a:latin typeface="Arial"/>
            </a:endParaRPr>
          </a:p>
        </p:txBody>
      </p:sp>
      <p:sp>
        <p:nvSpPr>
          <p:cNvPr id="239"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10</a:t>
            </a:r>
            <a:endParaRPr b="0" lang="en-US" sz="939" spc="-1" strike="noStrike">
              <a:solidFill>
                <a:srgbClr val="000000"/>
              </a:solidFill>
              <a:latin typeface="Arial"/>
            </a:endParaRPr>
          </a:p>
        </p:txBody>
      </p:sp>
      <p:sp>
        <p:nvSpPr>
          <p:cNvPr id="240"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8</a:t>
            </a:r>
            <a:endParaRPr b="0" lang="en-US" sz="939" spc="-1" strike="noStrike">
              <a:solidFill>
                <a:srgbClr val="000000"/>
              </a:solidFill>
              <a:latin typeface="Arial"/>
            </a:endParaRPr>
          </a:p>
        </p:txBody>
      </p:sp>
      <p:sp>
        <p:nvSpPr>
          <p:cNvPr id="241" name=""/>
          <p:cNvSpPr/>
          <p:nvPr/>
        </p:nvSpPr>
        <p:spPr>
          <a:xfrm>
            <a:off x="647640" y="17524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42" name=""/>
          <p:cNvSpPr txBox="1"/>
          <p:nvPr/>
        </p:nvSpPr>
        <p:spPr>
          <a:xfrm>
            <a:off x="647640" y="181368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A</a:t>
            </a:r>
            <a:endParaRPr b="0" lang="en-US" sz="2450" spc="-1" strike="noStrike">
              <a:solidFill>
                <a:srgbClr val="000000"/>
              </a:solidFill>
              <a:latin typeface="Arial"/>
            </a:endParaRPr>
          </a:p>
        </p:txBody>
      </p:sp>
      <p:sp>
        <p:nvSpPr>
          <p:cNvPr id="243" name=""/>
          <p:cNvSpPr txBox="1"/>
          <p:nvPr/>
        </p:nvSpPr>
        <p:spPr>
          <a:xfrm>
            <a:off x="1371600" y="17524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Polygonvektor</a:t>
            </a:r>
            <a:endParaRPr b="0" lang="en-US" sz="2720" spc="-1" strike="noStrike">
              <a:solidFill>
                <a:srgbClr val="000000"/>
              </a:solidFill>
              <a:latin typeface="Arial"/>
            </a:endParaRPr>
          </a:p>
        </p:txBody>
      </p:sp>
      <p:sp>
        <p:nvSpPr>
          <p:cNvPr id="244" name=""/>
          <p:cNvSpPr txBox="1"/>
          <p:nvPr/>
        </p:nvSpPr>
        <p:spPr>
          <a:xfrm>
            <a:off x="1371600" y="222516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Schutzgebietsfläche und Grenze</a:t>
            </a:r>
            <a:endParaRPr b="0" lang="en-US" sz="2260" spc="-1" strike="noStrike">
              <a:solidFill>
                <a:srgbClr val="000000"/>
              </a:solidFill>
              <a:latin typeface="Arial"/>
            </a:endParaRPr>
          </a:p>
        </p:txBody>
      </p:sp>
      <p:sp>
        <p:nvSpPr>
          <p:cNvPr id="245" name=""/>
          <p:cNvSpPr/>
          <p:nvPr/>
        </p:nvSpPr>
        <p:spPr>
          <a:xfrm>
            <a:off x="647640" y="28954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46" name=""/>
          <p:cNvSpPr txBox="1"/>
          <p:nvPr/>
        </p:nvSpPr>
        <p:spPr>
          <a:xfrm>
            <a:off x="647640" y="295668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B</a:t>
            </a:r>
            <a:endParaRPr b="0" lang="en-US" sz="2450" spc="-1" strike="noStrike">
              <a:solidFill>
                <a:srgbClr val="000000"/>
              </a:solidFill>
              <a:latin typeface="Arial"/>
            </a:endParaRPr>
          </a:p>
        </p:txBody>
      </p:sp>
      <p:sp>
        <p:nvSpPr>
          <p:cNvPr id="247" name=""/>
          <p:cNvSpPr txBox="1"/>
          <p:nvPr/>
        </p:nvSpPr>
        <p:spPr>
          <a:xfrm>
            <a:off x="1371600" y="28954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kontinuierliches Raster</a:t>
            </a:r>
            <a:endParaRPr b="0" lang="en-US" sz="2720" spc="-1" strike="noStrike">
              <a:solidFill>
                <a:srgbClr val="000000"/>
              </a:solidFill>
              <a:latin typeface="Arial"/>
            </a:endParaRPr>
          </a:p>
        </p:txBody>
      </p:sp>
      <p:sp>
        <p:nvSpPr>
          <p:cNvPr id="248" name=""/>
          <p:cNvSpPr txBox="1"/>
          <p:nvPr/>
        </p:nvSpPr>
        <p:spPr>
          <a:xfrm>
            <a:off x="1371600" y="336816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Höhenwert je Rasterzelle</a:t>
            </a:r>
            <a:endParaRPr b="0" lang="en-US" sz="2260" spc="-1" strike="noStrike">
              <a:solidFill>
                <a:srgbClr val="000000"/>
              </a:solidFill>
              <a:latin typeface="Arial"/>
            </a:endParaRPr>
          </a:p>
        </p:txBody>
      </p:sp>
      <p:sp>
        <p:nvSpPr>
          <p:cNvPr id="249" name=""/>
          <p:cNvSpPr/>
          <p:nvPr/>
        </p:nvSpPr>
        <p:spPr>
          <a:xfrm>
            <a:off x="647640" y="40384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50" name=""/>
          <p:cNvSpPr txBox="1"/>
          <p:nvPr/>
        </p:nvSpPr>
        <p:spPr>
          <a:xfrm>
            <a:off x="647640" y="409968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C</a:t>
            </a:r>
            <a:endParaRPr b="0" lang="en-US" sz="2450" spc="-1" strike="noStrike">
              <a:solidFill>
                <a:srgbClr val="000000"/>
              </a:solidFill>
              <a:latin typeface="Arial"/>
            </a:endParaRPr>
          </a:p>
        </p:txBody>
      </p:sp>
      <p:sp>
        <p:nvSpPr>
          <p:cNvPr id="251" name=""/>
          <p:cNvSpPr txBox="1"/>
          <p:nvPr/>
        </p:nvSpPr>
        <p:spPr>
          <a:xfrm>
            <a:off x="1371600" y="40384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Punktvektor</a:t>
            </a:r>
            <a:endParaRPr b="0" lang="en-US" sz="2720" spc="-1" strike="noStrike">
              <a:solidFill>
                <a:srgbClr val="000000"/>
              </a:solidFill>
              <a:latin typeface="Arial"/>
            </a:endParaRPr>
          </a:p>
        </p:txBody>
      </p:sp>
      <p:sp>
        <p:nvSpPr>
          <p:cNvPr id="252" name=""/>
          <p:cNvSpPr txBox="1"/>
          <p:nvPr/>
        </p:nvSpPr>
        <p:spPr>
          <a:xfrm>
            <a:off x="1371600" y="451116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Position je Beobachtung</a:t>
            </a:r>
            <a:endParaRPr b="0" lang="en-US" sz="2260" spc="-1" strike="noStrike">
              <a:solidFill>
                <a:srgbClr val="000000"/>
              </a:solidFill>
              <a:latin typeface="Arial"/>
            </a:endParaRPr>
          </a:p>
        </p:txBody>
      </p:sp>
      <p:sp>
        <p:nvSpPr>
          <p:cNvPr id="253"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54" name=""/>
          <p:cNvSpPr txBox="1"/>
          <p:nvPr/>
        </p:nvSpPr>
        <p:spPr>
          <a:xfrm>
            <a:off x="838080" y="5623560"/>
            <a:ext cx="10515600" cy="442080"/>
          </a:xfrm>
          <a:prstGeom prst="rect">
            <a:avLst/>
          </a:prstGeom>
          <a:noFill/>
          <a:ln w="0">
            <a:noFill/>
          </a:ln>
        </p:spPr>
        <p:txBody>
          <a:bodyPr lIns="0" rIns="0" tIns="0" bIns="0" anchor="t">
            <a:noAutofit/>
          </a:bodyPr>
          <a:p>
            <a:r>
              <a:rPr b="1" lang="en-US" sz="1979" spc="-1" strike="noStrike">
                <a:solidFill>
                  <a:srgbClr val="004899"/>
                </a:solidFill>
                <a:latin typeface="Noto Sans"/>
              </a:rPr>
              <a:t>Nicht der Name des Phänomens, sondern Frage und Datengrundlage entscheiden.</a:t>
            </a:r>
            <a:endParaRPr b="0" lang="en-US" sz="197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5"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Projekt, Layer und Datenquelle</a:t>
            </a:r>
            <a:endParaRPr b="0" lang="en-US" sz="3190" spc="-1" strike="noStrike">
              <a:solidFill>
                <a:srgbClr val="000000"/>
              </a:solidFill>
              <a:latin typeface="Arial"/>
            </a:endParaRPr>
          </a:p>
        </p:txBody>
      </p:sp>
      <p:sp>
        <p:nvSpPr>
          <p:cNvPr id="256"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QGIS · BEGRIFFE UNTERSCHEIDEN</a:t>
            </a:r>
            <a:endParaRPr b="0" lang="en-US" sz="1130" spc="-1" strike="noStrike">
              <a:solidFill>
                <a:srgbClr val="000000"/>
              </a:solidFill>
              <a:latin typeface="Arial"/>
            </a:endParaRPr>
          </a:p>
        </p:txBody>
      </p:sp>
      <p:sp>
        <p:nvSpPr>
          <p:cNvPr id="257"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10</a:t>
            </a:r>
            <a:endParaRPr b="0" lang="en-US" sz="939" spc="-1" strike="noStrike">
              <a:solidFill>
                <a:srgbClr val="000000"/>
              </a:solidFill>
              <a:latin typeface="Arial"/>
            </a:endParaRPr>
          </a:p>
        </p:txBody>
      </p:sp>
      <p:sp>
        <p:nvSpPr>
          <p:cNvPr id="258"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9</a:t>
            </a:r>
            <a:endParaRPr b="0" lang="en-US" sz="939" spc="-1" strike="noStrike">
              <a:solidFill>
                <a:srgbClr val="000000"/>
              </a:solidFill>
              <a:latin typeface="Arial"/>
            </a:endParaRPr>
          </a:p>
        </p:txBody>
      </p:sp>
      <p:pic>
        <p:nvPicPr>
          <p:cNvPr id="259" name="" descr="Ein QGIS-Projekt speichert Einstellungen und Verweise auf Layer. Die Layer beziehen ihre eigentlichen Daten aus lokalen Dateien oder Webdiensten."/>
          <p:cNvPicPr/>
          <p:nvPr/>
        </p:nvPicPr>
        <p:blipFill>
          <a:blip r:embed="rId1">
            <a:extLst>
              <a:ext uri="{96DAC541-7B7A-43D3-8B79-37D633B846F1}">
                <asvg:svgBlip xmlns:asvg="http://schemas.microsoft.com/office/drawing/2016/SVG/main" r:embed="rId2"/>
              </a:ext>
            </a:extLst>
          </a:blip>
          <a:stretch/>
        </p:blipFill>
        <p:spPr>
          <a:xfrm>
            <a:off x="1600200" y="1638360"/>
            <a:ext cx="8991720" cy="3863520"/>
          </a:xfrm>
          <a:prstGeom prst="rect">
            <a:avLst/>
          </a:prstGeom>
          <a:ln w="0">
            <a:noFill/>
          </a:ln>
        </p:spPr>
      </p:pic>
      <p:sp>
        <p:nvSpPr>
          <p:cNvPr id="260"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61" name=""/>
          <p:cNvSpPr txBox="1"/>
          <p:nvPr/>
        </p:nvSpPr>
        <p:spPr>
          <a:xfrm>
            <a:off x="838080" y="5623560"/>
            <a:ext cx="10515600" cy="442080"/>
          </a:xfrm>
          <a:prstGeom prst="rect">
            <a:avLst/>
          </a:prstGeom>
          <a:noFill/>
          <a:ln w="0">
            <a:noFill/>
          </a:ln>
        </p:spPr>
        <p:txBody>
          <a:bodyPr lIns="0" rIns="0" tIns="0" bIns="0" anchor="t">
            <a:noAutofit/>
          </a:bodyPr>
          <a:p>
            <a:r>
              <a:rPr b="1" lang="en-US" sz="1979" spc="-1" strike="noStrike">
                <a:solidFill>
                  <a:srgbClr val="004899"/>
                </a:solidFill>
                <a:latin typeface="Noto Sans"/>
              </a:rPr>
              <a:t>Projektdatei und Geodatendateien gehören zusammen – sind aber nicht dasselbe.</a:t>
            </a:r>
            <a:endParaRPr b="0" lang="en-US" sz="197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2"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Warum fehlen die Layer?</a:t>
            </a:r>
            <a:endParaRPr b="0" lang="en-US" sz="3190" spc="-1" strike="noStrike">
              <a:solidFill>
                <a:srgbClr val="000000"/>
              </a:solidFill>
              <a:latin typeface="Arial"/>
            </a:endParaRPr>
          </a:p>
        </p:txBody>
      </p:sp>
      <p:sp>
        <p:nvSpPr>
          <p:cNvPr id="263"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ABSTIMMUNG · PROJEKT WEITERGEBEN</a:t>
            </a:r>
            <a:endParaRPr b="0" lang="en-US" sz="1130" spc="-1" strike="noStrike">
              <a:solidFill>
                <a:srgbClr val="000000"/>
              </a:solidFill>
              <a:latin typeface="Arial"/>
            </a:endParaRPr>
          </a:p>
        </p:txBody>
      </p:sp>
      <p:sp>
        <p:nvSpPr>
          <p:cNvPr id="264"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10</a:t>
            </a:r>
            <a:endParaRPr b="0" lang="en-US" sz="939" spc="-1" strike="noStrike">
              <a:solidFill>
                <a:srgbClr val="000000"/>
              </a:solidFill>
              <a:latin typeface="Arial"/>
            </a:endParaRPr>
          </a:p>
        </p:txBody>
      </p:sp>
      <p:sp>
        <p:nvSpPr>
          <p:cNvPr id="265"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10</a:t>
            </a:r>
            <a:endParaRPr b="0" lang="en-US" sz="939" spc="-1" strike="noStrike">
              <a:solidFill>
                <a:srgbClr val="000000"/>
              </a:solidFill>
              <a:latin typeface="Arial"/>
            </a:endParaRPr>
          </a:p>
        </p:txBody>
      </p:sp>
      <p:sp>
        <p:nvSpPr>
          <p:cNvPr id="266" name=""/>
          <p:cNvSpPr txBox="1"/>
          <p:nvPr/>
        </p:nvSpPr>
        <p:spPr>
          <a:xfrm>
            <a:off x="838080" y="1676520"/>
            <a:ext cx="10515600" cy="838080"/>
          </a:xfrm>
          <a:prstGeom prst="rect">
            <a:avLst/>
          </a:prstGeom>
          <a:noFill/>
          <a:ln w="0">
            <a:noFill/>
          </a:ln>
        </p:spPr>
        <p:txBody>
          <a:bodyPr lIns="0" rIns="0" tIns="0" bIns="0" anchor="t">
            <a:noAutofit/>
          </a:bodyPr>
          <a:p>
            <a:r>
              <a:rPr b="1" lang="en-US" sz="2720" spc="-1" strike="noStrike">
                <a:solidFill>
                  <a:srgbClr val="000000"/>
                </a:solidFill>
                <a:latin typeface="Noto Sans"/>
              </a:rPr>
              <a:t>Sie kopieren nur unit10_einstieg.qgz.</a:t>
            </a:r>
            <a:endParaRPr b="0" lang="en-US" sz="2720" spc="-1" strike="noStrike">
              <a:solidFill>
                <a:srgbClr val="000000"/>
              </a:solidFill>
              <a:latin typeface="Arial"/>
            </a:endParaRPr>
          </a:p>
          <a:p>
            <a:r>
              <a:rPr b="1" lang="en-US" sz="2720" spc="-1" strike="noStrike">
                <a:solidFill>
                  <a:srgbClr val="000000"/>
                </a:solidFill>
                <a:latin typeface="Noto Sans"/>
              </a:rPr>
              <a:t>Auf dem anderen Rechner fehlen die Layer.</a:t>
            </a:r>
            <a:endParaRPr b="0" lang="en-US" sz="2720" spc="-1" strike="noStrike">
              <a:solidFill>
                <a:srgbClr val="000000"/>
              </a:solidFill>
              <a:latin typeface="Arial"/>
            </a:endParaRPr>
          </a:p>
        </p:txBody>
      </p:sp>
      <p:sp>
        <p:nvSpPr>
          <p:cNvPr id="267" name=""/>
          <p:cNvSpPr/>
          <p:nvPr/>
        </p:nvSpPr>
        <p:spPr>
          <a:xfrm>
            <a:off x="647640" y="293364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68" name=""/>
          <p:cNvSpPr txBox="1"/>
          <p:nvPr/>
        </p:nvSpPr>
        <p:spPr>
          <a:xfrm>
            <a:off x="647640" y="299484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A</a:t>
            </a:r>
            <a:endParaRPr b="0" lang="en-US" sz="2450" spc="-1" strike="noStrike">
              <a:solidFill>
                <a:srgbClr val="000000"/>
              </a:solidFill>
              <a:latin typeface="Arial"/>
            </a:endParaRPr>
          </a:p>
        </p:txBody>
      </p:sp>
      <p:sp>
        <p:nvSpPr>
          <p:cNvPr id="269" name=""/>
          <p:cNvSpPr txBox="1"/>
          <p:nvPr/>
        </p:nvSpPr>
        <p:spPr>
          <a:xfrm>
            <a:off x="1371600" y="293364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Die qgz-Datei enthält automatisch alle Daten.</a:t>
            </a:r>
            <a:endParaRPr b="0" lang="en-US" sz="2720" spc="-1" strike="noStrike">
              <a:solidFill>
                <a:srgbClr val="000000"/>
              </a:solidFill>
              <a:latin typeface="Arial"/>
            </a:endParaRPr>
          </a:p>
        </p:txBody>
      </p:sp>
      <p:sp>
        <p:nvSpPr>
          <p:cNvPr id="270" name=""/>
          <p:cNvSpPr/>
          <p:nvPr/>
        </p:nvSpPr>
        <p:spPr>
          <a:xfrm>
            <a:off x="647640" y="369576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71" name=""/>
          <p:cNvSpPr txBox="1"/>
          <p:nvPr/>
        </p:nvSpPr>
        <p:spPr>
          <a:xfrm>
            <a:off x="647640" y="375660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B</a:t>
            </a:r>
            <a:endParaRPr b="0" lang="en-US" sz="2450" spc="-1" strike="noStrike">
              <a:solidFill>
                <a:srgbClr val="000000"/>
              </a:solidFill>
              <a:latin typeface="Arial"/>
            </a:endParaRPr>
          </a:p>
        </p:txBody>
      </p:sp>
      <p:sp>
        <p:nvSpPr>
          <p:cNvPr id="272" name=""/>
          <p:cNvSpPr txBox="1"/>
          <p:nvPr/>
        </p:nvSpPr>
        <p:spPr>
          <a:xfrm>
            <a:off x="1371600" y="369576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Die gespeicherten Datenpfade sind nicht erreichbar.</a:t>
            </a:r>
            <a:endParaRPr b="0" lang="en-US" sz="2720" spc="-1" strike="noStrike">
              <a:solidFill>
                <a:srgbClr val="000000"/>
              </a:solidFill>
              <a:latin typeface="Arial"/>
            </a:endParaRPr>
          </a:p>
        </p:txBody>
      </p:sp>
      <p:sp>
        <p:nvSpPr>
          <p:cNvPr id="273" name=""/>
          <p:cNvSpPr/>
          <p:nvPr/>
        </p:nvSpPr>
        <p:spPr>
          <a:xfrm>
            <a:off x="647640" y="44578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74" name=""/>
          <p:cNvSpPr txBox="1"/>
          <p:nvPr/>
        </p:nvSpPr>
        <p:spPr>
          <a:xfrm>
            <a:off x="647640" y="451872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C</a:t>
            </a:r>
            <a:endParaRPr b="0" lang="en-US" sz="2450" spc="-1" strike="noStrike">
              <a:solidFill>
                <a:srgbClr val="000000"/>
              </a:solidFill>
              <a:latin typeface="Arial"/>
            </a:endParaRPr>
          </a:p>
        </p:txBody>
      </p:sp>
      <p:sp>
        <p:nvSpPr>
          <p:cNvPr id="275" name=""/>
          <p:cNvSpPr txBox="1"/>
          <p:nvPr/>
        </p:nvSpPr>
        <p:spPr>
          <a:xfrm>
            <a:off x="1371600" y="44578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QGIS hat beim Kopieren die Geometrien gelöscht.</a:t>
            </a:r>
            <a:endParaRPr b="0" lang="en-US" sz="2720" spc="-1" strike="noStrike">
              <a:solidFill>
                <a:srgbClr val="000000"/>
              </a:solidFill>
              <a:latin typeface="Arial"/>
            </a:endParaRPr>
          </a:p>
        </p:txBody>
      </p:sp>
      <p:sp>
        <p:nvSpPr>
          <p:cNvPr id="276"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77" name=""/>
          <p:cNvSpPr txBox="1"/>
          <p:nvPr/>
        </p:nvSpPr>
        <p:spPr>
          <a:xfrm>
            <a:off x="838080" y="5623560"/>
            <a:ext cx="10515600" cy="442080"/>
          </a:xfrm>
          <a:prstGeom prst="rect">
            <a:avLst/>
          </a:prstGeom>
          <a:noFill/>
          <a:ln w="0">
            <a:noFill/>
          </a:ln>
        </p:spPr>
        <p:txBody>
          <a:bodyPr lIns="0" rIns="0" tIns="0" bIns="0" anchor="t">
            <a:noAutofit/>
          </a:bodyPr>
          <a:p>
            <a:r>
              <a:rPr b="1" lang="en-US" sz="2260" spc="-1" strike="noStrike">
                <a:solidFill>
                  <a:srgbClr val="004899"/>
                </a:solidFill>
                <a:latin typeface="Noto Sans"/>
              </a:rPr>
              <a:t>A, B oder C? Begründen Sie Ihre Wahl.</a:t>
            </a:r>
            <a:endParaRPr b="0" lang="en-US" sz="22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Projekt und Daten gemeinsam erhalten</a:t>
            </a:r>
            <a:endParaRPr b="0" lang="en-US" sz="3190" spc="-1" strike="noStrike">
              <a:solidFill>
                <a:srgbClr val="000000"/>
              </a:solidFill>
              <a:latin typeface="Arial"/>
            </a:endParaRPr>
          </a:p>
        </p:txBody>
      </p:sp>
      <p:sp>
        <p:nvSpPr>
          <p:cNvPr id="279"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AUFLÖSUNG · DATEIPFADE</a:t>
            </a:r>
            <a:endParaRPr b="0" lang="en-US" sz="1130" spc="-1" strike="noStrike">
              <a:solidFill>
                <a:srgbClr val="000000"/>
              </a:solidFill>
              <a:latin typeface="Arial"/>
            </a:endParaRPr>
          </a:p>
        </p:txBody>
      </p:sp>
      <p:sp>
        <p:nvSpPr>
          <p:cNvPr id="280"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10</a:t>
            </a:r>
            <a:endParaRPr b="0" lang="en-US" sz="939" spc="-1" strike="noStrike">
              <a:solidFill>
                <a:srgbClr val="000000"/>
              </a:solidFill>
              <a:latin typeface="Arial"/>
            </a:endParaRPr>
          </a:p>
        </p:txBody>
      </p:sp>
      <p:sp>
        <p:nvSpPr>
          <p:cNvPr id="281"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11</a:t>
            </a:r>
            <a:endParaRPr b="0" lang="en-US" sz="939" spc="-1" strike="noStrike">
              <a:solidFill>
                <a:srgbClr val="000000"/>
              </a:solidFill>
              <a:latin typeface="Arial"/>
            </a:endParaRPr>
          </a:p>
        </p:txBody>
      </p:sp>
      <p:sp>
        <p:nvSpPr>
          <p:cNvPr id="282" name=""/>
          <p:cNvSpPr/>
          <p:nvPr/>
        </p:nvSpPr>
        <p:spPr>
          <a:xfrm>
            <a:off x="647640" y="17524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83" name=""/>
          <p:cNvSpPr txBox="1"/>
          <p:nvPr/>
        </p:nvSpPr>
        <p:spPr>
          <a:xfrm>
            <a:off x="647640" y="181368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B</a:t>
            </a:r>
            <a:endParaRPr b="0" lang="en-US" sz="2450" spc="-1" strike="noStrike">
              <a:solidFill>
                <a:srgbClr val="000000"/>
              </a:solidFill>
              <a:latin typeface="Arial"/>
            </a:endParaRPr>
          </a:p>
        </p:txBody>
      </p:sp>
      <p:sp>
        <p:nvSpPr>
          <p:cNvPr id="284" name=""/>
          <p:cNvSpPr txBox="1"/>
          <p:nvPr/>
        </p:nvSpPr>
        <p:spPr>
          <a:xfrm>
            <a:off x="1371600" y="17524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Die Quellen sind nicht erreichbar.</a:t>
            </a:r>
            <a:endParaRPr b="0" lang="en-US" sz="2720" spc="-1" strike="noStrike">
              <a:solidFill>
                <a:srgbClr val="000000"/>
              </a:solidFill>
              <a:latin typeface="Arial"/>
            </a:endParaRPr>
          </a:p>
        </p:txBody>
      </p:sp>
      <p:sp>
        <p:nvSpPr>
          <p:cNvPr id="285" name=""/>
          <p:cNvSpPr txBox="1"/>
          <p:nvPr/>
        </p:nvSpPr>
        <p:spPr>
          <a:xfrm>
            <a:off x="1371600" y="222516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Das Projekt speichert Verweise auf Speicherorte.</a:t>
            </a:r>
            <a:endParaRPr b="0" lang="en-US" sz="2260" spc="-1" strike="noStrike">
              <a:solidFill>
                <a:srgbClr val="000000"/>
              </a:solidFill>
              <a:latin typeface="Arial"/>
            </a:endParaRPr>
          </a:p>
        </p:txBody>
      </p:sp>
      <p:sp>
        <p:nvSpPr>
          <p:cNvPr id="286" name=""/>
          <p:cNvSpPr/>
          <p:nvPr/>
        </p:nvSpPr>
        <p:spPr>
          <a:xfrm>
            <a:off x="647640" y="28954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87" name=""/>
          <p:cNvSpPr txBox="1"/>
          <p:nvPr/>
        </p:nvSpPr>
        <p:spPr>
          <a:xfrm>
            <a:off x="647640" y="295668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2</a:t>
            </a:r>
            <a:endParaRPr b="0" lang="en-US" sz="2450" spc="-1" strike="noStrike">
              <a:solidFill>
                <a:srgbClr val="000000"/>
              </a:solidFill>
              <a:latin typeface="Arial"/>
            </a:endParaRPr>
          </a:p>
        </p:txBody>
      </p:sp>
      <p:sp>
        <p:nvSpPr>
          <p:cNvPr id="288" name=""/>
          <p:cNvSpPr txBox="1"/>
          <p:nvPr/>
        </p:nvSpPr>
        <p:spPr>
          <a:xfrm>
            <a:off x="1371600" y="28954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Arbeitsordner zusammenhalten</a:t>
            </a:r>
            <a:endParaRPr b="0" lang="en-US" sz="2720" spc="-1" strike="noStrike">
              <a:solidFill>
                <a:srgbClr val="000000"/>
              </a:solidFill>
              <a:latin typeface="Arial"/>
            </a:endParaRPr>
          </a:p>
        </p:txBody>
      </p:sp>
      <p:sp>
        <p:nvSpPr>
          <p:cNvPr id="289" name=""/>
          <p:cNvSpPr txBox="1"/>
          <p:nvPr/>
        </p:nvSpPr>
        <p:spPr>
          <a:xfrm>
            <a:off x="1371600" y="336816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data_raw, documentation und Projekt nicht getrennt verschieben.</a:t>
            </a:r>
            <a:endParaRPr b="0" lang="en-US" sz="2260" spc="-1" strike="noStrike">
              <a:solidFill>
                <a:srgbClr val="000000"/>
              </a:solidFill>
              <a:latin typeface="Arial"/>
            </a:endParaRPr>
          </a:p>
        </p:txBody>
      </p:sp>
      <p:sp>
        <p:nvSpPr>
          <p:cNvPr id="290" name=""/>
          <p:cNvSpPr/>
          <p:nvPr/>
        </p:nvSpPr>
        <p:spPr>
          <a:xfrm>
            <a:off x="647640" y="40384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91" name=""/>
          <p:cNvSpPr txBox="1"/>
          <p:nvPr/>
        </p:nvSpPr>
        <p:spPr>
          <a:xfrm>
            <a:off x="647640" y="409968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3</a:t>
            </a:r>
            <a:endParaRPr b="0" lang="en-US" sz="2450" spc="-1" strike="noStrike">
              <a:solidFill>
                <a:srgbClr val="000000"/>
              </a:solidFill>
              <a:latin typeface="Arial"/>
            </a:endParaRPr>
          </a:p>
        </p:txBody>
      </p:sp>
      <p:sp>
        <p:nvSpPr>
          <p:cNvPr id="292" name=""/>
          <p:cNvSpPr txBox="1"/>
          <p:nvPr/>
        </p:nvSpPr>
        <p:spPr>
          <a:xfrm>
            <a:off x="1371600" y="40384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Projekt erneut öffnen</a:t>
            </a:r>
            <a:endParaRPr b="0" lang="en-US" sz="2720" spc="-1" strike="noStrike">
              <a:solidFill>
                <a:srgbClr val="000000"/>
              </a:solidFill>
              <a:latin typeface="Arial"/>
            </a:endParaRPr>
          </a:p>
        </p:txBody>
      </p:sp>
      <p:sp>
        <p:nvSpPr>
          <p:cNvPr id="293" name=""/>
          <p:cNvSpPr txBox="1"/>
          <p:nvPr/>
        </p:nvSpPr>
        <p:spPr>
          <a:xfrm>
            <a:off x="1371600" y="451116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Beide Layer müssen ohne Pfadreparatur erreichbar sein.</a:t>
            </a:r>
            <a:endParaRPr b="0" lang="en-US" sz="2260" spc="-1" strike="noStrike">
              <a:solidFill>
                <a:srgbClr val="000000"/>
              </a:solidFill>
              <a:latin typeface="Arial"/>
            </a:endParaRPr>
          </a:p>
        </p:txBody>
      </p:sp>
      <p:sp>
        <p:nvSpPr>
          <p:cNvPr id="294"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95" name=""/>
          <p:cNvSpPr txBox="1"/>
          <p:nvPr/>
        </p:nvSpPr>
        <p:spPr>
          <a:xfrm>
            <a:off x="838080" y="5623560"/>
            <a:ext cx="10515600" cy="442080"/>
          </a:xfrm>
          <a:prstGeom prst="rect">
            <a:avLst/>
          </a:prstGeom>
          <a:noFill/>
          <a:ln w="0">
            <a:noFill/>
          </a:ln>
        </p:spPr>
        <p:txBody>
          <a:bodyPr lIns="0" rIns="0" tIns="0" bIns="0" anchor="t">
            <a:noAutofit/>
          </a:bodyPr>
          <a:p>
            <a:r>
              <a:rPr b="1" lang="en-US" sz="2260" spc="-1" strike="noStrike">
                <a:solidFill>
                  <a:srgbClr val="004899"/>
                </a:solidFill>
                <a:latin typeface="Noto Sans"/>
              </a:rPr>
              <a:t>Speichern allein genügt nicht: Wiederöffnen und kontrollieren.</a:t>
            </a:r>
            <a:endParaRPr b="0" lang="en-US" sz="22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6"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Die wichtigsten Bereiche in QGIS</a:t>
            </a:r>
            <a:endParaRPr b="0" lang="en-US" sz="3190" spc="-1" strike="noStrike">
              <a:solidFill>
                <a:srgbClr val="000000"/>
              </a:solidFill>
              <a:latin typeface="Arial"/>
            </a:endParaRPr>
          </a:p>
        </p:txBody>
      </p:sp>
      <p:sp>
        <p:nvSpPr>
          <p:cNvPr id="297"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QGIS · ORIENTIERUNG</a:t>
            </a:r>
            <a:endParaRPr b="0" lang="en-US" sz="1130" spc="-1" strike="noStrike">
              <a:solidFill>
                <a:srgbClr val="000000"/>
              </a:solidFill>
              <a:latin typeface="Arial"/>
            </a:endParaRPr>
          </a:p>
        </p:txBody>
      </p:sp>
      <p:sp>
        <p:nvSpPr>
          <p:cNvPr id="298"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10</a:t>
            </a:r>
            <a:endParaRPr b="0" lang="en-US" sz="939" spc="-1" strike="noStrike">
              <a:solidFill>
                <a:srgbClr val="000000"/>
              </a:solidFill>
              <a:latin typeface="Arial"/>
            </a:endParaRPr>
          </a:p>
        </p:txBody>
      </p:sp>
      <p:sp>
        <p:nvSpPr>
          <p:cNvPr id="299"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12</a:t>
            </a:r>
            <a:endParaRPr b="0" lang="en-US" sz="939" spc="-1" strike="noStrike">
              <a:solidFill>
                <a:srgbClr val="000000"/>
              </a:solidFill>
              <a:latin typeface="Arial"/>
            </a:endParaRPr>
          </a:p>
        </p:txBody>
      </p:sp>
      <p:pic>
        <p:nvPicPr>
          <p:cNvPr id="300" name="" descr="Eine vereinfachte Programmoberfläche zeigt Menü und Werkzeugleisten, Browser, Layer-Bereich, Kartenansicht und Statusleiste."/>
          <p:cNvPicPr/>
          <p:nvPr/>
        </p:nvPicPr>
        <p:blipFill>
          <a:blip r:embed="rId1">
            <a:extLst>
              <a:ext uri="{96DAC541-7B7A-43D3-8B79-37D633B846F1}">
                <asvg:svgBlip xmlns:asvg="http://schemas.microsoft.com/office/drawing/2016/SVG/main" r:embed="rId2"/>
              </a:ext>
            </a:extLst>
          </a:blip>
          <a:stretch/>
        </p:blipFill>
        <p:spPr>
          <a:xfrm>
            <a:off x="2095560" y="1600200"/>
            <a:ext cx="8001000" cy="448056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1"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Unser verbindlicher Praxisweg</a:t>
            </a:r>
            <a:endParaRPr b="0" lang="en-US" sz="3190" spc="-1" strike="noStrike">
              <a:solidFill>
                <a:srgbClr val="000000"/>
              </a:solidFill>
              <a:latin typeface="Arial"/>
            </a:endParaRPr>
          </a:p>
        </p:txBody>
      </p:sp>
      <p:sp>
        <p:nvSpPr>
          <p:cNvPr id="302"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PRAXIS · ZIEL UND REIHENFOLGE</a:t>
            </a:r>
            <a:endParaRPr b="0" lang="en-US" sz="1130" spc="-1" strike="noStrike">
              <a:solidFill>
                <a:srgbClr val="000000"/>
              </a:solidFill>
              <a:latin typeface="Arial"/>
            </a:endParaRPr>
          </a:p>
        </p:txBody>
      </p:sp>
      <p:sp>
        <p:nvSpPr>
          <p:cNvPr id="303"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10</a:t>
            </a:r>
            <a:endParaRPr b="0" lang="en-US" sz="939" spc="-1" strike="noStrike">
              <a:solidFill>
                <a:srgbClr val="000000"/>
              </a:solidFill>
              <a:latin typeface="Arial"/>
            </a:endParaRPr>
          </a:p>
        </p:txBody>
      </p:sp>
      <p:sp>
        <p:nvSpPr>
          <p:cNvPr id="304"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13</a:t>
            </a:r>
            <a:endParaRPr b="0" lang="en-US" sz="939" spc="-1" strike="noStrike">
              <a:solidFill>
                <a:srgbClr val="000000"/>
              </a:solidFill>
              <a:latin typeface="Arial"/>
            </a:endParaRPr>
          </a:p>
        </p:txBody>
      </p:sp>
      <p:sp>
        <p:nvSpPr>
          <p:cNvPr id="305" name=""/>
          <p:cNvSpPr/>
          <p:nvPr/>
        </p:nvSpPr>
        <p:spPr>
          <a:xfrm>
            <a:off x="647640" y="17524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06" name=""/>
          <p:cNvSpPr txBox="1"/>
          <p:nvPr/>
        </p:nvSpPr>
        <p:spPr>
          <a:xfrm>
            <a:off x="647640" y="181368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1</a:t>
            </a:r>
            <a:endParaRPr b="0" lang="en-US" sz="2450" spc="-1" strike="noStrike">
              <a:solidFill>
                <a:srgbClr val="000000"/>
              </a:solidFill>
              <a:latin typeface="Arial"/>
            </a:endParaRPr>
          </a:p>
        </p:txBody>
      </p:sp>
      <p:sp>
        <p:nvSpPr>
          <p:cNvPr id="307" name=""/>
          <p:cNvSpPr txBox="1"/>
          <p:nvPr/>
        </p:nvSpPr>
        <p:spPr>
          <a:xfrm>
            <a:off x="1371600" y="17524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Projekt speichern</a:t>
            </a:r>
            <a:endParaRPr b="0" lang="en-US" sz="2720" spc="-1" strike="noStrike">
              <a:solidFill>
                <a:srgbClr val="000000"/>
              </a:solidFill>
              <a:latin typeface="Arial"/>
            </a:endParaRPr>
          </a:p>
        </p:txBody>
      </p:sp>
      <p:sp>
        <p:nvSpPr>
          <p:cNvPr id="308" name=""/>
          <p:cNvSpPr txBox="1"/>
          <p:nvPr/>
        </p:nvSpPr>
        <p:spPr>
          <a:xfrm>
            <a:off x="1371600" y="222516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unit10_einstieg.qgz im Hauptordner</a:t>
            </a:r>
            <a:endParaRPr b="0" lang="en-US" sz="2260" spc="-1" strike="noStrike">
              <a:solidFill>
                <a:srgbClr val="000000"/>
              </a:solidFill>
              <a:latin typeface="Arial"/>
            </a:endParaRPr>
          </a:p>
        </p:txBody>
      </p:sp>
      <p:sp>
        <p:nvSpPr>
          <p:cNvPr id="309" name=""/>
          <p:cNvSpPr/>
          <p:nvPr/>
        </p:nvSpPr>
        <p:spPr>
          <a:xfrm>
            <a:off x="647640" y="28954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10" name=""/>
          <p:cNvSpPr txBox="1"/>
          <p:nvPr/>
        </p:nvSpPr>
        <p:spPr>
          <a:xfrm>
            <a:off x="647640" y="295668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2</a:t>
            </a:r>
            <a:endParaRPr b="0" lang="en-US" sz="2450" spc="-1" strike="noStrike">
              <a:solidFill>
                <a:srgbClr val="000000"/>
              </a:solidFill>
              <a:latin typeface="Arial"/>
            </a:endParaRPr>
          </a:p>
        </p:txBody>
      </p:sp>
      <p:sp>
        <p:nvSpPr>
          <p:cNvPr id="311" name=""/>
          <p:cNvSpPr txBox="1"/>
          <p:nvPr/>
        </p:nvSpPr>
        <p:spPr>
          <a:xfrm>
            <a:off x="1371600" y="28954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Zwei lokale Layer laden und prüfen</a:t>
            </a:r>
            <a:endParaRPr b="0" lang="en-US" sz="2720" spc="-1" strike="noStrike">
              <a:solidFill>
                <a:srgbClr val="000000"/>
              </a:solidFill>
              <a:latin typeface="Arial"/>
            </a:endParaRPr>
          </a:p>
        </p:txBody>
      </p:sp>
      <p:sp>
        <p:nvSpPr>
          <p:cNvPr id="312" name=""/>
          <p:cNvSpPr txBox="1"/>
          <p:nvPr/>
        </p:nvSpPr>
        <p:spPr>
          <a:xfrm>
            <a:off x="1371600" y="336816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gewaesser + dgm_marburg_10m.tif</a:t>
            </a:r>
            <a:endParaRPr b="0" lang="en-US" sz="2260" spc="-1" strike="noStrike">
              <a:solidFill>
                <a:srgbClr val="000000"/>
              </a:solidFill>
              <a:latin typeface="Arial"/>
            </a:endParaRPr>
          </a:p>
        </p:txBody>
      </p:sp>
      <p:sp>
        <p:nvSpPr>
          <p:cNvPr id="313" name=""/>
          <p:cNvSpPr/>
          <p:nvPr/>
        </p:nvSpPr>
        <p:spPr>
          <a:xfrm>
            <a:off x="647640" y="40384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14" name=""/>
          <p:cNvSpPr txBox="1"/>
          <p:nvPr/>
        </p:nvSpPr>
        <p:spPr>
          <a:xfrm>
            <a:off x="647640" y="409968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3</a:t>
            </a:r>
            <a:endParaRPr b="0" lang="en-US" sz="2450" spc="-1" strike="noStrike">
              <a:solidFill>
                <a:srgbClr val="000000"/>
              </a:solidFill>
              <a:latin typeface="Arial"/>
            </a:endParaRPr>
          </a:p>
        </p:txBody>
      </p:sp>
      <p:sp>
        <p:nvSpPr>
          <p:cNvPr id="315" name=""/>
          <p:cNvSpPr txBox="1"/>
          <p:nvPr/>
        </p:nvSpPr>
        <p:spPr>
          <a:xfrm>
            <a:off x="1371600" y="40384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Speichern, schließen, erneut öffnen</a:t>
            </a:r>
            <a:endParaRPr b="0" lang="en-US" sz="2720" spc="-1" strike="noStrike">
              <a:solidFill>
                <a:srgbClr val="000000"/>
              </a:solidFill>
              <a:latin typeface="Arial"/>
            </a:endParaRPr>
          </a:p>
        </p:txBody>
      </p:sp>
      <p:sp>
        <p:nvSpPr>
          <p:cNvPr id="316" name=""/>
          <p:cNvSpPr txBox="1"/>
          <p:nvPr/>
        </p:nvSpPr>
        <p:spPr>
          <a:xfrm>
            <a:off x="1371600" y="451116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Beide Quellen ohne Reparatur erreichbar</a:t>
            </a:r>
            <a:endParaRPr b="0" lang="en-US" sz="2260" spc="-1" strike="noStrike">
              <a:solidFill>
                <a:srgbClr val="000000"/>
              </a:solidFill>
              <a:latin typeface="Arial"/>
            </a:endParaRPr>
          </a:p>
        </p:txBody>
      </p:sp>
      <p:sp>
        <p:nvSpPr>
          <p:cNvPr id="317"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18" name=""/>
          <p:cNvSpPr txBox="1"/>
          <p:nvPr/>
        </p:nvSpPr>
        <p:spPr>
          <a:xfrm>
            <a:off x="838080" y="5623560"/>
            <a:ext cx="10515600" cy="442080"/>
          </a:xfrm>
          <a:prstGeom prst="rect">
            <a:avLst/>
          </a:prstGeom>
          <a:noFill/>
          <a:ln w="0">
            <a:noFill/>
          </a:ln>
        </p:spPr>
        <p:txBody>
          <a:bodyPr lIns="0" rIns="0" tIns="0" bIns="0" anchor="t">
            <a:noAutofit/>
          </a:bodyPr>
          <a:p>
            <a:r>
              <a:rPr b="1" lang="en-US" sz="2160" spc="-1" strike="noStrike">
                <a:solidFill>
                  <a:srgbClr val="004899"/>
                </a:solidFill>
                <a:latin typeface="Noto Sans"/>
              </a:rPr>
              <a:t>Fertig heißt: Das Projekt öffnet Gewässerlayer und DGM erneut.</a:t>
            </a:r>
            <a:endParaRPr b="0" lang="en-US" sz="21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9"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Arbeitsordner und Projekt vorbereiten</a:t>
            </a:r>
            <a:endParaRPr b="0" lang="en-US" sz="3190" spc="-1" strike="noStrike">
              <a:solidFill>
                <a:srgbClr val="000000"/>
              </a:solidFill>
              <a:latin typeface="Arial"/>
            </a:endParaRPr>
          </a:p>
        </p:txBody>
      </p:sp>
      <p:sp>
        <p:nvSpPr>
          <p:cNvPr id="320"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PRAXIS · SCHRITT 1</a:t>
            </a:r>
            <a:endParaRPr b="0" lang="en-US" sz="1130" spc="-1" strike="noStrike">
              <a:solidFill>
                <a:srgbClr val="000000"/>
              </a:solidFill>
              <a:latin typeface="Arial"/>
            </a:endParaRPr>
          </a:p>
        </p:txBody>
      </p:sp>
      <p:sp>
        <p:nvSpPr>
          <p:cNvPr id="321"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10</a:t>
            </a:r>
            <a:endParaRPr b="0" lang="en-US" sz="939" spc="-1" strike="noStrike">
              <a:solidFill>
                <a:srgbClr val="000000"/>
              </a:solidFill>
              <a:latin typeface="Arial"/>
            </a:endParaRPr>
          </a:p>
        </p:txBody>
      </p:sp>
      <p:sp>
        <p:nvSpPr>
          <p:cNvPr id="322"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14</a:t>
            </a:r>
            <a:endParaRPr b="0" lang="en-US" sz="939" spc="-1" strike="noStrike">
              <a:solidFill>
                <a:srgbClr val="000000"/>
              </a:solidFill>
              <a:latin typeface="Arial"/>
            </a:endParaRPr>
          </a:p>
        </p:txBody>
      </p:sp>
      <p:sp>
        <p:nvSpPr>
          <p:cNvPr id="323" name=""/>
          <p:cNvSpPr txBox="1"/>
          <p:nvPr/>
        </p:nvSpPr>
        <p:spPr>
          <a:xfrm>
            <a:off x="838080" y="1790640"/>
            <a:ext cx="5486400" cy="3352680"/>
          </a:xfrm>
          <a:prstGeom prst="rect">
            <a:avLst/>
          </a:prstGeom>
          <a:noFill/>
          <a:ln w="0">
            <a:noFill/>
          </a:ln>
        </p:spPr>
        <p:txBody>
          <a:bodyPr lIns="0" rIns="0" tIns="0" bIns="0" anchor="t">
            <a:noAutofit/>
          </a:bodyPr>
          <a:p>
            <a:r>
              <a:rPr b="1" lang="en-US" sz="2720" spc="-1" strike="noStrike">
                <a:solidFill>
                  <a:srgbClr val="004899"/>
                </a:solidFill>
                <a:latin typeface="Noto Sans"/>
              </a:rPr>
              <a:t>marburg_geodaten/</a:t>
            </a:r>
            <a:endParaRPr b="0" lang="en-US" sz="2720" spc="-1" strike="noStrike">
              <a:solidFill>
                <a:srgbClr val="000000"/>
              </a:solidFill>
              <a:latin typeface="Arial"/>
            </a:endParaRPr>
          </a:p>
          <a:p>
            <a:r>
              <a:rPr b="1" lang="en-US" sz="2720" spc="-1" strike="noStrike">
                <a:solidFill>
                  <a:srgbClr val="004899"/>
                </a:solidFill>
                <a:latin typeface="Noto Sans"/>
              </a:rPr>
              <a:t>    </a:t>
            </a:r>
            <a:r>
              <a:rPr b="1" lang="en-US" sz="2720" spc="-1" strike="noStrike">
                <a:solidFill>
                  <a:srgbClr val="004899"/>
                </a:solidFill>
                <a:latin typeface="Noto Sans"/>
              </a:rPr>
              <a:t>data_raw/</a:t>
            </a:r>
            <a:endParaRPr b="0" lang="en-US" sz="2720" spc="-1" strike="noStrike">
              <a:solidFill>
                <a:srgbClr val="000000"/>
              </a:solidFill>
              <a:latin typeface="Arial"/>
            </a:endParaRPr>
          </a:p>
          <a:p>
            <a:r>
              <a:rPr b="1" lang="en-US" sz="2720" spc="-1" strike="noStrike">
                <a:solidFill>
                  <a:srgbClr val="004899"/>
                </a:solidFill>
                <a:latin typeface="Noto Sans"/>
              </a:rPr>
              <a:t>    </a:t>
            </a:r>
            <a:r>
              <a:rPr b="1" lang="en-US" sz="2720" spc="-1" strike="noStrike">
                <a:solidFill>
                  <a:srgbClr val="004899"/>
                </a:solidFill>
                <a:latin typeface="Noto Sans"/>
              </a:rPr>
              <a:t>data_output/</a:t>
            </a:r>
            <a:endParaRPr b="0" lang="en-US" sz="2720" spc="-1" strike="noStrike">
              <a:solidFill>
                <a:srgbClr val="000000"/>
              </a:solidFill>
              <a:latin typeface="Arial"/>
            </a:endParaRPr>
          </a:p>
          <a:p>
            <a:r>
              <a:rPr b="1" lang="en-US" sz="2720" spc="-1" strike="noStrike">
                <a:solidFill>
                  <a:srgbClr val="004899"/>
                </a:solidFill>
                <a:latin typeface="Noto Sans"/>
              </a:rPr>
              <a:t>    </a:t>
            </a:r>
            <a:r>
              <a:rPr b="1" lang="en-US" sz="2720" spc="-1" strike="noStrike">
                <a:solidFill>
                  <a:srgbClr val="004899"/>
                </a:solidFill>
                <a:latin typeface="Noto Sans"/>
              </a:rPr>
              <a:t>documentation/</a:t>
            </a:r>
            <a:endParaRPr b="0" lang="en-US" sz="2720" spc="-1" strike="noStrike">
              <a:solidFill>
                <a:srgbClr val="000000"/>
              </a:solidFill>
              <a:latin typeface="Arial"/>
            </a:endParaRPr>
          </a:p>
          <a:p>
            <a:r>
              <a:rPr b="1" lang="en-US" sz="2720" spc="-1" strike="noStrike">
                <a:solidFill>
                  <a:srgbClr val="004899"/>
                </a:solidFill>
                <a:latin typeface="Noto Sans"/>
              </a:rPr>
              <a:t>    </a:t>
            </a:r>
            <a:r>
              <a:rPr b="1" lang="en-US" sz="2720" spc="-1" strike="noStrike">
                <a:solidFill>
                  <a:srgbClr val="004899"/>
                </a:solidFill>
                <a:latin typeface="Noto Sans"/>
              </a:rPr>
              <a:t>ersatz/</a:t>
            </a:r>
            <a:endParaRPr b="0" lang="en-US" sz="2720" spc="-1" strike="noStrike">
              <a:solidFill>
                <a:srgbClr val="000000"/>
              </a:solidFill>
              <a:latin typeface="Arial"/>
            </a:endParaRPr>
          </a:p>
          <a:p>
            <a:r>
              <a:rPr b="1" lang="en-US" sz="2720" spc="-1" strike="noStrike">
                <a:solidFill>
                  <a:srgbClr val="004899"/>
                </a:solidFill>
                <a:latin typeface="Noto Sans"/>
              </a:rPr>
              <a:t>    </a:t>
            </a:r>
            <a:r>
              <a:rPr b="1" lang="en-US" sz="2720" spc="-1" strike="noStrike">
                <a:solidFill>
                  <a:srgbClr val="004899"/>
                </a:solidFill>
                <a:latin typeface="Noto Sans"/>
              </a:rPr>
              <a:t>unit10_einstieg.qgz</a:t>
            </a:r>
            <a:endParaRPr b="0" lang="en-US" sz="2720" spc="-1" strike="noStrike">
              <a:solidFill>
                <a:srgbClr val="000000"/>
              </a:solidFill>
              <a:latin typeface="Arial"/>
            </a:endParaRPr>
          </a:p>
        </p:txBody>
      </p:sp>
      <p:sp>
        <p:nvSpPr>
          <p:cNvPr id="324" name=""/>
          <p:cNvSpPr/>
          <p:nvPr/>
        </p:nvSpPr>
        <p:spPr>
          <a:xfrm>
            <a:off x="6705720" y="1790640"/>
            <a:ext cx="4572000" cy="23623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25" name=""/>
          <p:cNvSpPr/>
          <p:nvPr/>
        </p:nvSpPr>
        <p:spPr>
          <a:xfrm>
            <a:off x="6705720" y="1790640"/>
            <a:ext cx="53280" cy="236232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26" name=""/>
          <p:cNvSpPr txBox="1"/>
          <p:nvPr/>
        </p:nvSpPr>
        <p:spPr>
          <a:xfrm>
            <a:off x="6911280" y="1973520"/>
            <a:ext cx="4160520" cy="647640"/>
          </a:xfrm>
          <a:prstGeom prst="rect">
            <a:avLst/>
          </a:prstGeom>
          <a:noFill/>
          <a:ln w="0">
            <a:noFill/>
          </a:ln>
        </p:spPr>
        <p:txBody>
          <a:bodyPr lIns="0" rIns="0" tIns="0" bIns="0" anchor="t">
            <a:noAutofit/>
          </a:bodyPr>
          <a:p>
            <a:r>
              <a:rPr b="1" lang="en-US" sz="2540" spc="-1" strike="noStrike">
                <a:solidFill>
                  <a:srgbClr val="004899"/>
                </a:solidFill>
                <a:latin typeface="Noto Sans"/>
              </a:rPr>
              <a:t>Projekt zuerst speichern</a:t>
            </a:r>
            <a:endParaRPr b="0" lang="en-US" sz="2540" spc="-1" strike="noStrike">
              <a:solidFill>
                <a:srgbClr val="000000"/>
              </a:solidFill>
              <a:latin typeface="Arial"/>
            </a:endParaRPr>
          </a:p>
        </p:txBody>
      </p:sp>
      <p:sp>
        <p:nvSpPr>
          <p:cNvPr id="327" name=""/>
          <p:cNvSpPr txBox="1"/>
          <p:nvPr/>
        </p:nvSpPr>
        <p:spPr>
          <a:xfrm>
            <a:off x="6911280" y="2735640"/>
            <a:ext cx="4160520" cy="1280160"/>
          </a:xfrm>
          <a:prstGeom prst="rect">
            <a:avLst/>
          </a:prstGeom>
          <a:noFill/>
          <a:ln w="0">
            <a:noFill/>
          </a:ln>
        </p:spPr>
        <p:txBody>
          <a:bodyPr lIns="0" rIns="0" tIns="0" bIns="0" anchor="t">
            <a:noAutofit/>
          </a:bodyPr>
          <a:p>
            <a:r>
              <a:rPr b="0" lang="en-US" sz="2350" spc="-1" strike="noStrike">
                <a:solidFill>
                  <a:srgbClr val="000000"/>
                </a:solidFill>
                <a:latin typeface="Noto Sans"/>
              </a:rPr>
              <a:t>Name: unit10_einstieg.qgz</a:t>
            </a:r>
            <a:endParaRPr b="0" lang="en-US" sz="2350" spc="-1" strike="noStrike">
              <a:solidFill>
                <a:srgbClr val="000000"/>
              </a:solidFill>
              <a:latin typeface="Arial"/>
            </a:endParaRPr>
          </a:p>
          <a:p>
            <a:r>
              <a:rPr b="0" lang="en-US" sz="2350" spc="-1" strike="noStrike">
                <a:solidFill>
                  <a:srgbClr val="000000"/>
                </a:solidFill>
                <a:latin typeface="Noto Sans"/>
              </a:rPr>
              <a:t>Ort: Hauptordner</a:t>
            </a:r>
            <a:endParaRPr b="0" lang="en-US" sz="2350" spc="-1" strike="noStrike">
              <a:solidFill>
                <a:srgbClr val="000000"/>
              </a:solidFill>
              <a:latin typeface="Arial"/>
            </a:endParaRPr>
          </a:p>
          <a:p>
            <a:r>
              <a:rPr b="0" lang="en-US" sz="2350" spc="-1" strike="noStrike">
                <a:solidFill>
                  <a:srgbClr val="000000"/>
                </a:solidFill>
                <a:latin typeface="Noto Sans"/>
              </a:rPr>
              <a:t>Projekt-CRS: EPSG:25832</a:t>
            </a:r>
            <a:endParaRPr b="0" lang="en-US" sz="2350" spc="-1" strike="noStrike">
              <a:solidFill>
                <a:srgbClr val="000000"/>
              </a:solidFill>
              <a:latin typeface="Arial"/>
            </a:endParaRPr>
          </a:p>
        </p:txBody>
      </p:sp>
      <p:sp>
        <p:nvSpPr>
          <p:cNvPr id="328"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29" name=""/>
          <p:cNvSpPr txBox="1"/>
          <p:nvPr/>
        </p:nvSpPr>
        <p:spPr>
          <a:xfrm>
            <a:off x="838080" y="5623560"/>
            <a:ext cx="10515600" cy="442080"/>
          </a:xfrm>
          <a:prstGeom prst="rect">
            <a:avLst/>
          </a:prstGeom>
          <a:noFill/>
          <a:ln w="0">
            <a:noFill/>
          </a:ln>
        </p:spPr>
        <p:txBody>
          <a:bodyPr lIns="0" rIns="0" tIns="0" bIns="0" anchor="t">
            <a:noAutofit/>
          </a:bodyPr>
          <a:p>
            <a:r>
              <a:rPr b="1" lang="en-US" sz="2260" spc="-1" strike="noStrike">
                <a:solidFill>
                  <a:srgbClr val="004899"/>
                </a:solidFill>
                <a:latin typeface="Noto Sans"/>
              </a:rPr>
              <a:t>Ausgangsdaten bleiben unverändert in data_raw.</a:t>
            </a:r>
            <a:endParaRPr b="0" lang="en-US" sz="22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0"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Gewässerlayer laden</a:t>
            </a:r>
            <a:endParaRPr b="0" lang="en-US" sz="3190" spc="-1" strike="noStrike">
              <a:solidFill>
                <a:srgbClr val="000000"/>
              </a:solidFill>
              <a:latin typeface="Arial"/>
            </a:endParaRPr>
          </a:p>
        </p:txBody>
      </p:sp>
      <p:sp>
        <p:nvSpPr>
          <p:cNvPr id="331"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PRAXIS · SCHRITT 2</a:t>
            </a:r>
            <a:endParaRPr b="0" lang="en-US" sz="1130" spc="-1" strike="noStrike">
              <a:solidFill>
                <a:srgbClr val="000000"/>
              </a:solidFill>
              <a:latin typeface="Arial"/>
            </a:endParaRPr>
          </a:p>
        </p:txBody>
      </p:sp>
      <p:sp>
        <p:nvSpPr>
          <p:cNvPr id="332"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10</a:t>
            </a:r>
            <a:endParaRPr b="0" lang="en-US" sz="939" spc="-1" strike="noStrike">
              <a:solidFill>
                <a:srgbClr val="000000"/>
              </a:solidFill>
              <a:latin typeface="Arial"/>
            </a:endParaRPr>
          </a:p>
        </p:txBody>
      </p:sp>
      <p:sp>
        <p:nvSpPr>
          <p:cNvPr id="333"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15</a:t>
            </a:r>
            <a:endParaRPr b="0" lang="en-US" sz="939" spc="-1" strike="noStrike">
              <a:solidFill>
                <a:srgbClr val="000000"/>
              </a:solidFill>
              <a:latin typeface="Arial"/>
            </a:endParaRPr>
          </a:p>
        </p:txBody>
      </p:sp>
      <p:sp>
        <p:nvSpPr>
          <p:cNvPr id="334" name=""/>
          <p:cNvSpPr/>
          <p:nvPr/>
        </p:nvSpPr>
        <p:spPr>
          <a:xfrm>
            <a:off x="647640" y="17524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35" name=""/>
          <p:cNvSpPr txBox="1"/>
          <p:nvPr/>
        </p:nvSpPr>
        <p:spPr>
          <a:xfrm>
            <a:off x="647640" y="181368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1</a:t>
            </a:r>
            <a:endParaRPr b="0" lang="en-US" sz="2450" spc="-1" strike="noStrike">
              <a:solidFill>
                <a:srgbClr val="000000"/>
              </a:solidFill>
              <a:latin typeface="Arial"/>
            </a:endParaRPr>
          </a:p>
        </p:txBody>
      </p:sp>
      <p:sp>
        <p:nvSpPr>
          <p:cNvPr id="336" name=""/>
          <p:cNvSpPr txBox="1"/>
          <p:nvPr/>
        </p:nvSpPr>
        <p:spPr>
          <a:xfrm>
            <a:off x="1371600" y="17524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Browser → data_raw</a:t>
            </a:r>
            <a:endParaRPr b="0" lang="en-US" sz="2720" spc="-1" strike="noStrike">
              <a:solidFill>
                <a:srgbClr val="000000"/>
              </a:solidFill>
              <a:latin typeface="Arial"/>
            </a:endParaRPr>
          </a:p>
        </p:txBody>
      </p:sp>
      <p:sp>
        <p:nvSpPr>
          <p:cNvPr id="337" name=""/>
          <p:cNvSpPr txBox="1"/>
          <p:nvPr/>
        </p:nvSpPr>
        <p:spPr>
          <a:xfrm>
            <a:off x="1371600" y="222516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Den entpackten Paketordner verwenden.</a:t>
            </a:r>
            <a:endParaRPr b="0" lang="en-US" sz="2260" spc="-1" strike="noStrike">
              <a:solidFill>
                <a:srgbClr val="000000"/>
              </a:solidFill>
              <a:latin typeface="Arial"/>
            </a:endParaRPr>
          </a:p>
        </p:txBody>
      </p:sp>
      <p:sp>
        <p:nvSpPr>
          <p:cNvPr id="338" name=""/>
          <p:cNvSpPr/>
          <p:nvPr/>
        </p:nvSpPr>
        <p:spPr>
          <a:xfrm>
            <a:off x="647640" y="28954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39" name=""/>
          <p:cNvSpPr txBox="1"/>
          <p:nvPr/>
        </p:nvSpPr>
        <p:spPr>
          <a:xfrm>
            <a:off x="647640" y="295668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2</a:t>
            </a:r>
            <a:endParaRPr b="0" lang="en-US" sz="2450" spc="-1" strike="noStrike">
              <a:solidFill>
                <a:srgbClr val="000000"/>
              </a:solidFill>
              <a:latin typeface="Arial"/>
            </a:endParaRPr>
          </a:p>
        </p:txBody>
      </p:sp>
      <p:sp>
        <p:nvSpPr>
          <p:cNvPr id="340" name=""/>
          <p:cNvSpPr txBox="1"/>
          <p:nvPr/>
        </p:nvSpPr>
        <p:spPr>
          <a:xfrm>
            <a:off x="1371600" y="28954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marburg_basis.gpkg öffnen</a:t>
            </a:r>
            <a:endParaRPr b="0" lang="en-US" sz="2720" spc="-1" strike="noStrike">
              <a:solidFill>
                <a:srgbClr val="000000"/>
              </a:solidFill>
              <a:latin typeface="Arial"/>
            </a:endParaRPr>
          </a:p>
        </p:txBody>
      </p:sp>
      <p:sp>
        <p:nvSpPr>
          <p:cNvPr id="341" name=""/>
          <p:cNvSpPr txBox="1"/>
          <p:nvPr/>
        </p:nvSpPr>
        <p:spPr>
          <a:xfrm>
            <a:off x="1371600" y="336816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Layer gewaesser hinzufügen.</a:t>
            </a:r>
            <a:endParaRPr b="0" lang="en-US" sz="2260" spc="-1" strike="noStrike">
              <a:solidFill>
                <a:srgbClr val="000000"/>
              </a:solidFill>
              <a:latin typeface="Arial"/>
            </a:endParaRPr>
          </a:p>
        </p:txBody>
      </p:sp>
      <p:sp>
        <p:nvSpPr>
          <p:cNvPr id="342" name=""/>
          <p:cNvSpPr/>
          <p:nvPr/>
        </p:nvSpPr>
        <p:spPr>
          <a:xfrm>
            <a:off x="647640" y="40384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43" name=""/>
          <p:cNvSpPr txBox="1"/>
          <p:nvPr/>
        </p:nvSpPr>
        <p:spPr>
          <a:xfrm>
            <a:off x="647640" y="409968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3</a:t>
            </a:r>
            <a:endParaRPr b="0" lang="en-US" sz="2450" spc="-1" strike="noStrike">
              <a:solidFill>
                <a:srgbClr val="000000"/>
              </a:solidFill>
              <a:latin typeface="Arial"/>
            </a:endParaRPr>
          </a:p>
        </p:txBody>
      </p:sp>
      <p:sp>
        <p:nvSpPr>
          <p:cNvPr id="344" name=""/>
          <p:cNvSpPr txBox="1"/>
          <p:nvPr/>
        </p:nvSpPr>
        <p:spPr>
          <a:xfrm>
            <a:off x="1371600" y="40384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Auf Layer zoomen</a:t>
            </a:r>
            <a:endParaRPr b="0" lang="en-US" sz="2720" spc="-1" strike="noStrike">
              <a:solidFill>
                <a:srgbClr val="000000"/>
              </a:solidFill>
              <a:latin typeface="Arial"/>
            </a:endParaRPr>
          </a:p>
        </p:txBody>
      </p:sp>
      <p:sp>
        <p:nvSpPr>
          <p:cNvPr id="345" name=""/>
          <p:cNvSpPr txBox="1"/>
          <p:nvPr/>
        </p:nvSpPr>
        <p:spPr>
          <a:xfrm>
            <a:off x="1371600" y="451116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Linien sichtbar? CRS: EPSG:25832?</a:t>
            </a:r>
            <a:endParaRPr b="0" lang="en-US" sz="2260" spc="-1" strike="noStrike">
              <a:solidFill>
                <a:srgbClr val="000000"/>
              </a:solidFill>
              <a:latin typeface="Arial"/>
            </a:endParaRPr>
          </a:p>
        </p:txBody>
      </p:sp>
      <p:sp>
        <p:nvSpPr>
          <p:cNvPr id="346"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47" name=""/>
          <p:cNvSpPr txBox="1"/>
          <p:nvPr/>
        </p:nvSpPr>
        <p:spPr>
          <a:xfrm>
            <a:off x="838080" y="5623560"/>
            <a:ext cx="10515600" cy="442080"/>
          </a:xfrm>
          <a:prstGeom prst="rect">
            <a:avLst/>
          </a:prstGeom>
          <a:noFill/>
          <a:ln w="0">
            <a:noFill/>
          </a:ln>
        </p:spPr>
        <p:txBody>
          <a:bodyPr lIns="0" rIns="0" tIns="0" bIns="0" anchor="t">
            <a:noAutofit/>
          </a:bodyPr>
          <a:p>
            <a:r>
              <a:rPr b="1" lang="en-US" sz="2070" spc="-1" strike="noStrike">
                <a:solidFill>
                  <a:srgbClr val="004899"/>
                </a:solidFill>
                <a:latin typeface="Noto Sans"/>
              </a:rPr>
              <a:t>Kontrollwert: gewaesser · 412 Linienfeatures · EPSG:25832</a:t>
            </a:r>
            <a:endParaRPr b="0" lang="en-US" sz="20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8"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Höhenraster laden</a:t>
            </a:r>
            <a:endParaRPr b="0" lang="en-US" sz="3190" spc="-1" strike="noStrike">
              <a:solidFill>
                <a:srgbClr val="000000"/>
              </a:solidFill>
              <a:latin typeface="Arial"/>
            </a:endParaRPr>
          </a:p>
        </p:txBody>
      </p:sp>
      <p:sp>
        <p:nvSpPr>
          <p:cNvPr id="349"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PRAXIS · SCHRITT 3</a:t>
            </a:r>
            <a:endParaRPr b="0" lang="en-US" sz="1130" spc="-1" strike="noStrike">
              <a:solidFill>
                <a:srgbClr val="000000"/>
              </a:solidFill>
              <a:latin typeface="Arial"/>
            </a:endParaRPr>
          </a:p>
        </p:txBody>
      </p:sp>
      <p:sp>
        <p:nvSpPr>
          <p:cNvPr id="350"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10</a:t>
            </a:r>
            <a:endParaRPr b="0" lang="en-US" sz="939" spc="-1" strike="noStrike">
              <a:solidFill>
                <a:srgbClr val="000000"/>
              </a:solidFill>
              <a:latin typeface="Arial"/>
            </a:endParaRPr>
          </a:p>
        </p:txBody>
      </p:sp>
      <p:sp>
        <p:nvSpPr>
          <p:cNvPr id="351"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16</a:t>
            </a:r>
            <a:endParaRPr b="0" lang="en-US" sz="939" spc="-1" strike="noStrike">
              <a:solidFill>
                <a:srgbClr val="000000"/>
              </a:solidFill>
              <a:latin typeface="Arial"/>
            </a:endParaRPr>
          </a:p>
        </p:txBody>
      </p:sp>
      <p:sp>
        <p:nvSpPr>
          <p:cNvPr id="352" name=""/>
          <p:cNvSpPr/>
          <p:nvPr/>
        </p:nvSpPr>
        <p:spPr>
          <a:xfrm>
            <a:off x="647640" y="17524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53" name=""/>
          <p:cNvSpPr txBox="1"/>
          <p:nvPr/>
        </p:nvSpPr>
        <p:spPr>
          <a:xfrm>
            <a:off x="647640" y="181368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1</a:t>
            </a:r>
            <a:endParaRPr b="0" lang="en-US" sz="2450" spc="-1" strike="noStrike">
              <a:solidFill>
                <a:srgbClr val="000000"/>
              </a:solidFill>
              <a:latin typeface="Arial"/>
            </a:endParaRPr>
          </a:p>
        </p:txBody>
      </p:sp>
      <p:sp>
        <p:nvSpPr>
          <p:cNvPr id="354" name=""/>
          <p:cNvSpPr txBox="1"/>
          <p:nvPr/>
        </p:nvSpPr>
        <p:spPr>
          <a:xfrm>
            <a:off x="1371600" y="17524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Browser → data_raw</a:t>
            </a:r>
            <a:endParaRPr b="0" lang="en-US" sz="2720" spc="-1" strike="noStrike">
              <a:solidFill>
                <a:srgbClr val="000000"/>
              </a:solidFill>
              <a:latin typeface="Arial"/>
            </a:endParaRPr>
          </a:p>
        </p:txBody>
      </p:sp>
      <p:sp>
        <p:nvSpPr>
          <p:cNvPr id="355" name=""/>
          <p:cNvSpPr txBox="1"/>
          <p:nvPr/>
        </p:nvSpPr>
        <p:spPr>
          <a:xfrm>
            <a:off x="1371600" y="222516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dgm_marburg_10m.tif hinzufügen.</a:t>
            </a:r>
            <a:endParaRPr b="0" lang="en-US" sz="2260" spc="-1" strike="noStrike">
              <a:solidFill>
                <a:srgbClr val="000000"/>
              </a:solidFill>
              <a:latin typeface="Arial"/>
            </a:endParaRPr>
          </a:p>
        </p:txBody>
      </p:sp>
      <p:sp>
        <p:nvSpPr>
          <p:cNvPr id="356" name=""/>
          <p:cNvSpPr/>
          <p:nvPr/>
        </p:nvSpPr>
        <p:spPr>
          <a:xfrm>
            <a:off x="647640" y="28954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57" name=""/>
          <p:cNvSpPr txBox="1"/>
          <p:nvPr/>
        </p:nvSpPr>
        <p:spPr>
          <a:xfrm>
            <a:off x="647640" y="295668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2</a:t>
            </a:r>
            <a:endParaRPr b="0" lang="en-US" sz="2450" spc="-1" strike="noStrike">
              <a:solidFill>
                <a:srgbClr val="000000"/>
              </a:solidFill>
              <a:latin typeface="Arial"/>
            </a:endParaRPr>
          </a:p>
        </p:txBody>
      </p:sp>
      <p:sp>
        <p:nvSpPr>
          <p:cNvPr id="358" name=""/>
          <p:cNvSpPr txBox="1"/>
          <p:nvPr/>
        </p:nvSpPr>
        <p:spPr>
          <a:xfrm>
            <a:off x="1371600" y="28954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Layer sichtbar schalten</a:t>
            </a:r>
            <a:endParaRPr b="0" lang="en-US" sz="2720" spc="-1" strike="noStrike">
              <a:solidFill>
                <a:srgbClr val="000000"/>
              </a:solidFill>
              <a:latin typeface="Arial"/>
            </a:endParaRPr>
          </a:p>
        </p:txBody>
      </p:sp>
      <p:sp>
        <p:nvSpPr>
          <p:cNvPr id="359" name=""/>
          <p:cNvSpPr txBox="1"/>
          <p:nvPr/>
        </p:nvSpPr>
        <p:spPr>
          <a:xfrm>
            <a:off x="1371600" y="336816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Auf gemeinsame räumliche Lage achten.</a:t>
            </a:r>
            <a:endParaRPr b="0" lang="en-US" sz="2260" spc="-1" strike="noStrike">
              <a:solidFill>
                <a:srgbClr val="000000"/>
              </a:solidFill>
              <a:latin typeface="Arial"/>
            </a:endParaRPr>
          </a:p>
        </p:txBody>
      </p:sp>
      <p:sp>
        <p:nvSpPr>
          <p:cNvPr id="360" name=""/>
          <p:cNvSpPr/>
          <p:nvPr/>
        </p:nvSpPr>
        <p:spPr>
          <a:xfrm>
            <a:off x="647640" y="40384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61" name=""/>
          <p:cNvSpPr txBox="1"/>
          <p:nvPr/>
        </p:nvSpPr>
        <p:spPr>
          <a:xfrm>
            <a:off x="647640" y="409968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3</a:t>
            </a:r>
            <a:endParaRPr b="0" lang="en-US" sz="2450" spc="-1" strike="noStrike">
              <a:solidFill>
                <a:srgbClr val="000000"/>
              </a:solidFill>
              <a:latin typeface="Arial"/>
            </a:endParaRPr>
          </a:p>
        </p:txBody>
      </p:sp>
      <p:sp>
        <p:nvSpPr>
          <p:cNvPr id="362" name=""/>
          <p:cNvSpPr txBox="1"/>
          <p:nvPr/>
        </p:nvSpPr>
        <p:spPr>
          <a:xfrm>
            <a:off x="1371600" y="40384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Eigenschaften kurz prüfen</a:t>
            </a:r>
            <a:endParaRPr b="0" lang="en-US" sz="2720" spc="-1" strike="noStrike">
              <a:solidFill>
                <a:srgbClr val="000000"/>
              </a:solidFill>
              <a:latin typeface="Arial"/>
            </a:endParaRPr>
          </a:p>
        </p:txBody>
      </p:sp>
      <p:sp>
        <p:nvSpPr>
          <p:cNvPr id="363" name=""/>
          <p:cNvSpPr txBox="1"/>
          <p:nvPr/>
        </p:nvSpPr>
        <p:spPr>
          <a:xfrm>
            <a:off x="1371600" y="451116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Raster · 2000 × 2000 · 10 m · EPSG:25832</a:t>
            </a:r>
            <a:endParaRPr b="0" lang="en-US" sz="2260" spc="-1" strike="noStrike">
              <a:solidFill>
                <a:srgbClr val="000000"/>
              </a:solidFill>
              <a:latin typeface="Arial"/>
            </a:endParaRPr>
          </a:p>
        </p:txBody>
      </p:sp>
      <p:sp>
        <p:nvSpPr>
          <p:cNvPr id="364"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65" name=""/>
          <p:cNvSpPr txBox="1"/>
          <p:nvPr/>
        </p:nvSpPr>
        <p:spPr>
          <a:xfrm>
            <a:off x="838080" y="5623560"/>
            <a:ext cx="10515600" cy="442080"/>
          </a:xfrm>
          <a:prstGeom prst="rect">
            <a:avLst/>
          </a:prstGeom>
          <a:noFill/>
          <a:ln w="0">
            <a:noFill/>
          </a:ln>
        </p:spPr>
        <p:txBody>
          <a:bodyPr lIns="0" rIns="0" tIns="0" bIns="0" anchor="t">
            <a:noAutofit/>
          </a:bodyPr>
          <a:p>
            <a:r>
              <a:rPr b="1" lang="en-US" sz="2160" spc="-1" strike="noStrike">
                <a:solidFill>
                  <a:srgbClr val="004899"/>
                </a:solidFill>
                <a:latin typeface="Noto Sans"/>
              </a:rPr>
              <a:t>Jetzt sind genau ein Vektorlayer und ein Rasterlayer geladen.</a:t>
            </a:r>
            <a:endParaRPr b="0" lang="en-US" sz="21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6"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Verdeckt heißt nicht gelöscht</a:t>
            </a:r>
            <a:endParaRPr b="0" lang="en-US" sz="3190" spc="-1" strike="noStrike">
              <a:solidFill>
                <a:srgbClr val="000000"/>
              </a:solidFill>
              <a:latin typeface="Arial"/>
            </a:endParaRPr>
          </a:p>
        </p:txBody>
      </p:sp>
      <p:sp>
        <p:nvSpPr>
          <p:cNvPr id="367"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PRAXIS · LAYERREIHENFOLGE</a:t>
            </a:r>
            <a:endParaRPr b="0" lang="en-US" sz="1130" spc="-1" strike="noStrike">
              <a:solidFill>
                <a:srgbClr val="000000"/>
              </a:solidFill>
              <a:latin typeface="Arial"/>
            </a:endParaRPr>
          </a:p>
        </p:txBody>
      </p:sp>
      <p:sp>
        <p:nvSpPr>
          <p:cNvPr id="368"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10</a:t>
            </a:r>
            <a:endParaRPr b="0" lang="en-US" sz="939" spc="-1" strike="noStrike">
              <a:solidFill>
                <a:srgbClr val="000000"/>
              </a:solidFill>
              <a:latin typeface="Arial"/>
            </a:endParaRPr>
          </a:p>
        </p:txBody>
      </p:sp>
      <p:sp>
        <p:nvSpPr>
          <p:cNvPr id="369"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17</a:t>
            </a:r>
            <a:endParaRPr b="0" lang="en-US" sz="939" spc="-1" strike="noStrike">
              <a:solidFill>
                <a:srgbClr val="000000"/>
              </a:solidFill>
              <a:latin typeface="Arial"/>
            </a:endParaRPr>
          </a:p>
        </p:txBody>
      </p:sp>
      <p:pic>
        <p:nvPicPr>
          <p:cNvPr id="370" name="" descr="Dieselben zwei Punkte liegen innerhalb einer deckend gefüllten Fläche. Liegt die Fläche über den Punkten, sind diese verdeckt; liegen die Punkte oben, sind sie sichtbar."/>
          <p:cNvPicPr/>
          <p:nvPr/>
        </p:nvPicPr>
        <p:blipFill>
          <a:blip r:embed="rId1">
            <a:extLst>
              <a:ext uri="{96DAC541-7B7A-43D3-8B79-37D633B846F1}">
                <asvg:svgBlip xmlns:asvg="http://schemas.microsoft.com/office/drawing/2016/SVG/main" r:embed="rId2"/>
              </a:ext>
            </a:extLst>
          </a:blip>
          <a:stretch/>
        </p:blipFill>
        <p:spPr>
          <a:xfrm>
            <a:off x="876240" y="1600200"/>
            <a:ext cx="3238560" cy="3802320"/>
          </a:xfrm>
          <a:prstGeom prst="rect">
            <a:avLst/>
          </a:prstGeom>
          <a:ln w="0">
            <a:noFill/>
          </a:ln>
        </p:spPr>
      </p:pic>
      <p:sp>
        <p:nvSpPr>
          <p:cNvPr id="371" name=""/>
          <p:cNvSpPr/>
          <p:nvPr/>
        </p:nvSpPr>
        <p:spPr>
          <a:xfrm>
            <a:off x="4572000" y="1828800"/>
            <a:ext cx="6972480" cy="15620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72" name=""/>
          <p:cNvSpPr/>
          <p:nvPr/>
        </p:nvSpPr>
        <p:spPr>
          <a:xfrm>
            <a:off x="4572000" y="1828800"/>
            <a:ext cx="53280" cy="156204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73" name=""/>
          <p:cNvSpPr txBox="1"/>
          <p:nvPr/>
        </p:nvSpPr>
        <p:spPr>
          <a:xfrm>
            <a:off x="4777920" y="2011680"/>
            <a:ext cx="6561000" cy="647640"/>
          </a:xfrm>
          <a:prstGeom prst="rect">
            <a:avLst/>
          </a:prstGeom>
          <a:noFill/>
          <a:ln w="0">
            <a:noFill/>
          </a:ln>
        </p:spPr>
        <p:txBody>
          <a:bodyPr lIns="0" rIns="0" tIns="0" bIns="0" anchor="t">
            <a:noAutofit/>
          </a:bodyPr>
          <a:p>
            <a:r>
              <a:rPr b="1" lang="en-US" sz="2540" spc="-1" strike="noStrike">
                <a:solidFill>
                  <a:srgbClr val="004899"/>
                </a:solidFill>
                <a:latin typeface="Noto Sans"/>
              </a:rPr>
              <a:t>Im Layer-Bereich</a:t>
            </a:r>
            <a:endParaRPr b="0" lang="en-US" sz="2540" spc="-1" strike="noStrike">
              <a:solidFill>
                <a:srgbClr val="000000"/>
              </a:solidFill>
              <a:latin typeface="Arial"/>
            </a:endParaRPr>
          </a:p>
        </p:txBody>
      </p:sp>
      <p:sp>
        <p:nvSpPr>
          <p:cNvPr id="374" name=""/>
          <p:cNvSpPr txBox="1"/>
          <p:nvPr/>
        </p:nvSpPr>
        <p:spPr>
          <a:xfrm>
            <a:off x="4777920" y="2590920"/>
            <a:ext cx="6561000" cy="663120"/>
          </a:xfrm>
          <a:prstGeom prst="rect">
            <a:avLst/>
          </a:prstGeom>
          <a:noFill/>
          <a:ln w="0">
            <a:noFill/>
          </a:ln>
        </p:spPr>
        <p:txBody>
          <a:bodyPr lIns="0" rIns="0" tIns="0" bIns="0" anchor="t">
            <a:noAutofit/>
          </a:bodyPr>
          <a:p>
            <a:r>
              <a:rPr b="0" lang="en-US" sz="2540" spc="-1" strike="noStrike">
                <a:solidFill>
                  <a:srgbClr val="000000"/>
                </a:solidFill>
                <a:latin typeface="Noto Sans"/>
              </a:rPr>
              <a:t>gewaesser nach oben</a:t>
            </a:r>
            <a:endParaRPr b="0" lang="en-US" sz="2540" spc="-1" strike="noStrike">
              <a:solidFill>
                <a:srgbClr val="000000"/>
              </a:solidFill>
              <a:latin typeface="Arial"/>
            </a:endParaRPr>
          </a:p>
          <a:p>
            <a:r>
              <a:rPr b="0" lang="en-US" sz="2540" spc="-1" strike="noStrike">
                <a:solidFill>
                  <a:srgbClr val="000000"/>
                </a:solidFill>
                <a:latin typeface="Noto Sans"/>
              </a:rPr>
              <a:t>dgm_marburg_10m darunter</a:t>
            </a:r>
            <a:endParaRPr b="0" lang="en-US" sz="2540" spc="-1" strike="noStrike">
              <a:solidFill>
                <a:srgbClr val="000000"/>
              </a:solidFill>
              <a:latin typeface="Arial"/>
            </a:endParaRPr>
          </a:p>
        </p:txBody>
      </p:sp>
      <p:sp>
        <p:nvSpPr>
          <p:cNvPr id="375" name=""/>
          <p:cNvSpPr/>
          <p:nvPr/>
        </p:nvSpPr>
        <p:spPr>
          <a:xfrm>
            <a:off x="4572000" y="3695760"/>
            <a:ext cx="6972480" cy="15620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76" name=""/>
          <p:cNvSpPr/>
          <p:nvPr/>
        </p:nvSpPr>
        <p:spPr>
          <a:xfrm>
            <a:off x="4572000" y="3695760"/>
            <a:ext cx="53280" cy="156204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77" name=""/>
          <p:cNvSpPr txBox="1"/>
          <p:nvPr/>
        </p:nvSpPr>
        <p:spPr>
          <a:xfrm>
            <a:off x="4777920" y="3878640"/>
            <a:ext cx="6561000" cy="647640"/>
          </a:xfrm>
          <a:prstGeom prst="rect">
            <a:avLst/>
          </a:prstGeom>
          <a:noFill/>
          <a:ln w="0">
            <a:noFill/>
          </a:ln>
        </p:spPr>
        <p:txBody>
          <a:bodyPr lIns="0" rIns="0" tIns="0" bIns="0" anchor="t">
            <a:noAutofit/>
          </a:bodyPr>
          <a:p>
            <a:r>
              <a:rPr b="1" lang="en-US" sz="2540" spc="-1" strike="noStrike">
                <a:solidFill>
                  <a:srgbClr val="a32123"/>
                </a:solidFill>
                <a:latin typeface="Noto Sans"/>
              </a:rPr>
              <a:t>Kontrollfrage</a:t>
            </a:r>
            <a:endParaRPr b="0" lang="en-US" sz="2540" spc="-1" strike="noStrike">
              <a:solidFill>
                <a:srgbClr val="000000"/>
              </a:solidFill>
              <a:latin typeface="Arial"/>
            </a:endParaRPr>
          </a:p>
        </p:txBody>
      </p:sp>
      <p:sp>
        <p:nvSpPr>
          <p:cNvPr id="378" name=""/>
          <p:cNvSpPr txBox="1"/>
          <p:nvPr/>
        </p:nvSpPr>
        <p:spPr>
          <a:xfrm>
            <a:off x="4777920" y="4457880"/>
            <a:ext cx="6561000" cy="663120"/>
          </a:xfrm>
          <a:prstGeom prst="rect">
            <a:avLst/>
          </a:prstGeom>
          <a:noFill/>
          <a:ln w="0">
            <a:noFill/>
          </a:ln>
        </p:spPr>
        <p:txBody>
          <a:bodyPr lIns="0" rIns="0" tIns="0" bIns="0" anchor="t">
            <a:noAutofit/>
          </a:bodyPr>
          <a:p>
            <a:r>
              <a:rPr b="0" lang="en-US" sz="2350" spc="-1" strike="noStrike">
                <a:solidFill>
                  <a:srgbClr val="000000"/>
                </a:solidFill>
                <a:latin typeface="Noto Sans"/>
              </a:rPr>
              <a:t>Sind beide Layer vorhanden und sinnvoll sichtbar?</a:t>
            </a:r>
            <a:endParaRPr b="0" lang="en-US" sz="2350" spc="-1" strike="noStrike">
              <a:solidFill>
                <a:srgbClr val="000000"/>
              </a:solidFill>
              <a:latin typeface="Arial"/>
            </a:endParaRPr>
          </a:p>
        </p:txBody>
      </p:sp>
      <p:sp>
        <p:nvSpPr>
          <p:cNvPr id="379"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80" name=""/>
          <p:cNvSpPr txBox="1"/>
          <p:nvPr/>
        </p:nvSpPr>
        <p:spPr>
          <a:xfrm>
            <a:off x="838080" y="5623560"/>
            <a:ext cx="10515600" cy="442080"/>
          </a:xfrm>
          <a:prstGeom prst="rect">
            <a:avLst/>
          </a:prstGeom>
          <a:noFill/>
          <a:ln w="0">
            <a:noFill/>
          </a:ln>
        </p:spPr>
        <p:txBody>
          <a:bodyPr lIns="0" rIns="0" tIns="0" bIns="0" anchor="t">
            <a:noAutofit/>
          </a:bodyPr>
          <a:p>
            <a:r>
              <a:rPr b="1" lang="en-US" sz="2160" spc="-1" strike="noStrike">
                <a:solidFill>
                  <a:srgbClr val="004899"/>
                </a:solidFill>
                <a:latin typeface="Noto Sans"/>
              </a:rPr>
              <a:t>Die Reihenfolge ändert die Darstellung – nicht die Daten.</a:t>
            </a:r>
            <a:endParaRPr b="0" lang="en-US" sz="21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1"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Beide Layer kurz bedienen</a:t>
            </a:r>
            <a:endParaRPr b="0" lang="en-US" sz="3190" spc="-1" strike="noStrike">
              <a:solidFill>
                <a:srgbClr val="000000"/>
              </a:solidFill>
              <a:latin typeface="Arial"/>
            </a:endParaRPr>
          </a:p>
        </p:txBody>
      </p:sp>
      <p:sp>
        <p:nvSpPr>
          <p:cNvPr id="382"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PRAXIS · KARTE UND LAYER</a:t>
            </a:r>
            <a:endParaRPr b="0" lang="en-US" sz="1130" spc="-1" strike="noStrike">
              <a:solidFill>
                <a:srgbClr val="000000"/>
              </a:solidFill>
              <a:latin typeface="Arial"/>
            </a:endParaRPr>
          </a:p>
        </p:txBody>
      </p:sp>
      <p:sp>
        <p:nvSpPr>
          <p:cNvPr id="383"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10</a:t>
            </a:r>
            <a:endParaRPr b="0" lang="en-US" sz="939" spc="-1" strike="noStrike">
              <a:solidFill>
                <a:srgbClr val="000000"/>
              </a:solidFill>
              <a:latin typeface="Arial"/>
            </a:endParaRPr>
          </a:p>
        </p:txBody>
      </p:sp>
      <p:sp>
        <p:nvSpPr>
          <p:cNvPr id="384"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18</a:t>
            </a:r>
            <a:endParaRPr b="0" lang="en-US" sz="939" spc="-1" strike="noStrike">
              <a:solidFill>
                <a:srgbClr val="000000"/>
              </a:solidFill>
              <a:latin typeface="Arial"/>
            </a:endParaRPr>
          </a:p>
        </p:txBody>
      </p:sp>
      <p:sp>
        <p:nvSpPr>
          <p:cNvPr id="385" name=""/>
          <p:cNvSpPr/>
          <p:nvPr/>
        </p:nvSpPr>
        <p:spPr>
          <a:xfrm>
            <a:off x="647640" y="17524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86" name=""/>
          <p:cNvSpPr txBox="1"/>
          <p:nvPr/>
        </p:nvSpPr>
        <p:spPr>
          <a:xfrm>
            <a:off x="647640" y="181368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1</a:t>
            </a:r>
            <a:endParaRPr b="0" lang="en-US" sz="2450" spc="-1" strike="noStrike">
              <a:solidFill>
                <a:srgbClr val="000000"/>
              </a:solidFill>
              <a:latin typeface="Arial"/>
            </a:endParaRPr>
          </a:p>
        </p:txBody>
      </p:sp>
      <p:sp>
        <p:nvSpPr>
          <p:cNvPr id="387" name=""/>
          <p:cNvSpPr txBox="1"/>
          <p:nvPr/>
        </p:nvSpPr>
        <p:spPr>
          <a:xfrm>
            <a:off x="1371600" y="17524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Sichtbarkeit testen</a:t>
            </a:r>
            <a:endParaRPr b="0" lang="en-US" sz="2720" spc="-1" strike="noStrike">
              <a:solidFill>
                <a:srgbClr val="000000"/>
              </a:solidFill>
              <a:latin typeface="Arial"/>
            </a:endParaRPr>
          </a:p>
        </p:txBody>
      </p:sp>
      <p:sp>
        <p:nvSpPr>
          <p:cNvPr id="388" name=""/>
          <p:cNvSpPr txBox="1"/>
          <p:nvPr/>
        </p:nvSpPr>
        <p:spPr>
          <a:xfrm>
            <a:off x="1371600" y="222516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Gewässer und DGM einzeln ein- und ausblenden.</a:t>
            </a:r>
            <a:endParaRPr b="0" lang="en-US" sz="2260" spc="-1" strike="noStrike">
              <a:solidFill>
                <a:srgbClr val="000000"/>
              </a:solidFill>
              <a:latin typeface="Arial"/>
            </a:endParaRPr>
          </a:p>
        </p:txBody>
      </p:sp>
      <p:sp>
        <p:nvSpPr>
          <p:cNvPr id="389" name=""/>
          <p:cNvSpPr/>
          <p:nvPr/>
        </p:nvSpPr>
        <p:spPr>
          <a:xfrm>
            <a:off x="647640" y="28954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90" name=""/>
          <p:cNvSpPr txBox="1"/>
          <p:nvPr/>
        </p:nvSpPr>
        <p:spPr>
          <a:xfrm>
            <a:off x="647640" y="295668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2</a:t>
            </a:r>
            <a:endParaRPr b="0" lang="en-US" sz="2450" spc="-1" strike="noStrike">
              <a:solidFill>
                <a:srgbClr val="000000"/>
              </a:solidFill>
              <a:latin typeface="Arial"/>
            </a:endParaRPr>
          </a:p>
        </p:txBody>
      </p:sp>
      <p:sp>
        <p:nvSpPr>
          <p:cNvPr id="391" name=""/>
          <p:cNvSpPr txBox="1"/>
          <p:nvPr/>
        </p:nvSpPr>
        <p:spPr>
          <a:xfrm>
            <a:off x="1371600" y="28954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Navigieren</a:t>
            </a:r>
            <a:endParaRPr b="0" lang="en-US" sz="2720" spc="-1" strike="noStrike">
              <a:solidFill>
                <a:srgbClr val="000000"/>
              </a:solidFill>
              <a:latin typeface="Arial"/>
            </a:endParaRPr>
          </a:p>
        </p:txBody>
      </p:sp>
      <p:sp>
        <p:nvSpPr>
          <p:cNvPr id="392" name=""/>
          <p:cNvSpPr txBox="1"/>
          <p:nvPr/>
        </p:nvSpPr>
        <p:spPr>
          <a:xfrm>
            <a:off x="1371600" y="336816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Auf gewaesser zoomen und Kartenausschnitt verschieben.</a:t>
            </a:r>
            <a:endParaRPr b="0" lang="en-US" sz="2260" spc="-1" strike="noStrike">
              <a:solidFill>
                <a:srgbClr val="000000"/>
              </a:solidFill>
              <a:latin typeface="Arial"/>
            </a:endParaRPr>
          </a:p>
        </p:txBody>
      </p:sp>
      <p:sp>
        <p:nvSpPr>
          <p:cNvPr id="393" name=""/>
          <p:cNvSpPr/>
          <p:nvPr/>
        </p:nvSpPr>
        <p:spPr>
          <a:xfrm>
            <a:off x="647640" y="40384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94" name=""/>
          <p:cNvSpPr txBox="1"/>
          <p:nvPr/>
        </p:nvSpPr>
        <p:spPr>
          <a:xfrm>
            <a:off x="647640" y="409968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3</a:t>
            </a:r>
            <a:endParaRPr b="0" lang="en-US" sz="2450" spc="-1" strike="noStrike">
              <a:solidFill>
                <a:srgbClr val="000000"/>
              </a:solidFill>
              <a:latin typeface="Arial"/>
            </a:endParaRPr>
          </a:p>
        </p:txBody>
      </p:sp>
      <p:sp>
        <p:nvSpPr>
          <p:cNvPr id="395" name=""/>
          <p:cNvSpPr txBox="1"/>
          <p:nvPr/>
        </p:nvSpPr>
        <p:spPr>
          <a:xfrm>
            <a:off x="1371600" y="40384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Datenmodell benennen</a:t>
            </a:r>
            <a:endParaRPr b="0" lang="en-US" sz="2720" spc="-1" strike="noStrike">
              <a:solidFill>
                <a:srgbClr val="000000"/>
              </a:solidFill>
              <a:latin typeface="Arial"/>
            </a:endParaRPr>
          </a:p>
        </p:txBody>
      </p:sp>
      <p:sp>
        <p:nvSpPr>
          <p:cNvPr id="396" name=""/>
          <p:cNvSpPr txBox="1"/>
          <p:nvPr/>
        </p:nvSpPr>
        <p:spPr>
          <a:xfrm>
            <a:off x="1371600" y="451116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gewaesser = Vektor · DGM = Raster</a:t>
            </a:r>
            <a:endParaRPr b="0" lang="en-US" sz="2260" spc="-1" strike="noStrike">
              <a:solidFill>
                <a:srgbClr val="000000"/>
              </a:solidFill>
              <a:latin typeface="Arial"/>
            </a:endParaRPr>
          </a:p>
        </p:txBody>
      </p:sp>
      <p:sp>
        <p:nvSpPr>
          <p:cNvPr id="397"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98" name=""/>
          <p:cNvSpPr txBox="1"/>
          <p:nvPr/>
        </p:nvSpPr>
        <p:spPr>
          <a:xfrm>
            <a:off x="838080" y="5623560"/>
            <a:ext cx="10515600" cy="442080"/>
          </a:xfrm>
          <a:prstGeom prst="rect">
            <a:avLst/>
          </a:prstGeom>
          <a:noFill/>
          <a:ln w="0">
            <a:noFill/>
          </a:ln>
        </p:spPr>
        <p:txBody>
          <a:bodyPr lIns="0" rIns="0" tIns="0" bIns="0" anchor="t">
            <a:noAutofit/>
          </a:bodyPr>
          <a:p>
            <a:r>
              <a:rPr b="1" lang="en-US" sz="2070" spc="-1" strike="noStrike">
                <a:solidFill>
                  <a:srgbClr val="004899"/>
                </a:solidFill>
                <a:latin typeface="Noto Sans"/>
              </a:rPr>
              <a:t>Zwischenstand: beide Layer geladen, sichtbar und als Modell erkannt.</a:t>
            </a:r>
            <a:endParaRPr b="0" lang="en-US" sz="20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9"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Feature und Tabellenzeile verbinden</a:t>
            </a:r>
            <a:endParaRPr b="0" lang="en-US" sz="3190" spc="-1" strike="noStrike">
              <a:solidFill>
                <a:srgbClr val="000000"/>
              </a:solidFill>
              <a:latin typeface="Arial"/>
            </a:endParaRPr>
          </a:p>
        </p:txBody>
      </p:sp>
      <p:sp>
        <p:nvSpPr>
          <p:cNvPr id="400"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PRAXIS · VEKTORDATEN PRÜFEN</a:t>
            </a:r>
            <a:endParaRPr b="0" lang="en-US" sz="1130" spc="-1" strike="noStrike">
              <a:solidFill>
                <a:srgbClr val="000000"/>
              </a:solidFill>
              <a:latin typeface="Arial"/>
            </a:endParaRPr>
          </a:p>
        </p:txBody>
      </p:sp>
      <p:sp>
        <p:nvSpPr>
          <p:cNvPr id="401"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10</a:t>
            </a:r>
            <a:endParaRPr b="0" lang="en-US" sz="939" spc="-1" strike="noStrike">
              <a:solidFill>
                <a:srgbClr val="000000"/>
              </a:solidFill>
              <a:latin typeface="Arial"/>
            </a:endParaRPr>
          </a:p>
        </p:txBody>
      </p:sp>
      <p:sp>
        <p:nvSpPr>
          <p:cNvPr id="402"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19</a:t>
            </a:r>
            <a:endParaRPr b="0" lang="en-US" sz="939" spc="-1" strike="noStrike">
              <a:solidFill>
                <a:srgbClr val="000000"/>
              </a:solidFill>
              <a:latin typeface="Arial"/>
            </a:endParaRPr>
          </a:p>
        </p:txBody>
      </p:sp>
      <p:sp>
        <p:nvSpPr>
          <p:cNvPr id="403" name=""/>
          <p:cNvSpPr/>
          <p:nvPr/>
        </p:nvSpPr>
        <p:spPr>
          <a:xfrm>
            <a:off x="800280" y="2286000"/>
            <a:ext cx="3200400" cy="2133720"/>
          </a:xfrm>
          <a:prstGeom prst="rect">
            <a:avLst/>
          </a:prstGeom>
          <a:solidFill>
            <a:srgbClr val="eaf5f7"/>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404" name=""/>
          <p:cNvSpPr/>
          <p:nvPr/>
        </p:nvSpPr>
        <p:spPr>
          <a:xfrm>
            <a:off x="1143000" y="2666880"/>
            <a:ext cx="2362320" cy="1219320"/>
          </a:xfrm>
          <a:custGeom>
            <a:avLst/>
            <a:gdLst/>
            <a:ahLst/>
            <a:rect l="0" t="0" r="r" b="b"/>
            <a:pathLst>
              <a:path fill="none" w="6562" h="3387">
                <a:moveTo>
                  <a:pt x="0" y="3387"/>
                </a:moveTo>
                <a:lnTo>
                  <a:pt x="2011" y="1694"/>
                </a:lnTo>
                <a:lnTo>
                  <a:pt x="3810" y="2435"/>
                </a:lnTo>
                <a:lnTo>
                  <a:pt x="6562" y="0"/>
                </a:lnTo>
              </a:path>
            </a:pathLst>
          </a:custGeom>
          <a:ln w="46800">
            <a:solidFill>
              <a:srgbClr val="004899"/>
            </a:solidFill>
            <a:round/>
          </a:ln>
        </p:spPr>
        <p:txBody>
          <a:bodyPr lIns="113400" rIns="113400" tIns="68400" bIns="68400" anchor="ctr" anchorCtr="1">
            <a:noAutofit/>
          </a:bodyPr>
          <a:p>
            <a:endParaRPr b="0" lang="en-US" sz="1800" spc="-1" strike="noStrike">
              <a:solidFill>
                <a:srgbClr val="000000"/>
              </a:solidFill>
              <a:latin typeface="Arial"/>
            </a:endParaRPr>
          </a:p>
        </p:txBody>
      </p:sp>
      <p:sp>
        <p:nvSpPr>
          <p:cNvPr id="405" name=""/>
          <p:cNvSpPr/>
          <p:nvPr/>
        </p:nvSpPr>
        <p:spPr>
          <a:xfrm>
            <a:off x="2286000" y="3223440"/>
            <a:ext cx="259200" cy="259200"/>
          </a:xfrm>
          <a:prstGeom prst="ellipse">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06" name=""/>
          <p:cNvSpPr txBox="1"/>
          <p:nvPr/>
        </p:nvSpPr>
        <p:spPr>
          <a:xfrm>
            <a:off x="914400" y="4648320"/>
            <a:ext cx="3276720" cy="419040"/>
          </a:xfrm>
          <a:prstGeom prst="rect">
            <a:avLst/>
          </a:prstGeom>
          <a:noFill/>
          <a:ln w="0">
            <a:noFill/>
          </a:ln>
        </p:spPr>
        <p:txBody>
          <a:bodyPr lIns="0" rIns="0" tIns="0" bIns="0" anchor="t">
            <a:noAutofit/>
          </a:bodyPr>
          <a:p>
            <a:pPr algn="ctr"/>
            <a:r>
              <a:rPr b="1" lang="en-US" sz="2070" spc="-1" strike="noStrike">
                <a:solidFill>
                  <a:srgbClr val="004899"/>
                </a:solidFill>
                <a:latin typeface="Noto Sans"/>
              </a:rPr>
              <a:t>ausgewähltes Linienfeature</a:t>
            </a:r>
            <a:endParaRPr b="0" lang="en-US" sz="2070" spc="-1" strike="noStrike">
              <a:solidFill>
                <a:srgbClr val="000000"/>
              </a:solidFill>
              <a:latin typeface="Arial"/>
            </a:endParaRPr>
          </a:p>
        </p:txBody>
      </p:sp>
      <p:sp>
        <p:nvSpPr>
          <p:cNvPr id="407" name=""/>
          <p:cNvSpPr/>
          <p:nvPr/>
        </p:nvSpPr>
        <p:spPr>
          <a:xfrm>
            <a:off x="4191120" y="3352680"/>
            <a:ext cx="647640" cy="0"/>
          </a:xfrm>
          <a:prstGeom prst="line">
            <a:avLst/>
          </a:prstGeom>
          <a:ln w="30600">
            <a:solidFill>
              <a:srgbClr val="004899"/>
            </a:solidFill>
            <a:round/>
          </a:ln>
        </p:spPr>
        <p:style>
          <a:lnRef idx="0"/>
          <a:fillRef idx="0"/>
          <a:effectRef idx="0"/>
          <a:fontRef idx="minor"/>
        </p:style>
        <p:txBody>
          <a:bodyPr lIns="105120" rIns="105120" tIns="-60120" bIns="-60120" anchor="ctr" anchorCtr="1">
            <a:noAutofit/>
          </a:bodyPr>
          <a:p>
            <a:endParaRPr b="0" lang="en-US" sz="1800" spc="-1" strike="noStrike">
              <a:solidFill>
                <a:srgbClr val="000000"/>
              </a:solidFill>
              <a:latin typeface="Arial"/>
            </a:endParaRPr>
          </a:p>
        </p:txBody>
      </p:sp>
      <p:sp>
        <p:nvSpPr>
          <p:cNvPr id="408" name=""/>
          <p:cNvSpPr/>
          <p:nvPr/>
        </p:nvSpPr>
        <p:spPr>
          <a:xfrm>
            <a:off x="4648320" y="3192840"/>
            <a:ext cx="213120" cy="320040"/>
          </a:xfrm>
          <a:custGeom>
            <a:avLst/>
            <a:gdLst/>
            <a:ahLst/>
            <a:rect l="0" t="0" r="r" b="b"/>
            <a:pathLst>
              <a:path fill="none" w="592" h="889">
                <a:moveTo>
                  <a:pt x="0" y="0"/>
                </a:moveTo>
                <a:lnTo>
                  <a:pt x="592" y="444"/>
                </a:lnTo>
                <a:lnTo>
                  <a:pt x="0" y="889"/>
                </a:lnTo>
              </a:path>
            </a:pathLst>
          </a:custGeom>
          <a:ln w="30600">
            <a:solidFill>
              <a:srgbClr val="004899"/>
            </a:solidFill>
            <a:round/>
          </a:ln>
        </p:spPr>
        <p:txBody>
          <a:bodyPr lIns="105120" rIns="105120" tIns="60120" bIns="60120" anchor="ctr" anchorCtr="1">
            <a:noAutofit/>
          </a:bodyPr>
          <a:p>
            <a:endParaRPr b="0" lang="en-US" sz="1800" spc="-1" strike="noStrike">
              <a:solidFill>
                <a:srgbClr val="000000"/>
              </a:solidFill>
              <a:latin typeface="Arial"/>
            </a:endParaRPr>
          </a:p>
        </p:txBody>
      </p:sp>
      <p:sp>
        <p:nvSpPr>
          <p:cNvPr id="409" name=""/>
          <p:cNvSpPr/>
          <p:nvPr/>
        </p:nvSpPr>
        <p:spPr>
          <a:xfrm>
            <a:off x="4952880" y="2666880"/>
            <a:ext cx="1196280" cy="77724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10" name=""/>
          <p:cNvSpPr txBox="1"/>
          <p:nvPr/>
        </p:nvSpPr>
        <p:spPr>
          <a:xfrm>
            <a:off x="5090040" y="2796480"/>
            <a:ext cx="945000" cy="647640"/>
          </a:xfrm>
          <a:prstGeom prst="rect">
            <a:avLst/>
          </a:prstGeom>
          <a:noFill/>
          <a:ln w="0">
            <a:noFill/>
          </a:ln>
        </p:spPr>
        <p:txBody>
          <a:bodyPr lIns="0" rIns="0" tIns="0" bIns="0" anchor="t">
            <a:noAutofit/>
          </a:bodyPr>
          <a:p>
            <a:r>
              <a:rPr b="1" lang="en-US" sz="1879" spc="-1" strike="noStrike">
                <a:solidFill>
                  <a:srgbClr val="ffffff"/>
                </a:solidFill>
                <a:latin typeface="Noto Sans"/>
              </a:rPr>
              <a:t>fid</a:t>
            </a:r>
            <a:endParaRPr b="0" lang="en-US" sz="1879" spc="-1" strike="noStrike">
              <a:solidFill>
                <a:srgbClr val="000000"/>
              </a:solidFill>
              <a:latin typeface="Arial"/>
            </a:endParaRPr>
          </a:p>
        </p:txBody>
      </p:sp>
      <p:sp>
        <p:nvSpPr>
          <p:cNvPr id="411" name=""/>
          <p:cNvSpPr/>
          <p:nvPr/>
        </p:nvSpPr>
        <p:spPr>
          <a:xfrm>
            <a:off x="6172200" y="2666880"/>
            <a:ext cx="2491920" cy="77724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12" name=""/>
          <p:cNvSpPr txBox="1"/>
          <p:nvPr/>
        </p:nvSpPr>
        <p:spPr>
          <a:xfrm>
            <a:off x="6309360" y="2796480"/>
            <a:ext cx="2240280" cy="647640"/>
          </a:xfrm>
          <a:prstGeom prst="rect">
            <a:avLst/>
          </a:prstGeom>
          <a:noFill/>
          <a:ln w="0">
            <a:noFill/>
          </a:ln>
        </p:spPr>
        <p:txBody>
          <a:bodyPr lIns="0" rIns="0" tIns="0" bIns="0" anchor="t">
            <a:noAutofit/>
          </a:bodyPr>
          <a:p>
            <a:r>
              <a:rPr b="1" lang="en-US" sz="1879" spc="-1" strike="noStrike">
                <a:solidFill>
                  <a:srgbClr val="ffffff"/>
                </a:solidFill>
                <a:latin typeface="Noto Sans"/>
              </a:rPr>
              <a:t>name</a:t>
            </a:r>
            <a:endParaRPr b="0" lang="en-US" sz="1879" spc="-1" strike="noStrike">
              <a:solidFill>
                <a:srgbClr val="000000"/>
              </a:solidFill>
              <a:latin typeface="Arial"/>
            </a:endParaRPr>
          </a:p>
        </p:txBody>
      </p:sp>
      <p:sp>
        <p:nvSpPr>
          <p:cNvPr id="413" name=""/>
          <p:cNvSpPr/>
          <p:nvPr/>
        </p:nvSpPr>
        <p:spPr>
          <a:xfrm>
            <a:off x="8686800" y="2666880"/>
            <a:ext cx="2834640" cy="77724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14" name=""/>
          <p:cNvSpPr txBox="1"/>
          <p:nvPr/>
        </p:nvSpPr>
        <p:spPr>
          <a:xfrm>
            <a:off x="8823960" y="2796480"/>
            <a:ext cx="2583360" cy="647640"/>
          </a:xfrm>
          <a:prstGeom prst="rect">
            <a:avLst/>
          </a:prstGeom>
          <a:noFill/>
          <a:ln w="0">
            <a:noFill/>
          </a:ln>
        </p:spPr>
        <p:txBody>
          <a:bodyPr lIns="0" rIns="0" tIns="0" bIns="0" anchor="t">
            <a:noAutofit/>
          </a:bodyPr>
          <a:p>
            <a:r>
              <a:rPr b="1" lang="en-US" sz="1879" spc="-1" strike="noStrike">
                <a:solidFill>
                  <a:srgbClr val="ffffff"/>
                </a:solidFill>
                <a:latin typeface="Noto Sans"/>
              </a:rPr>
              <a:t>gewaesserzahl</a:t>
            </a:r>
            <a:endParaRPr b="0" lang="en-US" sz="1879" spc="-1" strike="noStrike">
              <a:solidFill>
                <a:srgbClr val="000000"/>
              </a:solidFill>
              <a:latin typeface="Arial"/>
            </a:endParaRPr>
          </a:p>
        </p:txBody>
      </p:sp>
      <p:sp>
        <p:nvSpPr>
          <p:cNvPr id="415" name=""/>
          <p:cNvSpPr/>
          <p:nvPr/>
        </p:nvSpPr>
        <p:spPr>
          <a:xfrm>
            <a:off x="4952880" y="3467160"/>
            <a:ext cx="1196280" cy="7772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16" name=""/>
          <p:cNvSpPr txBox="1"/>
          <p:nvPr/>
        </p:nvSpPr>
        <p:spPr>
          <a:xfrm>
            <a:off x="5090040" y="3596760"/>
            <a:ext cx="945000" cy="647640"/>
          </a:xfrm>
          <a:prstGeom prst="rect">
            <a:avLst/>
          </a:prstGeom>
          <a:noFill/>
          <a:ln w="0">
            <a:noFill/>
          </a:ln>
        </p:spPr>
        <p:txBody>
          <a:bodyPr lIns="0" rIns="0" tIns="0" bIns="0" anchor="t">
            <a:noAutofit/>
          </a:bodyPr>
          <a:p>
            <a:r>
              <a:rPr b="0" lang="en-US" sz="1879" spc="-1" strike="noStrike">
                <a:solidFill>
                  <a:srgbClr val="000000"/>
                </a:solidFill>
                <a:latin typeface="Noto Sans"/>
              </a:rPr>
              <a:t>[Zeile]</a:t>
            </a:r>
            <a:endParaRPr b="0" lang="en-US" sz="1879" spc="-1" strike="noStrike">
              <a:solidFill>
                <a:srgbClr val="000000"/>
              </a:solidFill>
              <a:latin typeface="Arial"/>
            </a:endParaRPr>
          </a:p>
        </p:txBody>
      </p:sp>
      <p:sp>
        <p:nvSpPr>
          <p:cNvPr id="417" name=""/>
          <p:cNvSpPr/>
          <p:nvPr/>
        </p:nvSpPr>
        <p:spPr>
          <a:xfrm>
            <a:off x="6172200" y="3467160"/>
            <a:ext cx="2491920" cy="7772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18" name=""/>
          <p:cNvSpPr txBox="1"/>
          <p:nvPr/>
        </p:nvSpPr>
        <p:spPr>
          <a:xfrm>
            <a:off x="6309360" y="3596760"/>
            <a:ext cx="2240280" cy="647640"/>
          </a:xfrm>
          <a:prstGeom prst="rect">
            <a:avLst/>
          </a:prstGeom>
          <a:noFill/>
          <a:ln w="0">
            <a:noFill/>
          </a:ln>
        </p:spPr>
        <p:txBody>
          <a:bodyPr lIns="0" rIns="0" tIns="0" bIns="0" anchor="t">
            <a:noAutofit/>
          </a:bodyPr>
          <a:p>
            <a:r>
              <a:rPr b="0" lang="en-US" sz="1879" spc="-1" strike="noStrike">
                <a:solidFill>
                  <a:srgbClr val="000000"/>
                </a:solidFill>
                <a:latin typeface="Noto Sans"/>
              </a:rPr>
              <a:t>[Wert]</a:t>
            </a:r>
            <a:endParaRPr b="0" lang="en-US" sz="1879" spc="-1" strike="noStrike">
              <a:solidFill>
                <a:srgbClr val="000000"/>
              </a:solidFill>
              <a:latin typeface="Arial"/>
            </a:endParaRPr>
          </a:p>
        </p:txBody>
      </p:sp>
      <p:sp>
        <p:nvSpPr>
          <p:cNvPr id="419" name=""/>
          <p:cNvSpPr/>
          <p:nvPr/>
        </p:nvSpPr>
        <p:spPr>
          <a:xfrm>
            <a:off x="8686800" y="3467160"/>
            <a:ext cx="2834640" cy="7772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20" name=""/>
          <p:cNvSpPr txBox="1"/>
          <p:nvPr/>
        </p:nvSpPr>
        <p:spPr>
          <a:xfrm>
            <a:off x="8823960" y="3596760"/>
            <a:ext cx="2583360" cy="647640"/>
          </a:xfrm>
          <a:prstGeom prst="rect">
            <a:avLst/>
          </a:prstGeom>
          <a:noFill/>
          <a:ln w="0">
            <a:noFill/>
          </a:ln>
        </p:spPr>
        <p:txBody>
          <a:bodyPr lIns="0" rIns="0" tIns="0" bIns="0" anchor="t">
            <a:noAutofit/>
          </a:bodyPr>
          <a:p>
            <a:r>
              <a:rPr b="0" lang="en-US" sz="1879" spc="-1" strike="noStrike">
                <a:solidFill>
                  <a:srgbClr val="000000"/>
                </a:solidFill>
                <a:latin typeface="Noto Sans"/>
              </a:rPr>
              <a:t>[Wert]</a:t>
            </a:r>
            <a:endParaRPr b="0" lang="en-US" sz="1879" spc="-1" strike="noStrike">
              <a:solidFill>
                <a:srgbClr val="000000"/>
              </a:solidFill>
              <a:latin typeface="Arial"/>
            </a:endParaRPr>
          </a:p>
        </p:txBody>
      </p:sp>
      <p:sp>
        <p:nvSpPr>
          <p:cNvPr id="421"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22" name=""/>
          <p:cNvSpPr txBox="1"/>
          <p:nvPr/>
        </p:nvSpPr>
        <p:spPr>
          <a:xfrm>
            <a:off x="838080" y="5623560"/>
            <a:ext cx="10515600" cy="442080"/>
          </a:xfrm>
          <a:prstGeom prst="rect">
            <a:avLst/>
          </a:prstGeom>
          <a:noFill/>
          <a:ln w="0">
            <a:noFill/>
          </a:ln>
        </p:spPr>
        <p:txBody>
          <a:bodyPr lIns="0" rIns="0" tIns="0" bIns="0" anchor="t">
            <a:noAutofit/>
          </a:bodyPr>
          <a:p>
            <a:r>
              <a:rPr b="1" lang="en-US" sz="2070" spc="-1" strike="noStrike">
                <a:solidFill>
                  <a:srgbClr val="004899"/>
                </a:solidFill>
                <a:latin typeface="Noto Sans"/>
              </a:rPr>
              <a:t>Ein Vektorfeature in der Karte gehört zu einer Tabellenzeile.</a:t>
            </a:r>
            <a:endParaRPr b="0" lang="en-US" sz="20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3"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Datenquelle, Modell und CRS prüfen</a:t>
            </a:r>
            <a:endParaRPr b="0" lang="en-US" sz="3190" spc="-1" strike="noStrike">
              <a:solidFill>
                <a:srgbClr val="000000"/>
              </a:solidFill>
              <a:latin typeface="Arial"/>
            </a:endParaRPr>
          </a:p>
        </p:txBody>
      </p:sp>
      <p:sp>
        <p:nvSpPr>
          <p:cNvPr id="424"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PRAXIS · LAYEREIGENSCHAFTEN</a:t>
            </a:r>
            <a:endParaRPr b="0" lang="en-US" sz="1130" spc="-1" strike="noStrike">
              <a:solidFill>
                <a:srgbClr val="000000"/>
              </a:solidFill>
              <a:latin typeface="Arial"/>
            </a:endParaRPr>
          </a:p>
        </p:txBody>
      </p:sp>
      <p:sp>
        <p:nvSpPr>
          <p:cNvPr id="425"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10</a:t>
            </a:r>
            <a:endParaRPr b="0" lang="en-US" sz="939" spc="-1" strike="noStrike">
              <a:solidFill>
                <a:srgbClr val="000000"/>
              </a:solidFill>
              <a:latin typeface="Arial"/>
            </a:endParaRPr>
          </a:p>
        </p:txBody>
      </p:sp>
      <p:sp>
        <p:nvSpPr>
          <p:cNvPr id="426"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20</a:t>
            </a:r>
            <a:endParaRPr b="0" lang="en-US" sz="939" spc="-1" strike="noStrike">
              <a:solidFill>
                <a:srgbClr val="000000"/>
              </a:solidFill>
              <a:latin typeface="Arial"/>
            </a:endParaRPr>
          </a:p>
        </p:txBody>
      </p:sp>
      <p:sp>
        <p:nvSpPr>
          <p:cNvPr id="427" name=""/>
          <p:cNvSpPr/>
          <p:nvPr/>
        </p:nvSpPr>
        <p:spPr>
          <a:xfrm>
            <a:off x="647640" y="1981080"/>
            <a:ext cx="2644200" cy="83052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28" name=""/>
          <p:cNvSpPr txBox="1"/>
          <p:nvPr/>
        </p:nvSpPr>
        <p:spPr>
          <a:xfrm>
            <a:off x="784800" y="2110680"/>
            <a:ext cx="2392560" cy="700920"/>
          </a:xfrm>
          <a:prstGeom prst="rect">
            <a:avLst/>
          </a:prstGeom>
          <a:noFill/>
          <a:ln w="0">
            <a:noFill/>
          </a:ln>
        </p:spPr>
        <p:txBody>
          <a:bodyPr lIns="0" rIns="0" tIns="0" bIns="0" anchor="t">
            <a:noAutofit/>
          </a:bodyPr>
          <a:p>
            <a:r>
              <a:rPr b="1" lang="en-US" sz="1979" spc="-1" strike="noStrike">
                <a:solidFill>
                  <a:srgbClr val="ffffff"/>
                </a:solidFill>
                <a:latin typeface="Noto Sans"/>
              </a:rPr>
              <a:t>Layer</a:t>
            </a:r>
            <a:endParaRPr b="0" lang="en-US" sz="1979" spc="-1" strike="noStrike">
              <a:solidFill>
                <a:srgbClr val="000000"/>
              </a:solidFill>
              <a:latin typeface="Arial"/>
            </a:endParaRPr>
          </a:p>
        </p:txBody>
      </p:sp>
      <p:sp>
        <p:nvSpPr>
          <p:cNvPr id="429" name=""/>
          <p:cNvSpPr/>
          <p:nvPr/>
        </p:nvSpPr>
        <p:spPr>
          <a:xfrm>
            <a:off x="3314880" y="1981080"/>
            <a:ext cx="3558600" cy="83052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30" name=""/>
          <p:cNvSpPr txBox="1"/>
          <p:nvPr/>
        </p:nvSpPr>
        <p:spPr>
          <a:xfrm>
            <a:off x="3452040" y="2110680"/>
            <a:ext cx="3306960" cy="700920"/>
          </a:xfrm>
          <a:prstGeom prst="rect">
            <a:avLst/>
          </a:prstGeom>
          <a:noFill/>
          <a:ln w="0">
            <a:noFill/>
          </a:ln>
        </p:spPr>
        <p:txBody>
          <a:bodyPr lIns="0" rIns="0" tIns="0" bIns="0" anchor="t">
            <a:noAutofit/>
          </a:bodyPr>
          <a:p>
            <a:r>
              <a:rPr b="1" lang="en-US" sz="1979" spc="-1" strike="noStrike">
                <a:solidFill>
                  <a:srgbClr val="ffffff"/>
                </a:solidFill>
                <a:latin typeface="Noto Sans"/>
              </a:rPr>
              <a:t>Datenquelle</a:t>
            </a:r>
            <a:endParaRPr b="0" lang="en-US" sz="1979" spc="-1" strike="noStrike">
              <a:solidFill>
                <a:srgbClr val="000000"/>
              </a:solidFill>
              <a:latin typeface="Arial"/>
            </a:endParaRPr>
          </a:p>
        </p:txBody>
      </p:sp>
      <p:sp>
        <p:nvSpPr>
          <p:cNvPr id="431" name=""/>
          <p:cNvSpPr/>
          <p:nvPr/>
        </p:nvSpPr>
        <p:spPr>
          <a:xfrm>
            <a:off x="6896160" y="1981080"/>
            <a:ext cx="2567880" cy="83052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32" name=""/>
          <p:cNvSpPr txBox="1"/>
          <p:nvPr/>
        </p:nvSpPr>
        <p:spPr>
          <a:xfrm>
            <a:off x="7033320" y="2110680"/>
            <a:ext cx="2316600" cy="700920"/>
          </a:xfrm>
          <a:prstGeom prst="rect">
            <a:avLst/>
          </a:prstGeom>
          <a:noFill/>
          <a:ln w="0">
            <a:noFill/>
          </a:ln>
        </p:spPr>
        <p:txBody>
          <a:bodyPr lIns="0" rIns="0" tIns="0" bIns="0" anchor="t">
            <a:noAutofit/>
          </a:bodyPr>
          <a:p>
            <a:r>
              <a:rPr b="1" lang="en-US" sz="1979" spc="-1" strike="noStrike">
                <a:solidFill>
                  <a:srgbClr val="ffffff"/>
                </a:solidFill>
                <a:latin typeface="Noto Sans"/>
              </a:rPr>
              <a:t>Modell</a:t>
            </a:r>
            <a:endParaRPr b="0" lang="en-US" sz="1979" spc="-1" strike="noStrike">
              <a:solidFill>
                <a:srgbClr val="000000"/>
              </a:solidFill>
              <a:latin typeface="Arial"/>
            </a:endParaRPr>
          </a:p>
        </p:txBody>
      </p:sp>
      <p:sp>
        <p:nvSpPr>
          <p:cNvPr id="433" name=""/>
          <p:cNvSpPr/>
          <p:nvPr/>
        </p:nvSpPr>
        <p:spPr>
          <a:xfrm>
            <a:off x="9487080" y="1981080"/>
            <a:ext cx="2034720" cy="83052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34" name=""/>
          <p:cNvSpPr txBox="1"/>
          <p:nvPr/>
        </p:nvSpPr>
        <p:spPr>
          <a:xfrm>
            <a:off x="9624240" y="2110680"/>
            <a:ext cx="1783080" cy="700920"/>
          </a:xfrm>
          <a:prstGeom prst="rect">
            <a:avLst/>
          </a:prstGeom>
          <a:noFill/>
          <a:ln w="0">
            <a:noFill/>
          </a:ln>
        </p:spPr>
        <p:txBody>
          <a:bodyPr lIns="0" rIns="0" tIns="0" bIns="0" anchor="t">
            <a:noAutofit/>
          </a:bodyPr>
          <a:p>
            <a:r>
              <a:rPr b="1" lang="en-US" sz="1979" spc="-1" strike="noStrike">
                <a:solidFill>
                  <a:srgbClr val="ffffff"/>
                </a:solidFill>
                <a:latin typeface="Noto Sans"/>
              </a:rPr>
              <a:t>CRS</a:t>
            </a:r>
            <a:endParaRPr b="0" lang="en-US" sz="1979" spc="-1" strike="noStrike">
              <a:solidFill>
                <a:srgbClr val="000000"/>
              </a:solidFill>
              <a:latin typeface="Arial"/>
            </a:endParaRPr>
          </a:p>
        </p:txBody>
      </p:sp>
      <p:sp>
        <p:nvSpPr>
          <p:cNvPr id="435" name=""/>
          <p:cNvSpPr/>
          <p:nvPr/>
        </p:nvSpPr>
        <p:spPr>
          <a:xfrm>
            <a:off x="647640" y="2834640"/>
            <a:ext cx="2644200" cy="8305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36" name=""/>
          <p:cNvSpPr txBox="1"/>
          <p:nvPr/>
        </p:nvSpPr>
        <p:spPr>
          <a:xfrm>
            <a:off x="784800" y="2964240"/>
            <a:ext cx="2392560" cy="700920"/>
          </a:xfrm>
          <a:prstGeom prst="rect">
            <a:avLst/>
          </a:prstGeom>
          <a:noFill/>
          <a:ln w="0">
            <a:noFill/>
          </a:ln>
        </p:spPr>
        <p:txBody>
          <a:bodyPr lIns="0" rIns="0" tIns="0" bIns="0" anchor="t">
            <a:noAutofit/>
          </a:bodyPr>
          <a:p>
            <a:r>
              <a:rPr b="0" lang="en-US" sz="1979" spc="-1" strike="noStrike">
                <a:solidFill>
                  <a:srgbClr val="000000"/>
                </a:solidFill>
                <a:latin typeface="Noto Sans"/>
              </a:rPr>
              <a:t>gewaesser</a:t>
            </a:r>
            <a:endParaRPr b="0" lang="en-US" sz="1979" spc="-1" strike="noStrike">
              <a:solidFill>
                <a:srgbClr val="000000"/>
              </a:solidFill>
              <a:latin typeface="Arial"/>
            </a:endParaRPr>
          </a:p>
        </p:txBody>
      </p:sp>
      <p:sp>
        <p:nvSpPr>
          <p:cNvPr id="437" name=""/>
          <p:cNvSpPr/>
          <p:nvPr/>
        </p:nvSpPr>
        <p:spPr>
          <a:xfrm>
            <a:off x="3314880" y="2834640"/>
            <a:ext cx="3558600" cy="8305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38" name=""/>
          <p:cNvSpPr txBox="1"/>
          <p:nvPr/>
        </p:nvSpPr>
        <p:spPr>
          <a:xfrm>
            <a:off x="3452040" y="2964240"/>
            <a:ext cx="3306960" cy="700920"/>
          </a:xfrm>
          <a:prstGeom prst="rect">
            <a:avLst/>
          </a:prstGeom>
          <a:noFill/>
          <a:ln w="0">
            <a:noFill/>
          </a:ln>
        </p:spPr>
        <p:txBody>
          <a:bodyPr lIns="0" rIns="0" tIns="0" bIns="0" anchor="t">
            <a:noAutofit/>
          </a:bodyPr>
          <a:p>
            <a:r>
              <a:rPr b="0" lang="en-US" sz="1979" spc="-1" strike="noStrike">
                <a:solidFill>
                  <a:srgbClr val="000000"/>
                </a:solidFill>
                <a:latin typeface="Noto Sans"/>
              </a:rPr>
              <a:t>marburg_basis.gpkg</a:t>
            </a:r>
            <a:endParaRPr b="0" lang="en-US" sz="1979" spc="-1" strike="noStrike">
              <a:solidFill>
                <a:srgbClr val="000000"/>
              </a:solidFill>
              <a:latin typeface="Arial"/>
            </a:endParaRPr>
          </a:p>
        </p:txBody>
      </p:sp>
      <p:sp>
        <p:nvSpPr>
          <p:cNvPr id="439" name=""/>
          <p:cNvSpPr/>
          <p:nvPr/>
        </p:nvSpPr>
        <p:spPr>
          <a:xfrm>
            <a:off x="6896160" y="2834640"/>
            <a:ext cx="2567880" cy="8305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40" name=""/>
          <p:cNvSpPr txBox="1"/>
          <p:nvPr/>
        </p:nvSpPr>
        <p:spPr>
          <a:xfrm>
            <a:off x="7033320" y="2964240"/>
            <a:ext cx="2316600" cy="700920"/>
          </a:xfrm>
          <a:prstGeom prst="rect">
            <a:avLst/>
          </a:prstGeom>
          <a:noFill/>
          <a:ln w="0">
            <a:noFill/>
          </a:ln>
        </p:spPr>
        <p:txBody>
          <a:bodyPr lIns="0" rIns="0" tIns="0" bIns="0" anchor="t">
            <a:noAutofit/>
          </a:bodyPr>
          <a:p>
            <a:r>
              <a:rPr b="0" lang="en-US" sz="1979" spc="-1" strike="noStrike">
                <a:solidFill>
                  <a:srgbClr val="000000"/>
                </a:solidFill>
                <a:latin typeface="Noto Sans"/>
              </a:rPr>
              <a:t>Vektor · Linie</a:t>
            </a:r>
            <a:endParaRPr b="0" lang="en-US" sz="1979" spc="-1" strike="noStrike">
              <a:solidFill>
                <a:srgbClr val="000000"/>
              </a:solidFill>
              <a:latin typeface="Arial"/>
            </a:endParaRPr>
          </a:p>
        </p:txBody>
      </p:sp>
      <p:sp>
        <p:nvSpPr>
          <p:cNvPr id="441" name=""/>
          <p:cNvSpPr/>
          <p:nvPr/>
        </p:nvSpPr>
        <p:spPr>
          <a:xfrm>
            <a:off x="9487080" y="2834640"/>
            <a:ext cx="2034720" cy="8305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42" name=""/>
          <p:cNvSpPr txBox="1"/>
          <p:nvPr/>
        </p:nvSpPr>
        <p:spPr>
          <a:xfrm>
            <a:off x="9624240" y="2964240"/>
            <a:ext cx="1783080" cy="700920"/>
          </a:xfrm>
          <a:prstGeom prst="rect">
            <a:avLst/>
          </a:prstGeom>
          <a:noFill/>
          <a:ln w="0">
            <a:noFill/>
          </a:ln>
        </p:spPr>
        <p:txBody>
          <a:bodyPr lIns="0" rIns="0" tIns="0" bIns="0" anchor="t">
            <a:noAutofit/>
          </a:bodyPr>
          <a:p>
            <a:r>
              <a:rPr b="0" lang="en-US" sz="1979" spc="-1" strike="noStrike">
                <a:solidFill>
                  <a:srgbClr val="000000"/>
                </a:solidFill>
                <a:latin typeface="Noto Sans"/>
              </a:rPr>
              <a:t>EPSG:25832</a:t>
            </a:r>
            <a:endParaRPr b="0" lang="en-US" sz="1979" spc="-1" strike="noStrike">
              <a:solidFill>
                <a:srgbClr val="000000"/>
              </a:solidFill>
              <a:latin typeface="Arial"/>
            </a:endParaRPr>
          </a:p>
        </p:txBody>
      </p:sp>
      <p:sp>
        <p:nvSpPr>
          <p:cNvPr id="443" name=""/>
          <p:cNvSpPr/>
          <p:nvPr/>
        </p:nvSpPr>
        <p:spPr>
          <a:xfrm>
            <a:off x="647640" y="3688200"/>
            <a:ext cx="2644200" cy="8305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44" name=""/>
          <p:cNvSpPr txBox="1"/>
          <p:nvPr/>
        </p:nvSpPr>
        <p:spPr>
          <a:xfrm>
            <a:off x="784800" y="3817800"/>
            <a:ext cx="2392560" cy="700920"/>
          </a:xfrm>
          <a:prstGeom prst="rect">
            <a:avLst/>
          </a:prstGeom>
          <a:noFill/>
          <a:ln w="0">
            <a:noFill/>
          </a:ln>
        </p:spPr>
        <p:txBody>
          <a:bodyPr lIns="0" rIns="0" tIns="0" bIns="0" anchor="t">
            <a:noAutofit/>
          </a:bodyPr>
          <a:p>
            <a:r>
              <a:rPr b="0" lang="en-US" sz="1979" spc="-1" strike="noStrike">
                <a:solidFill>
                  <a:srgbClr val="000000"/>
                </a:solidFill>
                <a:latin typeface="Noto Sans"/>
              </a:rPr>
              <a:t>dgm_marburg_10m</a:t>
            </a:r>
            <a:endParaRPr b="0" lang="en-US" sz="1979" spc="-1" strike="noStrike">
              <a:solidFill>
                <a:srgbClr val="000000"/>
              </a:solidFill>
              <a:latin typeface="Arial"/>
            </a:endParaRPr>
          </a:p>
        </p:txBody>
      </p:sp>
      <p:sp>
        <p:nvSpPr>
          <p:cNvPr id="445" name=""/>
          <p:cNvSpPr/>
          <p:nvPr/>
        </p:nvSpPr>
        <p:spPr>
          <a:xfrm>
            <a:off x="3314880" y="3688200"/>
            <a:ext cx="3558600" cy="8305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46" name=""/>
          <p:cNvSpPr txBox="1"/>
          <p:nvPr/>
        </p:nvSpPr>
        <p:spPr>
          <a:xfrm>
            <a:off x="3452040" y="3817800"/>
            <a:ext cx="3306960" cy="700920"/>
          </a:xfrm>
          <a:prstGeom prst="rect">
            <a:avLst/>
          </a:prstGeom>
          <a:noFill/>
          <a:ln w="0">
            <a:noFill/>
          </a:ln>
        </p:spPr>
        <p:txBody>
          <a:bodyPr lIns="0" rIns="0" tIns="0" bIns="0" anchor="t">
            <a:noAutofit/>
          </a:bodyPr>
          <a:p>
            <a:r>
              <a:rPr b="0" lang="en-US" sz="1979" spc="-1" strike="noStrike">
                <a:solidFill>
                  <a:srgbClr val="000000"/>
                </a:solidFill>
                <a:latin typeface="Noto Sans"/>
              </a:rPr>
              <a:t>dgm_marburg_10m.tif</a:t>
            </a:r>
            <a:endParaRPr b="0" lang="en-US" sz="1979" spc="-1" strike="noStrike">
              <a:solidFill>
                <a:srgbClr val="000000"/>
              </a:solidFill>
              <a:latin typeface="Arial"/>
            </a:endParaRPr>
          </a:p>
        </p:txBody>
      </p:sp>
      <p:sp>
        <p:nvSpPr>
          <p:cNvPr id="447" name=""/>
          <p:cNvSpPr/>
          <p:nvPr/>
        </p:nvSpPr>
        <p:spPr>
          <a:xfrm>
            <a:off x="6896160" y="3688200"/>
            <a:ext cx="2567880" cy="8305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48" name=""/>
          <p:cNvSpPr txBox="1"/>
          <p:nvPr/>
        </p:nvSpPr>
        <p:spPr>
          <a:xfrm>
            <a:off x="7033320" y="3817800"/>
            <a:ext cx="2316600" cy="700920"/>
          </a:xfrm>
          <a:prstGeom prst="rect">
            <a:avLst/>
          </a:prstGeom>
          <a:noFill/>
          <a:ln w="0">
            <a:noFill/>
          </a:ln>
        </p:spPr>
        <p:txBody>
          <a:bodyPr lIns="0" rIns="0" tIns="0" bIns="0" anchor="t">
            <a:noAutofit/>
          </a:bodyPr>
          <a:p>
            <a:r>
              <a:rPr b="0" lang="en-US" sz="1979" spc="-1" strike="noStrike">
                <a:solidFill>
                  <a:srgbClr val="000000"/>
                </a:solidFill>
                <a:latin typeface="Noto Sans"/>
              </a:rPr>
              <a:t>Raster · 10-m-Zellen</a:t>
            </a:r>
            <a:endParaRPr b="0" lang="en-US" sz="1979" spc="-1" strike="noStrike">
              <a:solidFill>
                <a:srgbClr val="000000"/>
              </a:solidFill>
              <a:latin typeface="Arial"/>
            </a:endParaRPr>
          </a:p>
        </p:txBody>
      </p:sp>
      <p:sp>
        <p:nvSpPr>
          <p:cNvPr id="449" name=""/>
          <p:cNvSpPr/>
          <p:nvPr/>
        </p:nvSpPr>
        <p:spPr>
          <a:xfrm>
            <a:off x="9487080" y="3688200"/>
            <a:ext cx="2034720" cy="8305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50" name=""/>
          <p:cNvSpPr txBox="1"/>
          <p:nvPr/>
        </p:nvSpPr>
        <p:spPr>
          <a:xfrm>
            <a:off x="9624240" y="3817800"/>
            <a:ext cx="1783080" cy="700920"/>
          </a:xfrm>
          <a:prstGeom prst="rect">
            <a:avLst/>
          </a:prstGeom>
          <a:noFill/>
          <a:ln w="0">
            <a:noFill/>
          </a:ln>
        </p:spPr>
        <p:txBody>
          <a:bodyPr lIns="0" rIns="0" tIns="0" bIns="0" anchor="t">
            <a:noAutofit/>
          </a:bodyPr>
          <a:p>
            <a:r>
              <a:rPr b="0" lang="en-US" sz="1979" spc="-1" strike="noStrike">
                <a:solidFill>
                  <a:srgbClr val="000000"/>
                </a:solidFill>
                <a:latin typeface="Noto Sans"/>
              </a:rPr>
              <a:t>EPSG:25832</a:t>
            </a:r>
            <a:endParaRPr b="0" lang="en-US" sz="1979" spc="-1" strike="noStrike">
              <a:solidFill>
                <a:srgbClr val="000000"/>
              </a:solidFill>
              <a:latin typeface="Arial"/>
            </a:endParaRPr>
          </a:p>
        </p:txBody>
      </p:sp>
      <p:sp>
        <p:nvSpPr>
          <p:cNvPr id="451" name=""/>
          <p:cNvSpPr txBox="1"/>
          <p:nvPr/>
        </p:nvSpPr>
        <p:spPr>
          <a:xfrm>
            <a:off x="838080" y="4915080"/>
            <a:ext cx="10515600" cy="457200"/>
          </a:xfrm>
          <a:prstGeom prst="rect">
            <a:avLst/>
          </a:prstGeom>
          <a:noFill/>
          <a:ln w="0">
            <a:noFill/>
          </a:ln>
        </p:spPr>
        <p:txBody>
          <a:bodyPr lIns="0" rIns="0" tIns="0" bIns="0" anchor="t">
            <a:noAutofit/>
          </a:bodyPr>
          <a:p>
            <a:r>
              <a:rPr b="1" lang="en-US" sz="2350" spc="-1" strike="noStrike">
                <a:solidFill>
                  <a:srgbClr val="004899"/>
                </a:solidFill>
                <a:latin typeface="Noto Sans"/>
              </a:rPr>
              <a:t>Zusätzlich im Protokoll: räumliche Ausdehnung beider Layer.</a:t>
            </a:r>
            <a:endParaRPr b="0" lang="en-US" sz="2350" spc="-1" strike="noStrike">
              <a:solidFill>
                <a:srgbClr val="000000"/>
              </a:solidFill>
              <a:latin typeface="Arial"/>
            </a:endParaRPr>
          </a:p>
        </p:txBody>
      </p:sp>
      <p:sp>
        <p:nvSpPr>
          <p:cNvPr id="452"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53" name=""/>
          <p:cNvSpPr txBox="1"/>
          <p:nvPr/>
        </p:nvSpPr>
        <p:spPr>
          <a:xfrm>
            <a:off x="838080" y="5623560"/>
            <a:ext cx="10515600" cy="442080"/>
          </a:xfrm>
          <a:prstGeom prst="rect">
            <a:avLst/>
          </a:prstGeom>
          <a:noFill/>
          <a:ln w="0">
            <a:noFill/>
          </a:ln>
        </p:spPr>
        <p:txBody>
          <a:bodyPr lIns="0" rIns="0" tIns="0" bIns="0" anchor="t">
            <a:noAutofit/>
          </a:bodyPr>
          <a:p>
            <a:r>
              <a:rPr b="1" lang="en-US" sz="2070" spc="-1" strike="noStrike">
                <a:solidFill>
                  <a:srgbClr val="004899"/>
                </a:solidFill>
                <a:latin typeface="Noto Sans"/>
              </a:rPr>
              <a:t>Projekt-CRS und Layer-CRS prüfen – nicht miteinander verwechseln.</a:t>
            </a:r>
            <a:endParaRPr b="0" lang="en-US" sz="20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4"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Kontrollen dokumentieren</a:t>
            </a:r>
            <a:endParaRPr b="0" lang="en-US" sz="3190" spc="-1" strike="noStrike">
              <a:solidFill>
                <a:srgbClr val="000000"/>
              </a:solidFill>
              <a:latin typeface="Arial"/>
            </a:endParaRPr>
          </a:p>
        </p:txBody>
      </p:sp>
      <p:sp>
        <p:nvSpPr>
          <p:cNvPr id="455"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PRAXIS · PROCESSING_NOTES.MD</a:t>
            </a:r>
            <a:endParaRPr b="0" lang="en-US" sz="1130" spc="-1" strike="noStrike">
              <a:solidFill>
                <a:srgbClr val="000000"/>
              </a:solidFill>
              <a:latin typeface="Arial"/>
            </a:endParaRPr>
          </a:p>
        </p:txBody>
      </p:sp>
      <p:sp>
        <p:nvSpPr>
          <p:cNvPr id="456"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10</a:t>
            </a:r>
            <a:endParaRPr b="0" lang="en-US" sz="939" spc="-1" strike="noStrike">
              <a:solidFill>
                <a:srgbClr val="000000"/>
              </a:solidFill>
              <a:latin typeface="Arial"/>
            </a:endParaRPr>
          </a:p>
        </p:txBody>
      </p:sp>
      <p:sp>
        <p:nvSpPr>
          <p:cNvPr id="457"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21</a:t>
            </a:r>
            <a:endParaRPr b="0" lang="en-US" sz="939" spc="-1" strike="noStrike">
              <a:solidFill>
                <a:srgbClr val="000000"/>
              </a:solidFill>
              <a:latin typeface="Arial"/>
            </a:endParaRPr>
          </a:p>
        </p:txBody>
      </p:sp>
      <p:sp>
        <p:nvSpPr>
          <p:cNvPr id="458" name=""/>
          <p:cNvSpPr/>
          <p:nvPr/>
        </p:nvSpPr>
        <p:spPr>
          <a:xfrm>
            <a:off x="647640" y="1638360"/>
            <a:ext cx="4930200" cy="57924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59" name=""/>
          <p:cNvSpPr txBox="1"/>
          <p:nvPr/>
        </p:nvSpPr>
        <p:spPr>
          <a:xfrm>
            <a:off x="784800" y="1767960"/>
            <a:ext cx="4678560" cy="449640"/>
          </a:xfrm>
          <a:prstGeom prst="rect">
            <a:avLst/>
          </a:prstGeom>
          <a:noFill/>
          <a:ln w="0">
            <a:noFill/>
          </a:ln>
        </p:spPr>
        <p:txBody>
          <a:bodyPr lIns="0" rIns="0" tIns="0" bIns="0" anchor="t">
            <a:noAutofit/>
          </a:bodyPr>
          <a:p>
            <a:r>
              <a:rPr b="1" lang="en-US" sz="2070" spc="-1" strike="noStrike">
                <a:solidFill>
                  <a:srgbClr val="ffffff"/>
                </a:solidFill>
                <a:latin typeface="Noto Sans"/>
              </a:rPr>
              <a:t>Prüfung</a:t>
            </a:r>
            <a:endParaRPr b="0" lang="en-US" sz="2070" spc="-1" strike="noStrike">
              <a:solidFill>
                <a:srgbClr val="000000"/>
              </a:solidFill>
              <a:latin typeface="Arial"/>
            </a:endParaRPr>
          </a:p>
        </p:txBody>
      </p:sp>
      <p:sp>
        <p:nvSpPr>
          <p:cNvPr id="460" name=""/>
          <p:cNvSpPr/>
          <p:nvPr/>
        </p:nvSpPr>
        <p:spPr>
          <a:xfrm>
            <a:off x="5600880" y="1638360"/>
            <a:ext cx="5920920" cy="57924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61" name=""/>
          <p:cNvSpPr txBox="1"/>
          <p:nvPr/>
        </p:nvSpPr>
        <p:spPr>
          <a:xfrm>
            <a:off x="5738040" y="1767960"/>
            <a:ext cx="5669280" cy="449640"/>
          </a:xfrm>
          <a:prstGeom prst="rect">
            <a:avLst/>
          </a:prstGeom>
          <a:noFill/>
          <a:ln w="0">
            <a:noFill/>
          </a:ln>
        </p:spPr>
        <p:txBody>
          <a:bodyPr lIns="0" rIns="0" tIns="0" bIns="0" anchor="t">
            <a:noAutofit/>
          </a:bodyPr>
          <a:p>
            <a:r>
              <a:rPr b="1" lang="en-US" sz="2070" spc="-1" strike="noStrike">
                <a:solidFill>
                  <a:srgbClr val="ffffff"/>
                </a:solidFill>
                <a:latin typeface="Noto Sans"/>
              </a:rPr>
              <a:t>Eintrag</a:t>
            </a:r>
            <a:endParaRPr b="0" lang="en-US" sz="2070" spc="-1" strike="noStrike">
              <a:solidFill>
                <a:srgbClr val="000000"/>
              </a:solidFill>
              <a:latin typeface="Arial"/>
            </a:endParaRPr>
          </a:p>
        </p:txBody>
      </p:sp>
      <p:sp>
        <p:nvSpPr>
          <p:cNvPr id="462" name=""/>
          <p:cNvSpPr/>
          <p:nvPr/>
        </p:nvSpPr>
        <p:spPr>
          <a:xfrm>
            <a:off x="647640" y="2240280"/>
            <a:ext cx="4930200" cy="5792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63" name=""/>
          <p:cNvSpPr txBox="1"/>
          <p:nvPr/>
        </p:nvSpPr>
        <p:spPr>
          <a:xfrm>
            <a:off x="784800" y="2369880"/>
            <a:ext cx="4678560" cy="449640"/>
          </a:xfrm>
          <a:prstGeom prst="rect">
            <a:avLst/>
          </a:prstGeom>
          <a:noFill/>
          <a:ln w="0">
            <a:noFill/>
          </a:ln>
        </p:spPr>
        <p:txBody>
          <a:bodyPr lIns="0" rIns="0" tIns="0" bIns="0" anchor="t">
            <a:noAutofit/>
          </a:bodyPr>
          <a:p>
            <a:r>
              <a:rPr b="0" lang="en-US" sz="2070" spc="-1" strike="noStrike">
                <a:solidFill>
                  <a:srgbClr val="000000"/>
                </a:solidFill>
                <a:latin typeface="Noto Sans"/>
              </a:rPr>
              <a:t>Projektdatei</a:t>
            </a:r>
            <a:endParaRPr b="0" lang="en-US" sz="2070" spc="-1" strike="noStrike">
              <a:solidFill>
                <a:srgbClr val="000000"/>
              </a:solidFill>
              <a:latin typeface="Arial"/>
            </a:endParaRPr>
          </a:p>
        </p:txBody>
      </p:sp>
      <p:sp>
        <p:nvSpPr>
          <p:cNvPr id="464" name=""/>
          <p:cNvSpPr/>
          <p:nvPr/>
        </p:nvSpPr>
        <p:spPr>
          <a:xfrm>
            <a:off x="5600880" y="2240280"/>
            <a:ext cx="5920920" cy="5792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65" name=""/>
          <p:cNvSpPr txBox="1"/>
          <p:nvPr/>
        </p:nvSpPr>
        <p:spPr>
          <a:xfrm>
            <a:off x="5738040" y="2369880"/>
            <a:ext cx="5669280" cy="449640"/>
          </a:xfrm>
          <a:prstGeom prst="rect">
            <a:avLst/>
          </a:prstGeom>
          <a:noFill/>
          <a:ln w="0">
            <a:noFill/>
          </a:ln>
        </p:spPr>
        <p:txBody>
          <a:bodyPr lIns="0" rIns="0" tIns="0" bIns="0" anchor="t">
            <a:noAutofit/>
          </a:bodyPr>
          <a:p>
            <a:r>
              <a:rPr b="0" lang="en-US" sz="2070" spc="-1" strike="noStrike">
                <a:solidFill>
                  <a:srgbClr val="000000"/>
                </a:solidFill>
                <a:latin typeface="Noto Sans"/>
              </a:rPr>
              <a:t>unit10_einstieg.qgz</a:t>
            </a:r>
            <a:endParaRPr b="0" lang="en-US" sz="2070" spc="-1" strike="noStrike">
              <a:solidFill>
                <a:srgbClr val="000000"/>
              </a:solidFill>
              <a:latin typeface="Arial"/>
            </a:endParaRPr>
          </a:p>
        </p:txBody>
      </p:sp>
      <p:sp>
        <p:nvSpPr>
          <p:cNvPr id="466" name=""/>
          <p:cNvSpPr/>
          <p:nvPr/>
        </p:nvSpPr>
        <p:spPr>
          <a:xfrm>
            <a:off x="647640" y="2842200"/>
            <a:ext cx="4930200" cy="57924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67" name=""/>
          <p:cNvSpPr txBox="1"/>
          <p:nvPr/>
        </p:nvSpPr>
        <p:spPr>
          <a:xfrm>
            <a:off x="784800" y="2971800"/>
            <a:ext cx="4678560" cy="449640"/>
          </a:xfrm>
          <a:prstGeom prst="rect">
            <a:avLst/>
          </a:prstGeom>
          <a:noFill/>
          <a:ln w="0">
            <a:noFill/>
          </a:ln>
        </p:spPr>
        <p:txBody>
          <a:bodyPr lIns="0" rIns="0" tIns="0" bIns="0" anchor="t">
            <a:noAutofit/>
          </a:bodyPr>
          <a:p>
            <a:r>
              <a:rPr b="0" lang="en-US" sz="2070" spc="-1" strike="noStrike">
                <a:solidFill>
                  <a:srgbClr val="000000"/>
                </a:solidFill>
                <a:latin typeface="Noto Sans"/>
              </a:rPr>
              <a:t>Vektor</a:t>
            </a:r>
            <a:endParaRPr b="0" lang="en-US" sz="2070" spc="-1" strike="noStrike">
              <a:solidFill>
                <a:srgbClr val="000000"/>
              </a:solidFill>
              <a:latin typeface="Arial"/>
            </a:endParaRPr>
          </a:p>
        </p:txBody>
      </p:sp>
      <p:sp>
        <p:nvSpPr>
          <p:cNvPr id="468" name=""/>
          <p:cNvSpPr/>
          <p:nvPr/>
        </p:nvSpPr>
        <p:spPr>
          <a:xfrm>
            <a:off x="5600880" y="2842200"/>
            <a:ext cx="5920920" cy="57924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69" name=""/>
          <p:cNvSpPr txBox="1"/>
          <p:nvPr/>
        </p:nvSpPr>
        <p:spPr>
          <a:xfrm>
            <a:off x="5738040" y="2971800"/>
            <a:ext cx="5669280" cy="449640"/>
          </a:xfrm>
          <a:prstGeom prst="rect">
            <a:avLst/>
          </a:prstGeom>
          <a:noFill/>
          <a:ln w="0">
            <a:noFill/>
          </a:ln>
        </p:spPr>
        <p:txBody>
          <a:bodyPr lIns="0" rIns="0" tIns="0" bIns="0" anchor="t">
            <a:noAutofit/>
          </a:bodyPr>
          <a:p>
            <a:r>
              <a:rPr b="0" lang="en-US" sz="2070" spc="-1" strike="noStrike">
                <a:solidFill>
                  <a:srgbClr val="000000"/>
                </a:solidFill>
                <a:latin typeface="Noto Sans"/>
              </a:rPr>
              <a:t>marburg_basis.gpkg / gewaesser</a:t>
            </a:r>
            <a:endParaRPr b="0" lang="en-US" sz="2070" spc="-1" strike="noStrike">
              <a:solidFill>
                <a:srgbClr val="000000"/>
              </a:solidFill>
              <a:latin typeface="Arial"/>
            </a:endParaRPr>
          </a:p>
        </p:txBody>
      </p:sp>
      <p:sp>
        <p:nvSpPr>
          <p:cNvPr id="470" name=""/>
          <p:cNvSpPr/>
          <p:nvPr/>
        </p:nvSpPr>
        <p:spPr>
          <a:xfrm>
            <a:off x="647640" y="3444120"/>
            <a:ext cx="4930200" cy="5792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71" name=""/>
          <p:cNvSpPr txBox="1"/>
          <p:nvPr/>
        </p:nvSpPr>
        <p:spPr>
          <a:xfrm>
            <a:off x="784800" y="3573720"/>
            <a:ext cx="4678560" cy="449640"/>
          </a:xfrm>
          <a:prstGeom prst="rect">
            <a:avLst/>
          </a:prstGeom>
          <a:noFill/>
          <a:ln w="0">
            <a:noFill/>
          </a:ln>
        </p:spPr>
        <p:txBody>
          <a:bodyPr lIns="0" rIns="0" tIns="0" bIns="0" anchor="t">
            <a:noAutofit/>
          </a:bodyPr>
          <a:p>
            <a:r>
              <a:rPr b="0" lang="en-US" sz="2070" spc="-1" strike="noStrike">
                <a:solidFill>
                  <a:srgbClr val="000000"/>
                </a:solidFill>
                <a:latin typeface="Noto Sans"/>
              </a:rPr>
              <a:t>Raster</a:t>
            </a:r>
            <a:endParaRPr b="0" lang="en-US" sz="2070" spc="-1" strike="noStrike">
              <a:solidFill>
                <a:srgbClr val="000000"/>
              </a:solidFill>
              <a:latin typeface="Arial"/>
            </a:endParaRPr>
          </a:p>
        </p:txBody>
      </p:sp>
      <p:sp>
        <p:nvSpPr>
          <p:cNvPr id="472" name=""/>
          <p:cNvSpPr/>
          <p:nvPr/>
        </p:nvSpPr>
        <p:spPr>
          <a:xfrm>
            <a:off x="5600880" y="3444120"/>
            <a:ext cx="5920920" cy="5792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73" name=""/>
          <p:cNvSpPr txBox="1"/>
          <p:nvPr/>
        </p:nvSpPr>
        <p:spPr>
          <a:xfrm>
            <a:off x="5738040" y="3573720"/>
            <a:ext cx="5669280" cy="449640"/>
          </a:xfrm>
          <a:prstGeom prst="rect">
            <a:avLst/>
          </a:prstGeom>
          <a:noFill/>
          <a:ln w="0">
            <a:noFill/>
          </a:ln>
        </p:spPr>
        <p:txBody>
          <a:bodyPr lIns="0" rIns="0" tIns="0" bIns="0" anchor="t">
            <a:noAutofit/>
          </a:bodyPr>
          <a:p>
            <a:r>
              <a:rPr b="0" lang="en-US" sz="2070" spc="-1" strike="noStrike">
                <a:solidFill>
                  <a:srgbClr val="000000"/>
                </a:solidFill>
                <a:latin typeface="Noto Sans"/>
              </a:rPr>
              <a:t>dgm_marburg_10m.tif</a:t>
            </a:r>
            <a:endParaRPr b="0" lang="en-US" sz="2070" spc="-1" strike="noStrike">
              <a:solidFill>
                <a:srgbClr val="000000"/>
              </a:solidFill>
              <a:latin typeface="Arial"/>
            </a:endParaRPr>
          </a:p>
        </p:txBody>
      </p:sp>
      <p:sp>
        <p:nvSpPr>
          <p:cNvPr id="474" name=""/>
          <p:cNvSpPr/>
          <p:nvPr/>
        </p:nvSpPr>
        <p:spPr>
          <a:xfrm>
            <a:off x="647640" y="4046400"/>
            <a:ext cx="4930200" cy="57924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75" name=""/>
          <p:cNvSpPr txBox="1"/>
          <p:nvPr/>
        </p:nvSpPr>
        <p:spPr>
          <a:xfrm>
            <a:off x="784800" y="4175640"/>
            <a:ext cx="4678560" cy="449640"/>
          </a:xfrm>
          <a:prstGeom prst="rect">
            <a:avLst/>
          </a:prstGeom>
          <a:noFill/>
          <a:ln w="0">
            <a:noFill/>
          </a:ln>
        </p:spPr>
        <p:txBody>
          <a:bodyPr lIns="0" rIns="0" tIns="0" bIns="0" anchor="t">
            <a:noAutofit/>
          </a:bodyPr>
          <a:p>
            <a:r>
              <a:rPr b="0" lang="en-US" sz="2070" spc="-1" strike="noStrike">
                <a:solidFill>
                  <a:srgbClr val="000000"/>
                </a:solidFill>
                <a:latin typeface="Noto Sans"/>
              </a:rPr>
              <a:t>Modelle, CRS, Ausdehnung</a:t>
            </a:r>
            <a:endParaRPr b="0" lang="en-US" sz="2070" spc="-1" strike="noStrike">
              <a:solidFill>
                <a:srgbClr val="000000"/>
              </a:solidFill>
              <a:latin typeface="Arial"/>
            </a:endParaRPr>
          </a:p>
        </p:txBody>
      </p:sp>
      <p:sp>
        <p:nvSpPr>
          <p:cNvPr id="476" name=""/>
          <p:cNvSpPr/>
          <p:nvPr/>
        </p:nvSpPr>
        <p:spPr>
          <a:xfrm>
            <a:off x="5600880" y="4046400"/>
            <a:ext cx="5920920" cy="57924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77" name=""/>
          <p:cNvSpPr txBox="1"/>
          <p:nvPr/>
        </p:nvSpPr>
        <p:spPr>
          <a:xfrm>
            <a:off x="5738040" y="4175640"/>
            <a:ext cx="5669280" cy="449640"/>
          </a:xfrm>
          <a:prstGeom prst="rect">
            <a:avLst/>
          </a:prstGeom>
          <a:noFill/>
          <a:ln w="0">
            <a:noFill/>
          </a:ln>
        </p:spPr>
        <p:txBody>
          <a:bodyPr lIns="0" rIns="0" tIns="0" bIns="0" anchor="t">
            <a:noAutofit/>
          </a:bodyPr>
          <a:p>
            <a:r>
              <a:rPr b="0" lang="en-US" sz="2070" spc="-1" strike="noStrike">
                <a:solidFill>
                  <a:srgbClr val="000000"/>
                </a:solidFill>
                <a:latin typeface="Noto Sans"/>
              </a:rPr>
              <a:t>[eintragen]</a:t>
            </a:r>
            <a:endParaRPr b="0" lang="en-US" sz="2070" spc="-1" strike="noStrike">
              <a:solidFill>
                <a:srgbClr val="000000"/>
              </a:solidFill>
              <a:latin typeface="Arial"/>
            </a:endParaRPr>
          </a:p>
        </p:txBody>
      </p:sp>
      <p:sp>
        <p:nvSpPr>
          <p:cNvPr id="478" name=""/>
          <p:cNvSpPr/>
          <p:nvPr/>
        </p:nvSpPr>
        <p:spPr>
          <a:xfrm>
            <a:off x="647640" y="4648320"/>
            <a:ext cx="4930200" cy="5792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79" name=""/>
          <p:cNvSpPr txBox="1"/>
          <p:nvPr/>
        </p:nvSpPr>
        <p:spPr>
          <a:xfrm>
            <a:off x="784800" y="4777920"/>
            <a:ext cx="4678560" cy="449640"/>
          </a:xfrm>
          <a:prstGeom prst="rect">
            <a:avLst/>
          </a:prstGeom>
          <a:noFill/>
          <a:ln w="0">
            <a:noFill/>
          </a:ln>
        </p:spPr>
        <p:txBody>
          <a:bodyPr lIns="0" rIns="0" tIns="0" bIns="0" anchor="t">
            <a:noAutofit/>
          </a:bodyPr>
          <a:p>
            <a:r>
              <a:rPr b="0" lang="en-US" sz="2070" spc="-1" strike="noStrike">
                <a:solidFill>
                  <a:srgbClr val="000000"/>
                </a:solidFill>
                <a:latin typeface="Noto Sans"/>
              </a:rPr>
              <a:t>Projekt erneut vollständig geöffnet</a:t>
            </a:r>
            <a:endParaRPr b="0" lang="en-US" sz="2070" spc="-1" strike="noStrike">
              <a:solidFill>
                <a:srgbClr val="000000"/>
              </a:solidFill>
              <a:latin typeface="Arial"/>
            </a:endParaRPr>
          </a:p>
        </p:txBody>
      </p:sp>
      <p:sp>
        <p:nvSpPr>
          <p:cNvPr id="480" name=""/>
          <p:cNvSpPr/>
          <p:nvPr/>
        </p:nvSpPr>
        <p:spPr>
          <a:xfrm>
            <a:off x="5600880" y="4648320"/>
            <a:ext cx="5920920" cy="5792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81" name=""/>
          <p:cNvSpPr txBox="1"/>
          <p:nvPr/>
        </p:nvSpPr>
        <p:spPr>
          <a:xfrm>
            <a:off x="5738040" y="4777920"/>
            <a:ext cx="5669280" cy="449640"/>
          </a:xfrm>
          <a:prstGeom prst="rect">
            <a:avLst/>
          </a:prstGeom>
          <a:noFill/>
          <a:ln w="0">
            <a:noFill/>
          </a:ln>
        </p:spPr>
        <p:txBody>
          <a:bodyPr lIns="0" rIns="0" tIns="0" bIns="0" anchor="t">
            <a:noAutofit/>
          </a:bodyPr>
          <a:p>
            <a:r>
              <a:rPr b="0" lang="en-US" sz="2070" spc="-1" strike="noStrike">
                <a:solidFill>
                  <a:srgbClr val="000000"/>
                </a:solidFill>
                <a:latin typeface="Noto Sans"/>
              </a:rPr>
              <a:t>[später eintragen]</a:t>
            </a:r>
            <a:endParaRPr b="0" lang="en-US" sz="2070" spc="-1" strike="noStrike">
              <a:solidFill>
                <a:srgbClr val="000000"/>
              </a:solidFill>
              <a:latin typeface="Arial"/>
            </a:endParaRPr>
          </a:p>
        </p:txBody>
      </p:sp>
      <p:sp>
        <p:nvSpPr>
          <p:cNvPr id="482"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83" name=""/>
          <p:cNvSpPr txBox="1"/>
          <p:nvPr/>
        </p:nvSpPr>
        <p:spPr>
          <a:xfrm>
            <a:off x="838080" y="5623560"/>
            <a:ext cx="10515600" cy="442080"/>
          </a:xfrm>
          <a:prstGeom prst="rect">
            <a:avLst/>
          </a:prstGeom>
          <a:noFill/>
          <a:ln w="0">
            <a:noFill/>
          </a:ln>
        </p:spPr>
        <p:txBody>
          <a:bodyPr lIns="0" rIns="0" tIns="0" bIns="0" anchor="t">
            <a:noAutofit/>
          </a:bodyPr>
          <a:p>
            <a:r>
              <a:rPr b="1" lang="en-US" sz="1979" spc="-1" strike="noStrike">
                <a:solidFill>
                  <a:srgbClr val="004899"/>
                </a:solidFill>
                <a:latin typeface="Noto Sans"/>
              </a:rPr>
              <a:t>Dokumentieren heißt: Eine andere Person kann den Stand nachvollziehen.</a:t>
            </a:r>
            <a:endParaRPr b="0" lang="en-US" sz="197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4"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Speichern, schließen, erneut öffnen</a:t>
            </a:r>
            <a:endParaRPr b="0" lang="en-US" sz="3190" spc="-1" strike="noStrike">
              <a:solidFill>
                <a:srgbClr val="000000"/>
              </a:solidFill>
              <a:latin typeface="Arial"/>
            </a:endParaRPr>
          </a:p>
        </p:txBody>
      </p:sp>
      <p:sp>
        <p:nvSpPr>
          <p:cNvPr id="485"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PRAXIS · FUNKTIONSTEST</a:t>
            </a:r>
            <a:endParaRPr b="0" lang="en-US" sz="1130" spc="-1" strike="noStrike">
              <a:solidFill>
                <a:srgbClr val="000000"/>
              </a:solidFill>
              <a:latin typeface="Arial"/>
            </a:endParaRPr>
          </a:p>
        </p:txBody>
      </p:sp>
      <p:sp>
        <p:nvSpPr>
          <p:cNvPr id="486"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10</a:t>
            </a:r>
            <a:endParaRPr b="0" lang="en-US" sz="939" spc="-1" strike="noStrike">
              <a:solidFill>
                <a:srgbClr val="000000"/>
              </a:solidFill>
              <a:latin typeface="Arial"/>
            </a:endParaRPr>
          </a:p>
        </p:txBody>
      </p:sp>
      <p:sp>
        <p:nvSpPr>
          <p:cNvPr id="487"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22</a:t>
            </a:r>
            <a:endParaRPr b="0" lang="en-US" sz="939" spc="-1" strike="noStrike">
              <a:solidFill>
                <a:srgbClr val="000000"/>
              </a:solidFill>
              <a:latin typeface="Arial"/>
            </a:endParaRPr>
          </a:p>
        </p:txBody>
      </p:sp>
      <p:sp>
        <p:nvSpPr>
          <p:cNvPr id="488" name=""/>
          <p:cNvSpPr/>
          <p:nvPr/>
        </p:nvSpPr>
        <p:spPr>
          <a:xfrm>
            <a:off x="647640" y="17524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89" name=""/>
          <p:cNvSpPr txBox="1"/>
          <p:nvPr/>
        </p:nvSpPr>
        <p:spPr>
          <a:xfrm>
            <a:off x="647640" y="181368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1</a:t>
            </a:r>
            <a:endParaRPr b="0" lang="en-US" sz="2450" spc="-1" strike="noStrike">
              <a:solidFill>
                <a:srgbClr val="000000"/>
              </a:solidFill>
              <a:latin typeface="Arial"/>
            </a:endParaRPr>
          </a:p>
        </p:txBody>
      </p:sp>
      <p:sp>
        <p:nvSpPr>
          <p:cNvPr id="490" name=""/>
          <p:cNvSpPr txBox="1"/>
          <p:nvPr/>
        </p:nvSpPr>
        <p:spPr>
          <a:xfrm>
            <a:off x="1371600" y="17524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Projekt speichern</a:t>
            </a:r>
            <a:endParaRPr b="0" lang="en-US" sz="2720" spc="-1" strike="noStrike">
              <a:solidFill>
                <a:srgbClr val="000000"/>
              </a:solidFill>
              <a:latin typeface="Arial"/>
            </a:endParaRPr>
          </a:p>
        </p:txBody>
      </p:sp>
      <p:sp>
        <p:nvSpPr>
          <p:cNvPr id="491" name=""/>
          <p:cNvSpPr txBox="1"/>
          <p:nvPr/>
        </p:nvSpPr>
        <p:spPr>
          <a:xfrm>
            <a:off x="1371600" y="222516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unit10_einstieg.qgz im Hauptordner.</a:t>
            </a:r>
            <a:endParaRPr b="0" lang="en-US" sz="2260" spc="-1" strike="noStrike">
              <a:solidFill>
                <a:srgbClr val="000000"/>
              </a:solidFill>
              <a:latin typeface="Arial"/>
            </a:endParaRPr>
          </a:p>
        </p:txBody>
      </p:sp>
      <p:sp>
        <p:nvSpPr>
          <p:cNvPr id="492" name=""/>
          <p:cNvSpPr/>
          <p:nvPr/>
        </p:nvSpPr>
        <p:spPr>
          <a:xfrm>
            <a:off x="647640" y="28954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93" name=""/>
          <p:cNvSpPr txBox="1"/>
          <p:nvPr/>
        </p:nvSpPr>
        <p:spPr>
          <a:xfrm>
            <a:off x="647640" y="295668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2</a:t>
            </a:r>
            <a:endParaRPr b="0" lang="en-US" sz="2450" spc="-1" strike="noStrike">
              <a:solidFill>
                <a:srgbClr val="000000"/>
              </a:solidFill>
              <a:latin typeface="Arial"/>
            </a:endParaRPr>
          </a:p>
        </p:txBody>
      </p:sp>
      <p:sp>
        <p:nvSpPr>
          <p:cNvPr id="494" name=""/>
          <p:cNvSpPr txBox="1"/>
          <p:nvPr/>
        </p:nvSpPr>
        <p:spPr>
          <a:xfrm>
            <a:off x="1371600" y="28954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QGIS schließen</a:t>
            </a:r>
            <a:endParaRPr b="0" lang="en-US" sz="2720" spc="-1" strike="noStrike">
              <a:solidFill>
                <a:srgbClr val="000000"/>
              </a:solidFill>
              <a:latin typeface="Arial"/>
            </a:endParaRPr>
          </a:p>
        </p:txBody>
      </p:sp>
      <p:sp>
        <p:nvSpPr>
          <p:cNvPr id="495" name=""/>
          <p:cNvSpPr txBox="1"/>
          <p:nvPr/>
        </p:nvSpPr>
        <p:spPr>
          <a:xfrm>
            <a:off x="1371600" y="336816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Der gespeicherte Arbeitsstand wird beendet.</a:t>
            </a:r>
            <a:endParaRPr b="0" lang="en-US" sz="2260" spc="-1" strike="noStrike">
              <a:solidFill>
                <a:srgbClr val="000000"/>
              </a:solidFill>
              <a:latin typeface="Arial"/>
            </a:endParaRPr>
          </a:p>
        </p:txBody>
      </p:sp>
      <p:sp>
        <p:nvSpPr>
          <p:cNvPr id="496" name=""/>
          <p:cNvSpPr/>
          <p:nvPr/>
        </p:nvSpPr>
        <p:spPr>
          <a:xfrm>
            <a:off x="647640" y="40384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97" name=""/>
          <p:cNvSpPr txBox="1"/>
          <p:nvPr/>
        </p:nvSpPr>
        <p:spPr>
          <a:xfrm>
            <a:off x="647640" y="409968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3</a:t>
            </a:r>
            <a:endParaRPr b="0" lang="en-US" sz="2450" spc="-1" strike="noStrike">
              <a:solidFill>
                <a:srgbClr val="000000"/>
              </a:solidFill>
              <a:latin typeface="Arial"/>
            </a:endParaRPr>
          </a:p>
        </p:txBody>
      </p:sp>
      <p:sp>
        <p:nvSpPr>
          <p:cNvPr id="498" name=""/>
          <p:cNvSpPr txBox="1"/>
          <p:nvPr/>
        </p:nvSpPr>
        <p:spPr>
          <a:xfrm>
            <a:off x="1371600" y="40384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qgz erneut öffnen</a:t>
            </a:r>
            <a:endParaRPr b="0" lang="en-US" sz="2720" spc="-1" strike="noStrike">
              <a:solidFill>
                <a:srgbClr val="000000"/>
              </a:solidFill>
              <a:latin typeface="Arial"/>
            </a:endParaRPr>
          </a:p>
        </p:txBody>
      </p:sp>
      <p:sp>
        <p:nvSpPr>
          <p:cNvPr id="499" name=""/>
          <p:cNvSpPr txBox="1"/>
          <p:nvPr/>
        </p:nvSpPr>
        <p:spPr>
          <a:xfrm>
            <a:off x="1371600" y="451116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Sind Gewässerlayer und DGM ohne Reparatur erreichbar?</a:t>
            </a:r>
            <a:endParaRPr b="0" lang="en-US" sz="2260" spc="-1" strike="noStrike">
              <a:solidFill>
                <a:srgbClr val="000000"/>
              </a:solidFill>
              <a:latin typeface="Arial"/>
            </a:endParaRPr>
          </a:p>
        </p:txBody>
      </p:sp>
      <p:sp>
        <p:nvSpPr>
          <p:cNvPr id="500"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01" name=""/>
          <p:cNvSpPr txBox="1"/>
          <p:nvPr/>
        </p:nvSpPr>
        <p:spPr>
          <a:xfrm>
            <a:off x="838080" y="5623560"/>
            <a:ext cx="10515600" cy="442080"/>
          </a:xfrm>
          <a:prstGeom prst="rect">
            <a:avLst/>
          </a:prstGeom>
          <a:noFill/>
          <a:ln w="0">
            <a:noFill/>
          </a:ln>
        </p:spPr>
        <p:txBody>
          <a:bodyPr lIns="0" rIns="0" tIns="0" bIns="0" anchor="t">
            <a:noAutofit/>
          </a:bodyPr>
          <a:p>
            <a:r>
              <a:rPr b="1" lang="en-US" sz="2070" spc="-1" strike="noStrike">
                <a:solidFill>
                  <a:srgbClr val="004899"/>
                </a:solidFill>
                <a:latin typeface="Noto Sans"/>
              </a:rPr>
              <a:t>Der Öffnungstest ist Teil des Ergebnisses – kein optionaler Zusatz.</a:t>
            </a:r>
            <a:endParaRPr b="0" lang="en-US" sz="20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2"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Was prüfen Sie bei einem roten Ausrufezeichen?</a:t>
            </a:r>
            <a:endParaRPr b="0" lang="en-US" sz="3190" spc="-1" strike="noStrike">
              <a:solidFill>
                <a:srgbClr val="000000"/>
              </a:solidFill>
              <a:latin typeface="Arial"/>
            </a:endParaRPr>
          </a:p>
        </p:txBody>
      </p:sp>
      <p:sp>
        <p:nvSpPr>
          <p:cNvPr id="503"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PRAXIS · FEHLERDIAGNOSE</a:t>
            </a:r>
            <a:endParaRPr b="0" lang="en-US" sz="1130" spc="-1" strike="noStrike">
              <a:solidFill>
                <a:srgbClr val="000000"/>
              </a:solidFill>
              <a:latin typeface="Arial"/>
            </a:endParaRPr>
          </a:p>
        </p:txBody>
      </p:sp>
      <p:sp>
        <p:nvSpPr>
          <p:cNvPr id="504"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10</a:t>
            </a:r>
            <a:endParaRPr b="0" lang="en-US" sz="939" spc="-1" strike="noStrike">
              <a:solidFill>
                <a:srgbClr val="000000"/>
              </a:solidFill>
              <a:latin typeface="Arial"/>
            </a:endParaRPr>
          </a:p>
        </p:txBody>
      </p:sp>
      <p:sp>
        <p:nvSpPr>
          <p:cNvPr id="505"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23</a:t>
            </a:r>
            <a:endParaRPr b="0" lang="en-US" sz="939" spc="-1" strike="noStrike">
              <a:solidFill>
                <a:srgbClr val="000000"/>
              </a:solidFill>
              <a:latin typeface="Arial"/>
            </a:endParaRPr>
          </a:p>
        </p:txBody>
      </p:sp>
      <p:sp>
        <p:nvSpPr>
          <p:cNvPr id="506" name=""/>
          <p:cNvSpPr txBox="1"/>
          <p:nvPr/>
        </p:nvSpPr>
        <p:spPr>
          <a:xfrm>
            <a:off x="876240" y="1943280"/>
            <a:ext cx="1905120" cy="1905120"/>
          </a:xfrm>
          <a:prstGeom prst="rect">
            <a:avLst/>
          </a:prstGeom>
          <a:noFill/>
          <a:ln w="0">
            <a:noFill/>
          </a:ln>
        </p:spPr>
        <p:txBody>
          <a:bodyPr lIns="0" rIns="0" tIns="0" bIns="0" anchor="t">
            <a:noAutofit/>
          </a:bodyPr>
          <a:p>
            <a:pPr algn="ctr"/>
            <a:r>
              <a:rPr b="1" lang="en-US" sz="10340" spc="-1" strike="noStrike">
                <a:solidFill>
                  <a:srgbClr val="a32123"/>
                </a:solidFill>
                <a:latin typeface="Noto Sans"/>
              </a:rPr>
              <a:t>!</a:t>
            </a:r>
            <a:endParaRPr b="0" lang="en-US" sz="10340" spc="-1" strike="noStrike">
              <a:solidFill>
                <a:srgbClr val="000000"/>
              </a:solidFill>
              <a:latin typeface="Arial"/>
            </a:endParaRPr>
          </a:p>
        </p:txBody>
      </p:sp>
      <p:sp>
        <p:nvSpPr>
          <p:cNvPr id="507" name=""/>
          <p:cNvSpPr txBox="1"/>
          <p:nvPr/>
        </p:nvSpPr>
        <p:spPr>
          <a:xfrm>
            <a:off x="3276720" y="1866960"/>
            <a:ext cx="8001000" cy="1409760"/>
          </a:xfrm>
          <a:prstGeom prst="rect">
            <a:avLst/>
          </a:prstGeom>
          <a:noFill/>
          <a:ln w="0">
            <a:noFill/>
          </a:ln>
        </p:spPr>
        <p:txBody>
          <a:bodyPr lIns="0" rIns="0" tIns="0" bIns="0" anchor="t">
            <a:noAutofit/>
          </a:bodyPr>
          <a:p>
            <a:r>
              <a:rPr b="1" lang="en-US" sz="3290" spc="-1" strike="noStrike">
                <a:solidFill>
                  <a:srgbClr val="000000"/>
                </a:solidFill>
                <a:latin typeface="Noto Sans"/>
              </a:rPr>
              <a:t>Ein Layer ist nach dem Öffnen</a:t>
            </a:r>
            <a:endParaRPr b="0" lang="en-US" sz="3290" spc="-1" strike="noStrike">
              <a:solidFill>
                <a:srgbClr val="000000"/>
              </a:solidFill>
              <a:latin typeface="Arial"/>
            </a:endParaRPr>
          </a:p>
          <a:p>
            <a:r>
              <a:rPr b="1" lang="en-US" sz="3290" spc="-1" strike="noStrike">
                <a:solidFill>
                  <a:srgbClr val="000000"/>
                </a:solidFill>
                <a:latin typeface="Noto Sans"/>
              </a:rPr>
              <a:t>nicht erreichbar.</a:t>
            </a:r>
            <a:endParaRPr b="0" lang="en-US" sz="3290" spc="-1" strike="noStrike">
              <a:solidFill>
                <a:srgbClr val="000000"/>
              </a:solidFill>
              <a:latin typeface="Arial"/>
            </a:endParaRPr>
          </a:p>
        </p:txBody>
      </p:sp>
      <p:sp>
        <p:nvSpPr>
          <p:cNvPr id="508" name=""/>
          <p:cNvSpPr/>
          <p:nvPr/>
        </p:nvSpPr>
        <p:spPr>
          <a:xfrm>
            <a:off x="647640" y="361944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09" name=""/>
          <p:cNvSpPr txBox="1"/>
          <p:nvPr/>
        </p:nvSpPr>
        <p:spPr>
          <a:xfrm>
            <a:off x="647640" y="368064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A</a:t>
            </a:r>
            <a:endParaRPr b="0" lang="en-US" sz="2450" spc="-1" strike="noStrike">
              <a:solidFill>
                <a:srgbClr val="000000"/>
              </a:solidFill>
              <a:latin typeface="Arial"/>
            </a:endParaRPr>
          </a:p>
        </p:txBody>
      </p:sp>
      <p:sp>
        <p:nvSpPr>
          <p:cNvPr id="510" name=""/>
          <p:cNvSpPr txBox="1"/>
          <p:nvPr/>
        </p:nvSpPr>
        <p:spPr>
          <a:xfrm>
            <a:off x="1371600" y="361944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Datenpfad und Dateiname prüfen</a:t>
            </a:r>
            <a:endParaRPr b="0" lang="en-US" sz="2720" spc="-1" strike="noStrike">
              <a:solidFill>
                <a:srgbClr val="000000"/>
              </a:solidFill>
              <a:latin typeface="Arial"/>
            </a:endParaRPr>
          </a:p>
        </p:txBody>
      </p:sp>
      <p:sp>
        <p:nvSpPr>
          <p:cNvPr id="511" name=""/>
          <p:cNvSpPr/>
          <p:nvPr/>
        </p:nvSpPr>
        <p:spPr>
          <a:xfrm>
            <a:off x="647640" y="42670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12" name=""/>
          <p:cNvSpPr txBox="1"/>
          <p:nvPr/>
        </p:nvSpPr>
        <p:spPr>
          <a:xfrm>
            <a:off x="647640" y="432828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B</a:t>
            </a:r>
            <a:endParaRPr b="0" lang="en-US" sz="2450" spc="-1" strike="noStrike">
              <a:solidFill>
                <a:srgbClr val="000000"/>
              </a:solidFill>
              <a:latin typeface="Arial"/>
            </a:endParaRPr>
          </a:p>
        </p:txBody>
      </p:sp>
      <p:sp>
        <p:nvSpPr>
          <p:cNvPr id="513" name=""/>
          <p:cNvSpPr txBox="1"/>
          <p:nvPr/>
        </p:nvSpPr>
        <p:spPr>
          <a:xfrm>
            <a:off x="1371600" y="42670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Ein zufälliges CRS zuweisen</a:t>
            </a:r>
            <a:endParaRPr b="0" lang="en-US" sz="2720" spc="-1" strike="noStrike">
              <a:solidFill>
                <a:srgbClr val="000000"/>
              </a:solidFill>
              <a:latin typeface="Arial"/>
            </a:endParaRPr>
          </a:p>
        </p:txBody>
      </p:sp>
      <p:sp>
        <p:nvSpPr>
          <p:cNvPr id="514" name=""/>
          <p:cNvSpPr/>
          <p:nvPr/>
        </p:nvSpPr>
        <p:spPr>
          <a:xfrm>
            <a:off x="647640" y="49150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15" name=""/>
          <p:cNvSpPr txBox="1"/>
          <p:nvPr/>
        </p:nvSpPr>
        <p:spPr>
          <a:xfrm>
            <a:off x="647640" y="497592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C</a:t>
            </a:r>
            <a:endParaRPr b="0" lang="en-US" sz="2450" spc="-1" strike="noStrike">
              <a:solidFill>
                <a:srgbClr val="000000"/>
              </a:solidFill>
              <a:latin typeface="Arial"/>
            </a:endParaRPr>
          </a:p>
        </p:txBody>
      </p:sp>
      <p:sp>
        <p:nvSpPr>
          <p:cNvPr id="516" name=""/>
          <p:cNvSpPr txBox="1"/>
          <p:nvPr/>
        </p:nvSpPr>
        <p:spPr>
          <a:xfrm>
            <a:off x="1371600" y="49150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Den Layer sofort neu erzeugen</a:t>
            </a:r>
            <a:endParaRPr b="0" lang="en-US" sz="2720" spc="-1" strike="noStrike">
              <a:solidFill>
                <a:srgbClr val="000000"/>
              </a:solidFill>
              <a:latin typeface="Arial"/>
            </a:endParaRPr>
          </a:p>
        </p:txBody>
      </p:sp>
      <p:sp>
        <p:nvSpPr>
          <p:cNvPr id="517"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18" name=""/>
          <p:cNvSpPr txBox="1"/>
          <p:nvPr/>
        </p:nvSpPr>
        <p:spPr>
          <a:xfrm>
            <a:off x="838080" y="5623560"/>
            <a:ext cx="10515600" cy="442080"/>
          </a:xfrm>
          <a:prstGeom prst="rect">
            <a:avLst/>
          </a:prstGeom>
          <a:noFill/>
          <a:ln w="0">
            <a:noFill/>
          </a:ln>
        </p:spPr>
        <p:txBody>
          <a:bodyPr lIns="0" rIns="0" tIns="0" bIns="0" anchor="t">
            <a:noAutofit/>
          </a:bodyPr>
          <a:p>
            <a:r>
              <a:rPr b="1" lang="en-US" sz="2160" spc="-1" strike="noStrike">
                <a:solidFill>
                  <a:srgbClr val="004899"/>
                </a:solidFill>
                <a:latin typeface="Noto Sans"/>
              </a:rPr>
              <a:t>Welcher erste Prüfschritt passt zur beobachteten Ursache?</a:t>
            </a:r>
            <a:endParaRPr b="0" lang="en-US" sz="21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9"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Ablage prüfen – dann Ergebnis sichern</a:t>
            </a:r>
            <a:endParaRPr b="0" lang="en-US" sz="3190" spc="-1" strike="noStrike">
              <a:solidFill>
                <a:srgbClr val="000000"/>
              </a:solidFill>
              <a:latin typeface="Arial"/>
            </a:endParaRPr>
          </a:p>
        </p:txBody>
      </p:sp>
      <p:sp>
        <p:nvSpPr>
          <p:cNvPr id="520"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AUFLÖSUNG · ÖFFNUNGSTEST</a:t>
            </a:r>
            <a:endParaRPr b="0" lang="en-US" sz="1130" spc="-1" strike="noStrike">
              <a:solidFill>
                <a:srgbClr val="000000"/>
              </a:solidFill>
              <a:latin typeface="Arial"/>
            </a:endParaRPr>
          </a:p>
        </p:txBody>
      </p:sp>
      <p:sp>
        <p:nvSpPr>
          <p:cNvPr id="521"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10</a:t>
            </a:r>
            <a:endParaRPr b="0" lang="en-US" sz="939" spc="-1" strike="noStrike">
              <a:solidFill>
                <a:srgbClr val="000000"/>
              </a:solidFill>
              <a:latin typeface="Arial"/>
            </a:endParaRPr>
          </a:p>
        </p:txBody>
      </p:sp>
      <p:sp>
        <p:nvSpPr>
          <p:cNvPr id="522"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24</a:t>
            </a:r>
            <a:endParaRPr b="0" lang="en-US" sz="939" spc="-1" strike="noStrike">
              <a:solidFill>
                <a:srgbClr val="000000"/>
              </a:solidFill>
              <a:latin typeface="Arial"/>
            </a:endParaRPr>
          </a:p>
        </p:txBody>
      </p:sp>
      <p:sp>
        <p:nvSpPr>
          <p:cNvPr id="523" name=""/>
          <p:cNvSpPr/>
          <p:nvPr/>
        </p:nvSpPr>
        <p:spPr>
          <a:xfrm>
            <a:off x="647640" y="17524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24" name=""/>
          <p:cNvSpPr txBox="1"/>
          <p:nvPr/>
        </p:nvSpPr>
        <p:spPr>
          <a:xfrm>
            <a:off x="647640" y="181368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A</a:t>
            </a:r>
            <a:endParaRPr b="0" lang="en-US" sz="2450" spc="-1" strike="noStrike">
              <a:solidFill>
                <a:srgbClr val="000000"/>
              </a:solidFill>
              <a:latin typeface="Arial"/>
            </a:endParaRPr>
          </a:p>
        </p:txBody>
      </p:sp>
      <p:sp>
        <p:nvSpPr>
          <p:cNvPr id="525" name=""/>
          <p:cNvSpPr txBox="1"/>
          <p:nvPr/>
        </p:nvSpPr>
        <p:spPr>
          <a:xfrm>
            <a:off x="1371600" y="17524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Datenpfad prüfen</a:t>
            </a:r>
            <a:endParaRPr b="0" lang="en-US" sz="2720" spc="-1" strike="noStrike">
              <a:solidFill>
                <a:srgbClr val="000000"/>
              </a:solidFill>
              <a:latin typeface="Arial"/>
            </a:endParaRPr>
          </a:p>
        </p:txBody>
      </p:sp>
      <p:sp>
        <p:nvSpPr>
          <p:cNvPr id="526" name=""/>
          <p:cNvSpPr txBox="1"/>
          <p:nvPr/>
        </p:nvSpPr>
        <p:spPr>
          <a:xfrm>
            <a:off x="1371600" y="222516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Sind data_raw und Dateien am erwarteten Ort?</a:t>
            </a:r>
            <a:endParaRPr b="0" lang="en-US" sz="2260" spc="-1" strike="noStrike">
              <a:solidFill>
                <a:srgbClr val="000000"/>
              </a:solidFill>
              <a:latin typeface="Arial"/>
            </a:endParaRPr>
          </a:p>
        </p:txBody>
      </p:sp>
      <p:sp>
        <p:nvSpPr>
          <p:cNvPr id="527" name=""/>
          <p:cNvSpPr/>
          <p:nvPr/>
        </p:nvSpPr>
        <p:spPr>
          <a:xfrm>
            <a:off x="647640" y="28954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28" name=""/>
          <p:cNvSpPr txBox="1"/>
          <p:nvPr/>
        </p:nvSpPr>
        <p:spPr>
          <a:xfrm>
            <a:off x="647640" y="295668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2</a:t>
            </a:r>
            <a:endParaRPr b="0" lang="en-US" sz="2450" spc="-1" strike="noStrike">
              <a:solidFill>
                <a:srgbClr val="000000"/>
              </a:solidFill>
              <a:latin typeface="Arial"/>
            </a:endParaRPr>
          </a:p>
        </p:txBody>
      </p:sp>
      <p:sp>
        <p:nvSpPr>
          <p:cNvPr id="529" name=""/>
          <p:cNvSpPr txBox="1"/>
          <p:nvPr/>
        </p:nvSpPr>
        <p:spPr>
          <a:xfrm>
            <a:off x="1371600" y="28954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Falls nötig: Pfad reparieren</a:t>
            </a:r>
            <a:endParaRPr b="0" lang="en-US" sz="2720" spc="-1" strike="noStrike">
              <a:solidFill>
                <a:srgbClr val="000000"/>
              </a:solidFill>
              <a:latin typeface="Arial"/>
            </a:endParaRPr>
          </a:p>
        </p:txBody>
      </p:sp>
      <p:sp>
        <p:nvSpPr>
          <p:cNvPr id="530" name=""/>
          <p:cNvSpPr txBox="1"/>
          <p:nvPr/>
        </p:nvSpPr>
        <p:spPr>
          <a:xfrm>
            <a:off x="1371600" y="336816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Ursache verstehen, nicht Daten neu erfinden.</a:t>
            </a:r>
            <a:endParaRPr b="0" lang="en-US" sz="2260" spc="-1" strike="noStrike">
              <a:solidFill>
                <a:srgbClr val="000000"/>
              </a:solidFill>
              <a:latin typeface="Arial"/>
            </a:endParaRPr>
          </a:p>
        </p:txBody>
      </p:sp>
      <p:sp>
        <p:nvSpPr>
          <p:cNvPr id="531" name=""/>
          <p:cNvSpPr/>
          <p:nvPr/>
        </p:nvSpPr>
        <p:spPr>
          <a:xfrm>
            <a:off x="647640" y="40384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32" name=""/>
          <p:cNvSpPr txBox="1"/>
          <p:nvPr/>
        </p:nvSpPr>
        <p:spPr>
          <a:xfrm>
            <a:off x="647640" y="409968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3</a:t>
            </a:r>
            <a:endParaRPr b="0" lang="en-US" sz="2450" spc="-1" strike="noStrike">
              <a:solidFill>
                <a:srgbClr val="000000"/>
              </a:solidFill>
              <a:latin typeface="Arial"/>
            </a:endParaRPr>
          </a:p>
        </p:txBody>
      </p:sp>
      <p:sp>
        <p:nvSpPr>
          <p:cNvPr id="533" name=""/>
          <p:cNvSpPr txBox="1"/>
          <p:nvPr/>
        </p:nvSpPr>
        <p:spPr>
          <a:xfrm>
            <a:off x="1371600" y="40384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Erneut öffnen und protokollieren</a:t>
            </a:r>
            <a:endParaRPr b="0" lang="en-US" sz="2720" spc="-1" strike="noStrike">
              <a:solidFill>
                <a:srgbClr val="000000"/>
              </a:solidFill>
              <a:latin typeface="Arial"/>
            </a:endParaRPr>
          </a:p>
        </p:txBody>
      </p:sp>
      <p:sp>
        <p:nvSpPr>
          <p:cNvPr id="534" name=""/>
          <p:cNvSpPr txBox="1"/>
          <p:nvPr/>
        </p:nvSpPr>
        <p:spPr>
          <a:xfrm>
            <a:off x="1371600" y="451116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Beide Layer erreichbar: ja / nein</a:t>
            </a:r>
            <a:endParaRPr b="0" lang="en-US" sz="2260" spc="-1" strike="noStrike">
              <a:solidFill>
                <a:srgbClr val="000000"/>
              </a:solidFill>
              <a:latin typeface="Arial"/>
            </a:endParaRPr>
          </a:p>
        </p:txBody>
      </p:sp>
      <p:sp>
        <p:nvSpPr>
          <p:cNvPr id="535"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36" name=""/>
          <p:cNvSpPr txBox="1"/>
          <p:nvPr/>
        </p:nvSpPr>
        <p:spPr>
          <a:xfrm>
            <a:off x="838080" y="5623560"/>
            <a:ext cx="10515600" cy="442080"/>
          </a:xfrm>
          <a:prstGeom prst="rect">
            <a:avLst/>
          </a:prstGeom>
          <a:noFill/>
          <a:ln w="0">
            <a:noFill/>
          </a:ln>
        </p:spPr>
        <p:txBody>
          <a:bodyPr lIns="0" rIns="0" tIns="0" bIns="0" anchor="t">
            <a:noAutofit/>
          </a:bodyPr>
          <a:p>
            <a:r>
              <a:rPr b="1" lang="en-US" sz="1979" spc="-1" strike="noStrike">
                <a:solidFill>
                  <a:srgbClr val="004899"/>
                </a:solidFill>
                <a:latin typeface="Noto Sans"/>
              </a:rPr>
              <a:t>Kernpfad fertig: Gewässerlayer und DGM öffnen ohne Pfadreparatur.</a:t>
            </a:r>
            <a:endParaRPr b="0" lang="en-US" sz="197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7"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Download oder Webdienst?</a:t>
            </a:r>
            <a:endParaRPr b="0" lang="en-US" sz="3190" spc="-1" strike="noStrike">
              <a:solidFill>
                <a:srgbClr val="000000"/>
              </a:solidFill>
              <a:latin typeface="Arial"/>
            </a:endParaRPr>
          </a:p>
        </p:txBody>
      </p:sp>
      <p:sp>
        <p:nvSpPr>
          <p:cNvPr id="538"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DATENQUELLEN · ÜBERGANG</a:t>
            </a:r>
            <a:endParaRPr b="0" lang="en-US" sz="1130" spc="-1" strike="noStrike">
              <a:solidFill>
                <a:srgbClr val="000000"/>
              </a:solidFill>
              <a:latin typeface="Arial"/>
            </a:endParaRPr>
          </a:p>
        </p:txBody>
      </p:sp>
      <p:sp>
        <p:nvSpPr>
          <p:cNvPr id="539"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10</a:t>
            </a:r>
            <a:endParaRPr b="0" lang="en-US" sz="939" spc="-1" strike="noStrike">
              <a:solidFill>
                <a:srgbClr val="000000"/>
              </a:solidFill>
              <a:latin typeface="Arial"/>
            </a:endParaRPr>
          </a:p>
        </p:txBody>
      </p:sp>
      <p:sp>
        <p:nvSpPr>
          <p:cNvPr id="540"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25</a:t>
            </a:r>
            <a:endParaRPr b="0" lang="en-US" sz="939" spc="-1" strike="noStrike">
              <a:solidFill>
                <a:srgbClr val="000000"/>
              </a:solidFill>
              <a:latin typeface="Arial"/>
            </a:endParaRPr>
          </a:p>
        </p:txBody>
      </p:sp>
      <p:pic>
        <p:nvPicPr>
          <p:cNvPr id="541" name="" descr="Bei einem Download liegt eine versionierbare Kopie lokal. Ein Webdienst liefert bei jeder Anfrage Inhalte von einem externen Server und benötigt eine Verbindung."/>
          <p:cNvPicPr/>
          <p:nvPr/>
        </p:nvPicPr>
        <p:blipFill>
          <a:blip r:embed="rId1">
            <a:extLst>
              <a:ext uri="{96DAC541-7B7A-43D3-8B79-37D633B846F1}">
                <asvg:svgBlip xmlns:asvg="http://schemas.microsoft.com/office/drawing/2016/SVG/main" r:embed="rId2"/>
              </a:ext>
            </a:extLst>
          </a:blip>
          <a:stretch/>
        </p:blipFill>
        <p:spPr>
          <a:xfrm>
            <a:off x="1523880" y="1638360"/>
            <a:ext cx="9144000" cy="4114800"/>
          </a:xfrm>
          <a:prstGeom prst="rect">
            <a:avLst/>
          </a:prstGeom>
          <a:ln w="0">
            <a:noFill/>
          </a:ln>
        </p:spPr>
      </p:pic>
      <p:sp>
        <p:nvSpPr>
          <p:cNvPr id="542"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43" name=""/>
          <p:cNvSpPr txBox="1"/>
          <p:nvPr/>
        </p:nvSpPr>
        <p:spPr>
          <a:xfrm>
            <a:off x="838080" y="5623560"/>
            <a:ext cx="10515600" cy="442080"/>
          </a:xfrm>
          <a:prstGeom prst="rect">
            <a:avLst/>
          </a:prstGeom>
          <a:noFill/>
          <a:ln w="0">
            <a:noFill/>
          </a:ln>
        </p:spPr>
        <p:txBody>
          <a:bodyPr lIns="0" rIns="0" tIns="0" bIns="0" anchor="t">
            <a:noAutofit/>
          </a:bodyPr>
          <a:p>
            <a:r>
              <a:rPr b="1" lang="en-US" sz="2070" spc="-1" strike="noStrike">
                <a:solidFill>
                  <a:srgbClr val="004899"/>
                </a:solidFill>
                <a:latin typeface="Noto Sans"/>
              </a:rPr>
              <a:t>Das lokale Projekt funktioniert bereits – jetzt folgt die WMS-Demo.</a:t>
            </a:r>
            <a:endParaRPr b="0" lang="en-US" sz="20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4"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Ein WMS liefert ein Kartenbild</a:t>
            </a:r>
            <a:endParaRPr b="0" lang="en-US" sz="3190" spc="-1" strike="noStrike">
              <a:solidFill>
                <a:srgbClr val="000000"/>
              </a:solidFill>
              <a:latin typeface="Arial"/>
            </a:endParaRPr>
          </a:p>
        </p:txBody>
      </p:sp>
      <p:sp>
        <p:nvSpPr>
          <p:cNvPr id="545"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DATENQUELLEN · WMS</a:t>
            </a:r>
            <a:endParaRPr b="0" lang="en-US" sz="1130" spc="-1" strike="noStrike">
              <a:solidFill>
                <a:srgbClr val="000000"/>
              </a:solidFill>
              <a:latin typeface="Arial"/>
            </a:endParaRPr>
          </a:p>
        </p:txBody>
      </p:sp>
      <p:sp>
        <p:nvSpPr>
          <p:cNvPr id="546"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10</a:t>
            </a:r>
            <a:endParaRPr b="0" lang="en-US" sz="939" spc="-1" strike="noStrike">
              <a:solidFill>
                <a:srgbClr val="000000"/>
              </a:solidFill>
              <a:latin typeface="Arial"/>
            </a:endParaRPr>
          </a:p>
        </p:txBody>
      </p:sp>
      <p:sp>
        <p:nvSpPr>
          <p:cNvPr id="547"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26</a:t>
            </a:r>
            <a:endParaRPr b="0" lang="en-US" sz="939" spc="-1" strike="noStrike">
              <a:solidFill>
                <a:srgbClr val="000000"/>
              </a:solidFill>
              <a:latin typeface="Arial"/>
            </a:endParaRPr>
          </a:p>
        </p:txBody>
      </p:sp>
      <p:sp>
        <p:nvSpPr>
          <p:cNvPr id="548" name=""/>
          <p:cNvSpPr/>
          <p:nvPr/>
        </p:nvSpPr>
        <p:spPr>
          <a:xfrm>
            <a:off x="647640" y="1790640"/>
            <a:ext cx="3276720" cy="29718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49" name=""/>
          <p:cNvSpPr/>
          <p:nvPr/>
        </p:nvSpPr>
        <p:spPr>
          <a:xfrm>
            <a:off x="647640" y="1790640"/>
            <a:ext cx="53280" cy="297180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50" name=""/>
          <p:cNvSpPr txBox="1"/>
          <p:nvPr/>
        </p:nvSpPr>
        <p:spPr>
          <a:xfrm>
            <a:off x="853560" y="1973520"/>
            <a:ext cx="2865240" cy="647640"/>
          </a:xfrm>
          <a:prstGeom prst="rect">
            <a:avLst/>
          </a:prstGeom>
          <a:noFill/>
          <a:ln w="0">
            <a:noFill/>
          </a:ln>
        </p:spPr>
        <p:txBody>
          <a:bodyPr lIns="0" rIns="0" tIns="0" bIns="0" anchor="t">
            <a:noAutofit/>
          </a:bodyPr>
          <a:p>
            <a:r>
              <a:rPr b="1" lang="en-US" sz="2540" spc="-1" strike="noStrike">
                <a:solidFill>
                  <a:srgbClr val="004899"/>
                </a:solidFill>
                <a:latin typeface="Noto Sans"/>
              </a:rPr>
              <a:t>QGIS fragt an</a:t>
            </a:r>
            <a:endParaRPr b="0" lang="en-US" sz="2540" spc="-1" strike="noStrike">
              <a:solidFill>
                <a:srgbClr val="000000"/>
              </a:solidFill>
              <a:latin typeface="Arial"/>
            </a:endParaRPr>
          </a:p>
        </p:txBody>
      </p:sp>
      <p:sp>
        <p:nvSpPr>
          <p:cNvPr id="551" name=""/>
          <p:cNvSpPr txBox="1"/>
          <p:nvPr/>
        </p:nvSpPr>
        <p:spPr>
          <a:xfrm>
            <a:off x="853560" y="2735640"/>
            <a:ext cx="2865240" cy="1889640"/>
          </a:xfrm>
          <a:prstGeom prst="rect">
            <a:avLst/>
          </a:prstGeom>
          <a:noFill/>
          <a:ln w="0">
            <a:noFill/>
          </a:ln>
        </p:spPr>
        <p:txBody>
          <a:bodyPr lIns="0" rIns="0" tIns="0" bIns="0" anchor="t">
            <a:noAutofit/>
          </a:bodyPr>
          <a:p>
            <a:r>
              <a:rPr b="0" lang="en-US" sz="2540" spc="-1" strike="noStrike">
                <a:solidFill>
                  <a:srgbClr val="000000"/>
                </a:solidFill>
                <a:latin typeface="Noto Sans"/>
              </a:rPr>
              <a:t>Ausschnitt</a:t>
            </a:r>
            <a:endParaRPr b="0" lang="en-US" sz="2540" spc="-1" strike="noStrike">
              <a:solidFill>
                <a:srgbClr val="000000"/>
              </a:solidFill>
              <a:latin typeface="Arial"/>
            </a:endParaRPr>
          </a:p>
          <a:p>
            <a:r>
              <a:rPr b="0" lang="en-US" sz="2540" spc="-1" strike="noStrike">
                <a:solidFill>
                  <a:srgbClr val="000000"/>
                </a:solidFill>
                <a:latin typeface="Noto Sans"/>
              </a:rPr>
              <a:t>Bildgröße</a:t>
            </a:r>
            <a:endParaRPr b="0" lang="en-US" sz="2540" spc="-1" strike="noStrike">
              <a:solidFill>
                <a:srgbClr val="000000"/>
              </a:solidFill>
              <a:latin typeface="Arial"/>
            </a:endParaRPr>
          </a:p>
          <a:p>
            <a:r>
              <a:rPr b="0" lang="en-US" sz="2540" spc="-1" strike="noStrike">
                <a:solidFill>
                  <a:srgbClr val="000000"/>
                </a:solidFill>
                <a:latin typeface="Noto Sans"/>
              </a:rPr>
              <a:t>CRS</a:t>
            </a:r>
            <a:endParaRPr b="0" lang="en-US" sz="2540" spc="-1" strike="noStrike">
              <a:solidFill>
                <a:srgbClr val="000000"/>
              </a:solidFill>
              <a:latin typeface="Arial"/>
            </a:endParaRPr>
          </a:p>
        </p:txBody>
      </p:sp>
      <p:sp>
        <p:nvSpPr>
          <p:cNvPr id="552" name=""/>
          <p:cNvSpPr/>
          <p:nvPr/>
        </p:nvSpPr>
        <p:spPr>
          <a:xfrm>
            <a:off x="4152960" y="3200400"/>
            <a:ext cx="1447920" cy="0"/>
          </a:xfrm>
          <a:prstGeom prst="line">
            <a:avLst/>
          </a:prstGeom>
          <a:ln w="34200">
            <a:solidFill>
              <a:srgbClr val="004899"/>
            </a:solidFill>
            <a:round/>
          </a:ln>
        </p:spPr>
        <p:style>
          <a:lnRef idx="0"/>
          <a:fillRef idx="0"/>
          <a:effectRef idx="0"/>
          <a:fontRef idx="minor"/>
        </p:style>
        <p:txBody>
          <a:bodyPr lIns="106920" rIns="106920" tIns="-61920" bIns="-61920" anchor="ctr" anchorCtr="1">
            <a:noAutofit/>
          </a:bodyPr>
          <a:p>
            <a:endParaRPr b="0" lang="en-US" sz="1800" spc="-1" strike="noStrike">
              <a:solidFill>
                <a:srgbClr val="000000"/>
              </a:solidFill>
              <a:latin typeface="Arial"/>
            </a:endParaRPr>
          </a:p>
        </p:txBody>
      </p:sp>
      <p:sp>
        <p:nvSpPr>
          <p:cNvPr id="553" name=""/>
          <p:cNvSpPr/>
          <p:nvPr/>
        </p:nvSpPr>
        <p:spPr>
          <a:xfrm>
            <a:off x="5394960" y="3032640"/>
            <a:ext cx="228600" cy="335520"/>
          </a:xfrm>
          <a:custGeom>
            <a:avLst/>
            <a:gdLst/>
            <a:ahLst/>
            <a:rect l="0" t="0" r="r" b="b"/>
            <a:pathLst>
              <a:path fill="none" w="635" h="932">
                <a:moveTo>
                  <a:pt x="0" y="0"/>
                </a:moveTo>
                <a:lnTo>
                  <a:pt x="635" y="466"/>
                </a:lnTo>
                <a:lnTo>
                  <a:pt x="0" y="932"/>
                </a:lnTo>
              </a:path>
            </a:pathLst>
          </a:custGeom>
          <a:ln w="34200">
            <a:solidFill>
              <a:srgbClr val="004899"/>
            </a:solidFill>
            <a:round/>
          </a:ln>
        </p:spPr>
        <p:txBody>
          <a:bodyPr lIns="106920" rIns="106920" tIns="61920" bIns="61920" anchor="ctr" anchorCtr="1">
            <a:noAutofit/>
          </a:bodyPr>
          <a:p>
            <a:endParaRPr b="0" lang="en-US" sz="1800" spc="-1" strike="noStrike">
              <a:solidFill>
                <a:srgbClr val="000000"/>
              </a:solidFill>
              <a:latin typeface="Arial"/>
            </a:endParaRPr>
          </a:p>
        </p:txBody>
      </p:sp>
      <p:sp>
        <p:nvSpPr>
          <p:cNvPr id="554" name=""/>
          <p:cNvSpPr/>
          <p:nvPr/>
        </p:nvSpPr>
        <p:spPr>
          <a:xfrm>
            <a:off x="5867280" y="1790640"/>
            <a:ext cx="5676840" cy="29718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55" name=""/>
          <p:cNvSpPr/>
          <p:nvPr/>
        </p:nvSpPr>
        <p:spPr>
          <a:xfrm>
            <a:off x="5867280" y="1790640"/>
            <a:ext cx="53280" cy="297180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56" name=""/>
          <p:cNvSpPr txBox="1"/>
          <p:nvPr/>
        </p:nvSpPr>
        <p:spPr>
          <a:xfrm>
            <a:off x="6073200" y="1973520"/>
            <a:ext cx="5265360" cy="647640"/>
          </a:xfrm>
          <a:prstGeom prst="rect">
            <a:avLst/>
          </a:prstGeom>
          <a:noFill/>
          <a:ln w="0">
            <a:noFill/>
          </a:ln>
        </p:spPr>
        <p:txBody>
          <a:bodyPr lIns="0" rIns="0" tIns="0" bIns="0" anchor="t">
            <a:noAutofit/>
          </a:bodyPr>
          <a:p>
            <a:r>
              <a:rPr b="1" lang="en-US" sz="2540" spc="-1" strike="noStrike">
                <a:solidFill>
                  <a:srgbClr val="a32123"/>
                </a:solidFill>
                <a:latin typeface="Noto Sans"/>
              </a:rPr>
              <a:t>WMS antwortet</a:t>
            </a:r>
            <a:endParaRPr b="0" lang="en-US" sz="2540" spc="-1" strike="noStrike">
              <a:solidFill>
                <a:srgbClr val="000000"/>
              </a:solidFill>
              <a:latin typeface="Arial"/>
            </a:endParaRPr>
          </a:p>
        </p:txBody>
      </p:sp>
      <p:sp>
        <p:nvSpPr>
          <p:cNvPr id="557" name=""/>
          <p:cNvSpPr txBox="1"/>
          <p:nvPr/>
        </p:nvSpPr>
        <p:spPr>
          <a:xfrm>
            <a:off x="6073200" y="2735640"/>
            <a:ext cx="5265360" cy="1889640"/>
          </a:xfrm>
          <a:prstGeom prst="rect">
            <a:avLst/>
          </a:prstGeom>
          <a:noFill/>
          <a:ln w="0">
            <a:noFill/>
          </a:ln>
        </p:spPr>
        <p:txBody>
          <a:bodyPr lIns="0" rIns="0" tIns="0" bIns="0" anchor="t">
            <a:noAutofit/>
          </a:bodyPr>
          <a:p>
            <a:r>
              <a:rPr b="0" lang="en-US" sz="2540" spc="-1" strike="noStrike">
                <a:solidFill>
                  <a:srgbClr val="000000"/>
                </a:solidFill>
                <a:latin typeface="Noto Sans"/>
              </a:rPr>
              <a:t>Gerendertes Kartenbild</a:t>
            </a:r>
            <a:endParaRPr b="0" lang="en-US" sz="2540" spc="-1" strike="noStrike">
              <a:solidFill>
                <a:srgbClr val="000000"/>
              </a:solidFill>
              <a:latin typeface="Arial"/>
            </a:endParaRPr>
          </a:p>
          <a:p>
            <a:r>
              <a:rPr b="0" lang="en-US" sz="2540" spc="-1" strike="noStrike">
                <a:solidFill>
                  <a:srgbClr val="000000"/>
                </a:solidFill>
                <a:latin typeface="Noto Sans"/>
              </a:rPr>
              <a:t>für den angefragten Ausschnitt</a:t>
            </a:r>
            <a:endParaRPr b="0" lang="en-US" sz="2540" spc="-1" strike="noStrike">
              <a:solidFill>
                <a:srgbClr val="000000"/>
              </a:solidFill>
              <a:latin typeface="Arial"/>
            </a:endParaRPr>
          </a:p>
          <a:p>
            <a:endParaRPr b="0" lang="en-US" sz="2540" spc="-1" strike="noStrike">
              <a:solidFill>
                <a:srgbClr val="000000"/>
              </a:solidFill>
              <a:latin typeface="Arial"/>
            </a:endParaRPr>
          </a:p>
          <a:p>
            <a:r>
              <a:rPr b="0" lang="en-US" sz="2540" spc="-1" strike="noStrike">
                <a:solidFill>
                  <a:srgbClr val="000000"/>
                </a:solidFill>
                <a:latin typeface="Noto Sans"/>
              </a:rPr>
              <a:t>Keine vollständigen Vektorfeatures</a:t>
            </a:r>
            <a:endParaRPr b="0" lang="en-US" sz="2540" spc="-1" strike="noStrike">
              <a:solidFill>
                <a:srgbClr val="000000"/>
              </a:solidFill>
              <a:latin typeface="Arial"/>
            </a:endParaRPr>
          </a:p>
        </p:txBody>
      </p:sp>
      <p:sp>
        <p:nvSpPr>
          <p:cNvPr id="558"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59" name=""/>
          <p:cNvSpPr txBox="1"/>
          <p:nvPr/>
        </p:nvSpPr>
        <p:spPr>
          <a:xfrm>
            <a:off x="838080" y="5623560"/>
            <a:ext cx="10515600" cy="442080"/>
          </a:xfrm>
          <a:prstGeom prst="rect">
            <a:avLst/>
          </a:prstGeom>
          <a:noFill/>
          <a:ln w="0">
            <a:noFill/>
          </a:ln>
        </p:spPr>
        <p:txBody>
          <a:bodyPr lIns="0" rIns="0" tIns="0" bIns="0" anchor="t">
            <a:noAutofit/>
          </a:bodyPr>
          <a:p>
            <a:r>
              <a:rPr b="1" lang="en-US" sz="2070" spc="-1" strike="noStrike">
                <a:solidFill>
                  <a:srgbClr val="004899"/>
                </a:solidFill>
                <a:latin typeface="Noto Sans"/>
              </a:rPr>
              <a:t>WMS: Kartenansicht statt vollständigem ursprünglichem Datensatz.</a:t>
            </a:r>
            <a:endParaRPr b="0" lang="en-US" sz="20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0"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HLNUG-WMS gemeinsam einbinden</a:t>
            </a:r>
            <a:endParaRPr b="0" lang="en-US" sz="3190" spc="-1" strike="noStrike">
              <a:solidFill>
                <a:srgbClr val="000000"/>
              </a:solidFill>
              <a:latin typeface="Arial"/>
            </a:endParaRPr>
          </a:p>
        </p:txBody>
      </p:sp>
      <p:sp>
        <p:nvSpPr>
          <p:cNvPr id="561"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BEAMER-DEMO · MAXIMAL 3 MINUTEN</a:t>
            </a:r>
            <a:endParaRPr b="0" lang="en-US" sz="1130" spc="-1" strike="noStrike">
              <a:solidFill>
                <a:srgbClr val="000000"/>
              </a:solidFill>
              <a:latin typeface="Arial"/>
            </a:endParaRPr>
          </a:p>
        </p:txBody>
      </p:sp>
      <p:sp>
        <p:nvSpPr>
          <p:cNvPr id="562"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10</a:t>
            </a:r>
            <a:endParaRPr b="0" lang="en-US" sz="939" spc="-1" strike="noStrike">
              <a:solidFill>
                <a:srgbClr val="000000"/>
              </a:solidFill>
              <a:latin typeface="Arial"/>
            </a:endParaRPr>
          </a:p>
        </p:txBody>
      </p:sp>
      <p:sp>
        <p:nvSpPr>
          <p:cNvPr id="563"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27</a:t>
            </a:r>
            <a:endParaRPr b="0" lang="en-US" sz="939" spc="-1" strike="noStrike">
              <a:solidFill>
                <a:srgbClr val="000000"/>
              </a:solidFill>
              <a:latin typeface="Arial"/>
            </a:endParaRPr>
          </a:p>
        </p:txBody>
      </p:sp>
      <p:sp>
        <p:nvSpPr>
          <p:cNvPr id="564" name=""/>
          <p:cNvSpPr/>
          <p:nvPr/>
        </p:nvSpPr>
        <p:spPr>
          <a:xfrm>
            <a:off x="647640" y="17524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65" name=""/>
          <p:cNvSpPr txBox="1"/>
          <p:nvPr/>
        </p:nvSpPr>
        <p:spPr>
          <a:xfrm>
            <a:off x="647640" y="181368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1</a:t>
            </a:r>
            <a:endParaRPr b="0" lang="en-US" sz="2450" spc="-1" strike="noStrike">
              <a:solidFill>
                <a:srgbClr val="000000"/>
              </a:solidFill>
              <a:latin typeface="Arial"/>
            </a:endParaRPr>
          </a:p>
        </p:txBody>
      </p:sp>
      <p:sp>
        <p:nvSpPr>
          <p:cNvPr id="566" name=""/>
          <p:cNvSpPr txBox="1"/>
          <p:nvPr/>
        </p:nvSpPr>
        <p:spPr>
          <a:xfrm>
            <a:off x="1371600" y="17524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Datenquellenmanager → WMS/WMTS</a:t>
            </a:r>
            <a:endParaRPr b="0" lang="en-US" sz="2720" spc="-1" strike="noStrike">
              <a:solidFill>
                <a:srgbClr val="000000"/>
              </a:solidFill>
              <a:latin typeface="Arial"/>
            </a:endParaRPr>
          </a:p>
        </p:txBody>
      </p:sp>
      <p:sp>
        <p:nvSpPr>
          <p:cNvPr id="567" name=""/>
          <p:cNvSpPr txBox="1"/>
          <p:nvPr/>
        </p:nvSpPr>
        <p:spPr>
          <a:xfrm>
            <a:off x="1371600" y="222516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Neue Verbindung: HLNUG Schutzgebiete Hessen</a:t>
            </a:r>
            <a:endParaRPr b="0" lang="en-US" sz="2260" spc="-1" strike="noStrike">
              <a:solidFill>
                <a:srgbClr val="000000"/>
              </a:solidFill>
              <a:latin typeface="Arial"/>
            </a:endParaRPr>
          </a:p>
        </p:txBody>
      </p:sp>
      <p:sp>
        <p:nvSpPr>
          <p:cNvPr id="568" name=""/>
          <p:cNvSpPr/>
          <p:nvPr/>
        </p:nvSpPr>
        <p:spPr>
          <a:xfrm>
            <a:off x="647640" y="28954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69" name=""/>
          <p:cNvSpPr txBox="1"/>
          <p:nvPr/>
        </p:nvSpPr>
        <p:spPr>
          <a:xfrm>
            <a:off x="647640" y="295668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2</a:t>
            </a:r>
            <a:endParaRPr b="0" lang="en-US" sz="2450" spc="-1" strike="noStrike">
              <a:solidFill>
                <a:srgbClr val="000000"/>
              </a:solidFill>
              <a:latin typeface="Arial"/>
            </a:endParaRPr>
          </a:p>
        </p:txBody>
      </p:sp>
      <p:sp>
        <p:nvSpPr>
          <p:cNvPr id="570" name=""/>
          <p:cNvSpPr txBox="1"/>
          <p:nvPr/>
        </p:nvSpPr>
        <p:spPr>
          <a:xfrm>
            <a:off x="1371600" y="28954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Dienstadresse von der Kursseite</a:t>
            </a:r>
            <a:endParaRPr b="0" lang="en-US" sz="2720" spc="-1" strike="noStrike">
              <a:solidFill>
                <a:srgbClr val="000000"/>
              </a:solidFill>
              <a:latin typeface="Arial"/>
            </a:endParaRPr>
          </a:p>
        </p:txBody>
      </p:sp>
      <p:sp>
        <p:nvSpPr>
          <p:cNvPr id="571" name=""/>
          <p:cNvSpPr txBox="1"/>
          <p:nvPr/>
        </p:nvSpPr>
        <p:spPr>
          <a:xfrm>
            <a:off x="1371600" y="336816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Verbinden und Naturschutzgebiete wählen.</a:t>
            </a:r>
            <a:endParaRPr b="0" lang="en-US" sz="2260" spc="-1" strike="noStrike">
              <a:solidFill>
                <a:srgbClr val="000000"/>
              </a:solidFill>
              <a:latin typeface="Arial"/>
            </a:endParaRPr>
          </a:p>
        </p:txBody>
      </p:sp>
      <p:sp>
        <p:nvSpPr>
          <p:cNvPr id="572" name=""/>
          <p:cNvSpPr/>
          <p:nvPr/>
        </p:nvSpPr>
        <p:spPr>
          <a:xfrm>
            <a:off x="647640" y="40384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73" name=""/>
          <p:cNvSpPr txBox="1"/>
          <p:nvPr/>
        </p:nvSpPr>
        <p:spPr>
          <a:xfrm>
            <a:off x="647640" y="409968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3</a:t>
            </a:r>
            <a:endParaRPr b="0" lang="en-US" sz="2450" spc="-1" strike="noStrike">
              <a:solidFill>
                <a:srgbClr val="000000"/>
              </a:solidFill>
              <a:latin typeface="Arial"/>
            </a:endParaRPr>
          </a:p>
        </p:txBody>
      </p:sp>
      <p:sp>
        <p:nvSpPr>
          <p:cNvPr id="574" name=""/>
          <p:cNvSpPr txBox="1"/>
          <p:nvPr/>
        </p:nvSpPr>
        <p:spPr>
          <a:xfrm>
            <a:off x="1371600" y="40384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Layer hinzufügen</a:t>
            </a:r>
            <a:endParaRPr b="0" lang="en-US" sz="2720" spc="-1" strike="noStrike">
              <a:solidFill>
                <a:srgbClr val="000000"/>
              </a:solidFill>
              <a:latin typeface="Arial"/>
            </a:endParaRPr>
          </a:p>
        </p:txBody>
      </p:sp>
      <p:sp>
        <p:nvSpPr>
          <p:cNvPr id="575" name=""/>
          <p:cNvSpPr txBox="1"/>
          <p:nvPr/>
        </p:nvSpPr>
        <p:spPr>
          <a:xfrm>
            <a:off x="1371600" y="451116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Unter den lokalen Gewässerlayer legen und Ausschnitt prüfen.</a:t>
            </a:r>
            <a:endParaRPr b="0" lang="en-US" sz="2260" spc="-1" strike="noStrike">
              <a:solidFill>
                <a:srgbClr val="000000"/>
              </a:solidFill>
              <a:latin typeface="Arial"/>
            </a:endParaRPr>
          </a:p>
        </p:txBody>
      </p:sp>
      <p:sp>
        <p:nvSpPr>
          <p:cNvPr id="576"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77" name=""/>
          <p:cNvSpPr txBox="1"/>
          <p:nvPr/>
        </p:nvSpPr>
        <p:spPr>
          <a:xfrm>
            <a:off x="838080" y="5623560"/>
            <a:ext cx="10515600" cy="442080"/>
          </a:xfrm>
          <a:prstGeom prst="rect">
            <a:avLst/>
          </a:prstGeom>
          <a:noFill/>
          <a:ln w="0">
            <a:noFill/>
          </a:ln>
        </p:spPr>
        <p:txBody>
          <a:bodyPr lIns="0" rIns="0" tIns="0" bIns="0" anchor="t">
            <a:noAutofit/>
          </a:bodyPr>
          <a:p>
            <a:r>
              <a:rPr b="1" lang="en-US" sz="2070" spc="-1" strike="noStrike">
                <a:solidFill>
                  <a:srgbClr val="004899"/>
                </a:solidFill>
                <a:latin typeface="Noto Sans"/>
              </a:rPr>
              <a:t>Keine Fehlersuche im Plenum: Bei Ausfall sofort Offline-Ersatz.</a:t>
            </a:r>
            <a:endParaRPr b="0" lang="en-US" sz="20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8"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Offline-Ersatz: derselbe Vergleich bleibt möglich</a:t>
            </a:r>
            <a:endParaRPr b="0" lang="en-US" sz="3190" spc="-1" strike="noStrike">
              <a:solidFill>
                <a:srgbClr val="000000"/>
              </a:solidFill>
              <a:latin typeface="Arial"/>
            </a:endParaRPr>
          </a:p>
        </p:txBody>
      </p:sp>
      <p:sp>
        <p:nvSpPr>
          <p:cNvPr id="579"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WMS-DEMO · MINUTE 84–85</a:t>
            </a:r>
            <a:endParaRPr b="0" lang="en-US" sz="1130" spc="-1" strike="noStrike">
              <a:solidFill>
                <a:srgbClr val="000000"/>
              </a:solidFill>
              <a:latin typeface="Arial"/>
            </a:endParaRPr>
          </a:p>
        </p:txBody>
      </p:sp>
      <p:sp>
        <p:nvSpPr>
          <p:cNvPr id="580"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10</a:t>
            </a:r>
            <a:endParaRPr b="0" lang="en-US" sz="939" spc="-1" strike="noStrike">
              <a:solidFill>
                <a:srgbClr val="000000"/>
              </a:solidFill>
              <a:latin typeface="Arial"/>
            </a:endParaRPr>
          </a:p>
        </p:txBody>
      </p:sp>
      <p:sp>
        <p:nvSpPr>
          <p:cNvPr id="581"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28</a:t>
            </a:r>
            <a:endParaRPr b="0" lang="en-US" sz="939" spc="-1" strike="noStrike">
              <a:solidFill>
                <a:srgbClr val="000000"/>
              </a:solidFill>
              <a:latin typeface="Arial"/>
            </a:endParaRPr>
          </a:p>
        </p:txBody>
      </p:sp>
      <p:sp>
        <p:nvSpPr>
          <p:cNvPr id="582" name=""/>
          <p:cNvSpPr/>
          <p:nvPr/>
        </p:nvSpPr>
        <p:spPr>
          <a:xfrm>
            <a:off x="647640" y="1676520"/>
            <a:ext cx="3809880" cy="3809880"/>
          </a:xfrm>
          <a:prstGeom prst="rect">
            <a:avLst/>
          </a:prstGeom>
          <a:solidFill>
            <a:srgbClr val="eaf5f7"/>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pic>
        <p:nvPicPr>
          <p:cNvPr id="583" name="" descr=""/>
          <p:cNvPicPr/>
          <p:nvPr/>
        </p:nvPicPr>
        <p:blipFill>
          <a:blip r:embed="rId1"/>
          <a:stretch/>
        </p:blipFill>
        <p:spPr>
          <a:xfrm>
            <a:off x="762120" y="1790640"/>
            <a:ext cx="3581280" cy="3581280"/>
          </a:xfrm>
          <a:prstGeom prst="rect">
            <a:avLst/>
          </a:prstGeom>
          <a:ln w="0">
            <a:noFill/>
          </a:ln>
        </p:spPr>
      </p:pic>
      <p:sp>
        <p:nvSpPr>
          <p:cNvPr id="584" name=""/>
          <p:cNvSpPr/>
          <p:nvPr/>
        </p:nvSpPr>
        <p:spPr>
          <a:xfrm>
            <a:off x="4952880" y="1790640"/>
            <a:ext cx="6591240" cy="15620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85" name=""/>
          <p:cNvSpPr/>
          <p:nvPr/>
        </p:nvSpPr>
        <p:spPr>
          <a:xfrm>
            <a:off x="4952880" y="1790640"/>
            <a:ext cx="53280" cy="156204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86" name=""/>
          <p:cNvSpPr txBox="1"/>
          <p:nvPr/>
        </p:nvSpPr>
        <p:spPr>
          <a:xfrm>
            <a:off x="5158800" y="1973520"/>
            <a:ext cx="6179760" cy="647640"/>
          </a:xfrm>
          <a:prstGeom prst="rect">
            <a:avLst/>
          </a:prstGeom>
          <a:noFill/>
          <a:ln w="0">
            <a:noFill/>
          </a:ln>
        </p:spPr>
        <p:txBody>
          <a:bodyPr lIns="0" rIns="0" tIns="0" bIns="0" anchor="t">
            <a:noAutofit/>
          </a:bodyPr>
          <a:p>
            <a:r>
              <a:rPr b="1" lang="en-US" sz="2540" spc="-1" strike="noStrike">
                <a:solidFill>
                  <a:srgbClr val="004899"/>
                </a:solidFill>
                <a:latin typeface="Noto Sans"/>
              </a:rPr>
              <a:t>Online erreichbar</a:t>
            </a:r>
            <a:endParaRPr b="0" lang="en-US" sz="2540" spc="-1" strike="noStrike">
              <a:solidFill>
                <a:srgbClr val="000000"/>
              </a:solidFill>
              <a:latin typeface="Arial"/>
            </a:endParaRPr>
          </a:p>
        </p:txBody>
      </p:sp>
      <p:sp>
        <p:nvSpPr>
          <p:cNvPr id="587" name=""/>
          <p:cNvSpPr txBox="1"/>
          <p:nvPr/>
        </p:nvSpPr>
        <p:spPr>
          <a:xfrm>
            <a:off x="5158800" y="2552760"/>
            <a:ext cx="6179760" cy="663120"/>
          </a:xfrm>
          <a:prstGeom prst="rect">
            <a:avLst/>
          </a:prstGeom>
          <a:noFill/>
          <a:ln w="0">
            <a:noFill/>
          </a:ln>
        </p:spPr>
        <p:txBody>
          <a:bodyPr lIns="0" rIns="0" tIns="0" bIns="0" anchor="t">
            <a:noAutofit/>
          </a:bodyPr>
          <a:p>
            <a:r>
              <a:rPr b="0" lang="en-US" sz="2160" spc="-1" strike="noStrike">
                <a:solidFill>
                  <a:srgbClr val="000000"/>
                </a:solidFill>
                <a:latin typeface="Noto Sans"/>
              </a:rPr>
              <a:t>WMS-Layer Naturschutzgebiete laden und unter gewaesser anordnen.</a:t>
            </a:r>
            <a:endParaRPr b="0" lang="en-US" sz="2160" spc="-1" strike="noStrike">
              <a:solidFill>
                <a:srgbClr val="000000"/>
              </a:solidFill>
              <a:latin typeface="Arial"/>
            </a:endParaRPr>
          </a:p>
        </p:txBody>
      </p:sp>
      <p:sp>
        <p:nvSpPr>
          <p:cNvPr id="588" name=""/>
          <p:cNvSpPr/>
          <p:nvPr/>
        </p:nvSpPr>
        <p:spPr>
          <a:xfrm>
            <a:off x="4952880" y="3695760"/>
            <a:ext cx="6591240" cy="15620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89" name=""/>
          <p:cNvSpPr/>
          <p:nvPr/>
        </p:nvSpPr>
        <p:spPr>
          <a:xfrm>
            <a:off x="4952880" y="3695760"/>
            <a:ext cx="53280" cy="156204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90" name=""/>
          <p:cNvSpPr txBox="1"/>
          <p:nvPr/>
        </p:nvSpPr>
        <p:spPr>
          <a:xfrm>
            <a:off x="5158800" y="3878640"/>
            <a:ext cx="6179760" cy="647640"/>
          </a:xfrm>
          <a:prstGeom prst="rect">
            <a:avLst/>
          </a:prstGeom>
          <a:noFill/>
          <a:ln w="0">
            <a:noFill/>
          </a:ln>
        </p:spPr>
        <p:txBody>
          <a:bodyPr lIns="0" rIns="0" tIns="0" bIns="0" anchor="t">
            <a:noAutofit/>
          </a:bodyPr>
          <a:p>
            <a:r>
              <a:rPr b="1" lang="en-US" sz="2540" spc="-1" strike="noStrike">
                <a:solidFill>
                  <a:srgbClr val="a32123"/>
                </a:solidFill>
                <a:latin typeface="Noto Sans"/>
              </a:rPr>
              <a:t>Dienst nicht erreichbar</a:t>
            </a:r>
            <a:endParaRPr b="0" lang="en-US" sz="2540" spc="-1" strike="noStrike">
              <a:solidFill>
                <a:srgbClr val="000000"/>
              </a:solidFill>
              <a:latin typeface="Arial"/>
            </a:endParaRPr>
          </a:p>
        </p:txBody>
      </p:sp>
      <p:sp>
        <p:nvSpPr>
          <p:cNvPr id="591" name=""/>
          <p:cNvSpPr txBox="1"/>
          <p:nvPr/>
        </p:nvSpPr>
        <p:spPr>
          <a:xfrm>
            <a:off x="5158800" y="4457880"/>
            <a:ext cx="6179760" cy="663120"/>
          </a:xfrm>
          <a:prstGeom prst="rect">
            <a:avLst/>
          </a:prstGeom>
          <a:noFill/>
          <a:ln w="0">
            <a:noFill/>
          </a:ln>
        </p:spPr>
        <p:txBody>
          <a:bodyPr lIns="0" rIns="0" tIns="0" bIns="0" anchor="t">
            <a:noAutofit/>
          </a:bodyPr>
          <a:p>
            <a:r>
              <a:rPr b="0" lang="en-US" sz="2160" spc="-1" strike="noStrike">
                <a:solidFill>
                  <a:srgbClr val="000000"/>
                </a:solidFill>
                <a:latin typeface="Noto Sans"/>
              </a:rPr>
              <a:t>Screenshot + Capabilities + quellen.md verwenden; Ausfall notieren.</a:t>
            </a:r>
            <a:endParaRPr b="0" lang="en-US" sz="2160" spc="-1" strike="noStrike">
              <a:solidFill>
                <a:srgbClr val="000000"/>
              </a:solidFill>
              <a:latin typeface="Arial"/>
            </a:endParaRPr>
          </a:p>
        </p:txBody>
      </p:sp>
      <p:sp>
        <p:nvSpPr>
          <p:cNvPr id="592"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93" name=""/>
          <p:cNvSpPr txBox="1"/>
          <p:nvPr/>
        </p:nvSpPr>
        <p:spPr>
          <a:xfrm>
            <a:off x="838080" y="5623560"/>
            <a:ext cx="10515600" cy="442080"/>
          </a:xfrm>
          <a:prstGeom prst="rect">
            <a:avLst/>
          </a:prstGeom>
          <a:noFill/>
          <a:ln w="0">
            <a:noFill/>
          </a:ln>
        </p:spPr>
        <p:txBody>
          <a:bodyPr lIns="0" rIns="0" tIns="0" bIns="0" anchor="t">
            <a:noAutofit/>
          </a:bodyPr>
          <a:p>
            <a:r>
              <a:rPr b="1" lang="en-US" sz="1979" spc="-1" strike="noStrike">
                <a:solidFill>
                  <a:srgbClr val="004899"/>
                </a:solidFill>
                <a:latin typeface="Noto Sans"/>
              </a:rPr>
              <a:t>Online oder Ersatz: lokale Datei und Kartenbilddienst unterscheiden.</a:t>
            </a:r>
            <a:endParaRPr b="0" lang="en-US" sz="197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4"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Exit-Ticket: Was nehmen Sie mit?</a:t>
            </a:r>
            <a:endParaRPr b="0" lang="en-US" sz="3190" spc="-1" strike="noStrike">
              <a:solidFill>
                <a:srgbClr val="000000"/>
              </a:solidFill>
              <a:latin typeface="Arial"/>
            </a:endParaRPr>
          </a:p>
        </p:txBody>
      </p:sp>
      <p:sp>
        <p:nvSpPr>
          <p:cNvPr id="595"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ABSCHLUSS · OHNE NACHSCHLAGEN</a:t>
            </a:r>
            <a:endParaRPr b="0" lang="en-US" sz="1130" spc="-1" strike="noStrike">
              <a:solidFill>
                <a:srgbClr val="000000"/>
              </a:solidFill>
              <a:latin typeface="Arial"/>
            </a:endParaRPr>
          </a:p>
        </p:txBody>
      </p:sp>
      <p:sp>
        <p:nvSpPr>
          <p:cNvPr id="596"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10</a:t>
            </a:r>
            <a:endParaRPr b="0" lang="en-US" sz="939" spc="-1" strike="noStrike">
              <a:solidFill>
                <a:srgbClr val="000000"/>
              </a:solidFill>
              <a:latin typeface="Arial"/>
            </a:endParaRPr>
          </a:p>
        </p:txBody>
      </p:sp>
      <p:sp>
        <p:nvSpPr>
          <p:cNvPr id="597"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29</a:t>
            </a:r>
            <a:endParaRPr b="0" lang="en-US" sz="939" spc="-1" strike="noStrike">
              <a:solidFill>
                <a:srgbClr val="000000"/>
              </a:solidFill>
              <a:latin typeface="Arial"/>
            </a:endParaRPr>
          </a:p>
        </p:txBody>
      </p:sp>
      <p:sp>
        <p:nvSpPr>
          <p:cNvPr id="598" name=""/>
          <p:cNvSpPr/>
          <p:nvPr/>
        </p:nvSpPr>
        <p:spPr>
          <a:xfrm>
            <a:off x="647640" y="17524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99" name=""/>
          <p:cNvSpPr txBox="1"/>
          <p:nvPr/>
        </p:nvSpPr>
        <p:spPr>
          <a:xfrm>
            <a:off x="647640" y="181368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A</a:t>
            </a:r>
            <a:endParaRPr b="0" lang="en-US" sz="2450" spc="-1" strike="noStrike">
              <a:solidFill>
                <a:srgbClr val="000000"/>
              </a:solidFill>
              <a:latin typeface="Arial"/>
            </a:endParaRPr>
          </a:p>
        </p:txBody>
      </p:sp>
      <p:sp>
        <p:nvSpPr>
          <p:cNvPr id="600" name=""/>
          <p:cNvSpPr txBox="1"/>
          <p:nvPr/>
        </p:nvSpPr>
        <p:spPr>
          <a:xfrm>
            <a:off x="1371600" y="17524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Was enthält eine qgz-Datei – und was nicht?</a:t>
            </a:r>
            <a:endParaRPr b="0" lang="en-US" sz="2720" spc="-1" strike="noStrike">
              <a:solidFill>
                <a:srgbClr val="000000"/>
              </a:solidFill>
              <a:latin typeface="Arial"/>
            </a:endParaRPr>
          </a:p>
        </p:txBody>
      </p:sp>
      <p:sp>
        <p:nvSpPr>
          <p:cNvPr id="601" name=""/>
          <p:cNvSpPr/>
          <p:nvPr/>
        </p:nvSpPr>
        <p:spPr>
          <a:xfrm>
            <a:off x="647640" y="28954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602" name=""/>
          <p:cNvSpPr txBox="1"/>
          <p:nvPr/>
        </p:nvSpPr>
        <p:spPr>
          <a:xfrm>
            <a:off x="647640" y="295668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B</a:t>
            </a:r>
            <a:endParaRPr b="0" lang="en-US" sz="2450" spc="-1" strike="noStrike">
              <a:solidFill>
                <a:srgbClr val="000000"/>
              </a:solidFill>
              <a:latin typeface="Arial"/>
            </a:endParaRPr>
          </a:p>
        </p:txBody>
      </p:sp>
      <p:sp>
        <p:nvSpPr>
          <p:cNvPr id="603" name=""/>
          <p:cNvSpPr txBox="1"/>
          <p:nvPr/>
        </p:nvSpPr>
        <p:spPr>
          <a:xfrm>
            <a:off x="1371600" y="28954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Woran erkennen Sie Vektor oder Raster?</a:t>
            </a:r>
            <a:endParaRPr b="0" lang="en-US" sz="2720" spc="-1" strike="noStrike">
              <a:solidFill>
                <a:srgbClr val="000000"/>
              </a:solidFill>
              <a:latin typeface="Arial"/>
            </a:endParaRPr>
          </a:p>
        </p:txBody>
      </p:sp>
      <p:sp>
        <p:nvSpPr>
          <p:cNvPr id="604" name=""/>
          <p:cNvSpPr/>
          <p:nvPr/>
        </p:nvSpPr>
        <p:spPr>
          <a:xfrm>
            <a:off x="647640" y="40384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605" name=""/>
          <p:cNvSpPr txBox="1"/>
          <p:nvPr/>
        </p:nvSpPr>
        <p:spPr>
          <a:xfrm>
            <a:off x="647640" y="409968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C</a:t>
            </a:r>
            <a:endParaRPr b="0" lang="en-US" sz="2450" spc="-1" strike="noStrike">
              <a:solidFill>
                <a:srgbClr val="000000"/>
              </a:solidFill>
              <a:latin typeface="Arial"/>
            </a:endParaRPr>
          </a:p>
        </p:txBody>
      </p:sp>
      <p:sp>
        <p:nvSpPr>
          <p:cNvPr id="606" name=""/>
          <p:cNvSpPr txBox="1"/>
          <p:nvPr/>
        </p:nvSpPr>
        <p:spPr>
          <a:xfrm>
            <a:off x="1371600" y="40384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Warum ist ein WMS meist kein Vektor-Analyselayer?</a:t>
            </a:r>
            <a:endParaRPr b="0" lang="en-US" sz="2720" spc="-1" strike="noStrike">
              <a:solidFill>
                <a:srgbClr val="000000"/>
              </a:solidFill>
              <a:latin typeface="Arial"/>
            </a:endParaRPr>
          </a:p>
        </p:txBody>
      </p:sp>
      <p:sp>
        <p:nvSpPr>
          <p:cNvPr id="607"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08" name=""/>
          <p:cNvSpPr txBox="1"/>
          <p:nvPr/>
        </p:nvSpPr>
        <p:spPr>
          <a:xfrm>
            <a:off x="838080" y="5623560"/>
            <a:ext cx="10515600" cy="442080"/>
          </a:xfrm>
          <a:prstGeom prst="rect">
            <a:avLst/>
          </a:prstGeom>
          <a:noFill/>
          <a:ln w="0">
            <a:noFill/>
          </a:ln>
        </p:spPr>
        <p:txBody>
          <a:bodyPr lIns="0" rIns="0" tIns="0" bIns="0" anchor="t">
            <a:noAutofit/>
          </a:bodyPr>
          <a:p>
            <a:r>
              <a:rPr b="1" lang="en-US" sz="1979" spc="-1" strike="noStrike">
                <a:solidFill>
                  <a:srgbClr val="004899"/>
                </a:solidFill>
                <a:latin typeface="Noto Sans"/>
              </a:rPr>
              <a:t>Eine Frage auswählen → zu zweit formulieren → gemeinsam sichern</a:t>
            </a:r>
            <a:endParaRPr b="0" lang="en-US" sz="197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9"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Nachbereitung und nächster Schritt</a:t>
            </a:r>
            <a:endParaRPr b="0" lang="en-US" sz="3190" spc="-1" strike="noStrike">
              <a:solidFill>
                <a:srgbClr val="000000"/>
              </a:solidFill>
              <a:latin typeface="Arial"/>
            </a:endParaRPr>
          </a:p>
        </p:txBody>
      </p:sp>
      <p:sp>
        <p:nvSpPr>
          <p:cNvPr id="610"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ABSCHLUSS · UNIT 10</a:t>
            </a:r>
            <a:endParaRPr b="0" lang="en-US" sz="1130" spc="-1" strike="noStrike">
              <a:solidFill>
                <a:srgbClr val="000000"/>
              </a:solidFill>
              <a:latin typeface="Arial"/>
            </a:endParaRPr>
          </a:p>
        </p:txBody>
      </p:sp>
      <p:sp>
        <p:nvSpPr>
          <p:cNvPr id="611"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10</a:t>
            </a:r>
            <a:endParaRPr b="0" lang="en-US" sz="939" spc="-1" strike="noStrike">
              <a:solidFill>
                <a:srgbClr val="000000"/>
              </a:solidFill>
              <a:latin typeface="Arial"/>
            </a:endParaRPr>
          </a:p>
        </p:txBody>
      </p:sp>
      <p:sp>
        <p:nvSpPr>
          <p:cNvPr id="612"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30</a:t>
            </a:r>
            <a:endParaRPr b="0" lang="en-US" sz="939" spc="-1" strike="noStrike">
              <a:solidFill>
                <a:srgbClr val="000000"/>
              </a:solidFill>
              <a:latin typeface="Arial"/>
            </a:endParaRPr>
          </a:p>
        </p:txBody>
      </p:sp>
      <p:sp>
        <p:nvSpPr>
          <p:cNvPr id="613" name=""/>
          <p:cNvSpPr/>
          <p:nvPr/>
        </p:nvSpPr>
        <p:spPr>
          <a:xfrm>
            <a:off x="647640" y="1790640"/>
            <a:ext cx="5295960" cy="32004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14" name=""/>
          <p:cNvSpPr/>
          <p:nvPr/>
        </p:nvSpPr>
        <p:spPr>
          <a:xfrm>
            <a:off x="647640" y="1790640"/>
            <a:ext cx="53280" cy="320040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615" name=""/>
          <p:cNvSpPr txBox="1"/>
          <p:nvPr/>
        </p:nvSpPr>
        <p:spPr>
          <a:xfrm>
            <a:off x="853560" y="1973520"/>
            <a:ext cx="4884480" cy="647640"/>
          </a:xfrm>
          <a:prstGeom prst="rect">
            <a:avLst/>
          </a:prstGeom>
          <a:noFill/>
          <a:ln w="0">
            <a:noFill/>
          </a:ln>
        </p:spPr>
        <p:txBody>
          <a:bodyPr lIns="0" rIns="0" tIns="0" bIns="0" anchor="t">
            <a:noAutofit/>
          </a:bodyPr>
          <a:p>
            <a:r>
              <a:rPr b="1" lang="en-US" sz="2540" spc="-1" strike="noStrike">
                <a:solidFill>
                  <a:srgbClr val="004899"/>
                </a:solidFill>
                <a:latin typeface="Noto Sans"/>
              </a:rPr>
              <a:t>Übungsaufgabe: JiTT-Fragen</a:t>
            </a:r>
            <a:endParaRPr b="0" lang="en-US" sz="2540" spc="-1" strike="noStrike">
              <a:solidFill>
                <a:srgbClr val="000000"/>
              </a:solidFill>
              <a:latin typeface="Arial"/>
            </a:endParaRPr>
          </a:p>
        </p:txBody>
      </p:sp>
      <p:sp>
        <p:nvSpPr>
          <p:cNvPr id="616" name=""/>
          <p:cNvSpPr txBox="1"/>
          <p:nvPr/>
        </p:nvSpPr>
        <p:spPr>
          <a:xfrm>
            <a:off x="853560" y="2735640"/>
            <a:ext cx="4884480" cy="2118240"/>
          </a:xfrm>
          <a:prstGeom prst="rect">
            <a:avLst/>
          </a:prstGeom>
          <a:noFill/>
          <a:ln w="0">
            <a:noFill/>
          </a:ln>
        </p:spPr>
        <p:txBody>
          <a:bodyPr lIns="0" rIns="0" tIns="0" bIns="0" anchor="t">
            <a:noAutofit/>
          </a:bodyPr>
          <a:p>
            <a:r>
              <a:rPr b="0" lang="en-US" sz="2350" spc="-1" strike="noStrike">
                <a:solidFill>
                  <a:srgbClr val="000000"/>
                </a:solidFill>
                <a:latin typeface="Noto Sans"/>
              </a:rPr>
              <a:t>Beantworten Sie die JiTT-Fragen</a:t>
            </a:r>
            <a:endParaRPr b="0" lang="en-US" sz="2350" spc="-1" strike="noStrike">
              <a:solidFill>
                <a:srgbClr val="000000"/>
              </a:solidFill>
              <a:latin typeface="Arial"/>
            </a:endParaRPr>
          </a:p>
          <a:p>
            <a:r>
              <a:rPr b="0" lang="en-US" sz="2350" spc="-1" strike="noStrike">
                <a:solidFill>
                  <a:srgbClr val="000000"/>
                </a:solidFill>
                <a:latin typeface="Noto Sans"/>
              </a:rPr>
              <a:t>zu Unit 10 im ILIAS-Kurs.</a:t>
            </a:r>
            <a:endParaRPr b="0" lang="en-US" sz="2350" spc="-1" strike="noStrike">
              <a:solidFill>
                <a:srgbClr val="000000"/>
              </a:solidFill>
              <a:latin typeface="Arial"/>
            </a:endParaRPr>
          </a:p>
          <a:p>
            <a:endParaRPr b="0" lang="en-US" sz="2350" spc="-1" strike="noStrike">
              <a:solidFill>
                <a:srgbClr val="000000"/>
              </a:solidFill>
              <a:latin typeface="Arial"/>
            </a:endParaRPr>
          </a:p>
          <a:p>
            <a:r>
              <a:rPr b="0" lang="en-US" sz="2350" spc="-1" strike="noStrike">
                <a:solidFill>
                  <a:srgbClr val="000000"/>
                </a:solidFill>
                <a:latin typeface="Noto Sans"/>
              </a:rPr>
              <a:t>Fragen und Frist stehen in ILIAS.</a:t>
            </a:r>
            <a:endParaRPr b="0" lang="en-US" sz="2350" spc="-1" strike="noStrike">
              <a:solidFill>
                <a:srgbClr val="000000"/>
              </a:solidFill>
              <a:latin typeface="Arial"/>
            </a:endParaRPr>
          </a:p>
        </p:txBody>
      </p:sp>
      <p:sp>
        <p:nvSpPr>
          <p:cNvPr id="617" name=""/>
          <p:cNvSpPr/>
          <p:nvPr/>
        </p:nvSpPr>
        <p:spPr>
          <a:xfrm>
            <a:off x="6248520" y="1790640"/>
            <a:ext cx="5295960" cy="32004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18" name=""/>
          <p:cNvSpPr/>
          <p:nvPr/>
        </p:nvSpPr>
        <p:spPr>
          <a:xfrm>
            <a:off x="6248520" y="1790640"/>
            <a:ext cx="53280" cy="320040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619" name=""/>
          <p:cNvSpPr txBox="1"/>
          <p:nvPr/>
        </p:nvSpPr>
        <p:spPr>
          <a:xfrm>
            <a:off x="6454080" y="1973520"/>
            <a:ext cx="4884480" cy="647640"/>
          </a:xfrm>
          <a:prstGeom prst="rect">
            <a:avLst/>
          </a:prstGeom>
          <a:noFill/>
          <a:ln w="0">
            <a:noFill/>
          </a:ln>
        </p:spPr>
        <p:txBody>
          <a:bodyPr lIns="0" rIns="0" tIns="0" bIns="0" anchor="t">
            <a:noAutofit/>
          </a:bodyPr>
          <a:p>
            <a:r>
              <a:rPr b="1" lang="en-US" sz="2540" spc="-1" strike="noStrike">
                <a:solidFill>
                  <a:srgbClr val="004899"/>
                </a:solidFill>
                <a:latin typeface="Noto Sans"/>
              </a:rPr>
              <a:t>Ausblick: Unit 11</a:t>
            </a:r>
            <a:endParaRPr b="0" lang="en-US" sz="2540" spc="-1" strike="noStrike">
              <a:solidFill>
                <a:srgbClr val="000000"/>
              </a:solidFill>
              <a:latin typeface="Arial"/>
            </a:endParaRPr>
          </a:p>
        </p:txBody>
      </p:sp>
      <p:sp>
        <p:nvSpPr>
          <p:cNvPr id="620" name=""/>
          <p:cNvSpPr txBox="1"/>
          <p:nvPr/>
        </p:nvSpPr>
        <p:spPr>
          <a:xfrm>
            <a:off x="6454080" y="2735640"/>
            <a:ext cx="4884480" cy="2118240"/>
          </a:xfrm>
          <a:prstGeom prst="rect">
            <a:avLst/>
          </a:prstGeom>
          <a:noFill/>
          <a:ln w="0">
            <a:noFill/>
          </a:ln>
        </p:spPr>
        <p:txBody>
          <a:bodyPr lIns="0" rIns="0" tIns="0" bIns="0" anchor="t">
            <a:noAutofit/>
          </a:bodyPr>
          <a:p>
            <a:r>
              <a:rPr b="0" lang="en-US" sz="2350" spc="-1" strike="noStrike">
                <a:solidFill>
                  <a:srgbClr val="000000"/>
                </a:solidFill>
                <a:latin typeface="Noto Sans"/>
              </a:rPr>
              <a:t>QGIS kurz wiederfinden.</a:t>
            </a:r>
            <a:endParaRPr b="0" lang="en-US" sz="2350" spc="-1" strike="noStrike">
              <a:solidFill>
                <a:srgbClr val="000000"/>
              </a:solidFill>
              <a:latin typeface="Arial"/>
            </a:endParaRPr>
          </a:p>
          <a:p>
            <a:endParaRPr b="0" lang="en-US" sz="2350" spc="-1" strike="noStrike">
              <a:solidFill>
                <a:srgbClr val="000000"/>
              </a:solidFill>
              <a:latin typeface="Arial"/>
            </a:endParaRPr>
          </a:p>
          <a:p>
            <a:r>
              <a:rPr b="0" lang="en-US" sz="2350" spc="-1" strike="noStrike">
                <a:solidFill>
                  <a:srgbClr val="000000"/>
                </a:solidFill>
                <a:latin typeface="Noto Sans"/>
              </a:rPr>
              <a:t>Eine CSV als Punktlayer importieren</a:t>
            </a:r>
            <a:endParaRPr b="0" lang="en-US" sz="2350" spc="-1" strike="noStrike">
              <a:solidFill>
                <a:srgbClr val="000000"/>
              </a:solidFill>
              <a:latin typeface="Arial"/>
            </a:endParaRPr>
          </a:p>
          <a:p>
            <a:r>
              <a:rPr b="0" lang="en-US" sz="2350" spc="-1" strike="noStrike">
                <a:solidFill>
                  <a:srgbClr val="000000"/>
                </a:solidFill>
                <a:latin typeface="Noto Sans"/>
              </a:rPr>
              <a:t>und Beobachtungen prüfen.</a:t>
            </a:r>
            <a:endParaRPr b="0" lang="en-US" sz="2350" spc="-1" strike="noStrike">
              <a:solidFill>
                <a:srgbClr val="000000"/>
              </a:solidFill>
              <a:latin typeface="Arial"/>
            </a:endParaRPr>
          </a:p>
        </p:txBody>
      </p:sp>
      <p:sp>
        <p:nvSpPr>
          <p:cNvPr id="621" name=""/>
          <p:cNvSpPr txBox="1"/>
          <p:nvPr/>
        </p:nvSpPr>
        <p:spPr>
          <a:xfrm>
            <a:off x="838080" y="5067360"/>
            <a:ext cx="10515600" cy="365760"/>
          </a:xfrm>
          <a:prstGeom prst="rect">
            <a:avLst/>
          </a:prstGeom>
          <a:noFill/>
          <a:ln w="0">
            <a:noFill/>
          </a:ln>
        </p:spPr>
        <p:txBody>
          <a:bodyPr lIns="0" rIns="0" tIns="0" bIns="0" anchor="t">
            <a:noAutofit/>
          </a:bodyPr>
          <a:p>
            <a:r>
              <a:rPr b="1" lang="en-US" sz="2160" spc="-1" strike="noStrike">
                <a:solidFill>
                  <a:srgbClr val="004899"/>
                </a:solidFill>
                <a:latin typeface="Noto Sans"/>
                <a:hlinkClick r:id="rId1"/>
              </a:rPr>
              <a:t>Hinweis zu den JiTT-Fragen: HTML-Lernumgebung → Unit 10</a:t>
            </a:r>
            <a:endParaRPr b="0" lang="en-US" sz="2160" spc="-1" strike="noStrike">
              <a:solidFill>
                <a:srgbClr val="000000"/>
              </a:solidFill>
              <a:latin typeface="Arial"/>
            </a:endParaRPr>
          </a:p>
        </p:txBody>
      </p:sp>
      <p:sp>
        <p:nvSpPr>
          <p:cNvPr id="622"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23" name=""/>
          <p:cNvSpPr txBox="1"/>
          <p:nvPr/>
        </p:nvSpPr>
        <p:spPr>
          <a:xfrm>
            <a:off x="838080" y="5623560"/>
            <a:ext cx="10515600" cy="442080"/>
          </a:xfrm>
          <a:prstGeom prst="rect">
            <a:avLst/>
          </a:prstGeom>
          <a:noFill/>
          <a:ln w="0">
            <a:noFill/>
          </a:ln>
        </p:spPr>
        <p:txBody>
          <a:bodyPr lIns="0" rIns="0" tIns="0" bIns="0" anchor="t">
            <a:noAutofit/>
          </a:bodyPr>
          <a:p>
            <a:r>
              <a:rPr b="1" lang="en-US" sz="2070" spc="-1" strike="noStrike">
                <a:solidFill>
                  <a:srgbClr val="004899"/>
                </a:solidFill>
                <a:latin typeface="Noto Sans"/>
              </a:rPr>
              <a:t>Die JiTT-Fragen sind Ihre einzige Übungsaufgabe zu Unit 10.</a:t>
            </a:r>
            <a:endParaRPr b="0" lang="en-US" sz="20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4"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WMS oder WFS?</a:t>
            </a:r>
            <a:endParaRPr b="0" lang="en-US" sz="3190" spc="-1" strike="noStrike">
              <a:solidFill>
                <a:srgbClr val="000000"/>
              </a:solidFill>
              <a:latin typeface="Arial"/>
            </a:endParaRPr>
          </a:p>
        </p:txBody>
      </p:sp>
      <p:sp>
        <p:nvSpPr>
          <p:cNvPr id="625"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RESERVE · DATENQUELLEN UNTERSCHEIDEN</a:t>
            </a:r>
            <a:endParaRPr b="0" lang="en-US" sz="1130" spc="-1" strike="noStrike">
              <a:solidFill>
                <a:srgbClr val="000000"/>
              </a:solidFill>
              <a:latin typeface="Arial"/>
            </a:endParaRPr>
          </a:p>
        </p:txBody>
      </p:sp>
      <p:sp>
        <p:nvSpPr>
          <p:cNvPr id="626"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10</a:t>
            </a:r>
            <a:endParaRPr b="0" lang="en-US" sz="939" spc="-1" strike="noStrike">
              <a:solidFill>
                <a:srgbClr val="000000"/>
              </a:solidFill>
              <a:latin typeface="Arial"/>
            </a:endParaRPr>
          </a:p>
        </p:txBody>
      </p:sp>
      <p:sp>
        <p:nvSpPr>
          <p:cNvPr id="627"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31</a:t>
            </a:r>
            <a:endParaRPr b="0" lang="en-US" sz="939" spc="-1" strike="noStrike">
              <a:solidFill>
                <a:srgbClr val="000000"/>
              </a:solidFill>
              <a:latin typeface="Arial"/>
            </a:endParaRPr>
          </a:p>
        </p:txBody>
      </p:sp>
      <p:pic>
        <p:nvPicPr>
          <p:cNvPr id="628" name="" descr="Dasselbe schematische Gebiet mit Fluss und Fläche: WMS liefert ein gerendertes Bild, WFS liefert Geometrien mit Attributen. Begrenzte WMS-Objektabfragen sind möglich."/>
          <p:cNvPicPr/>
          <p:nvPr/>
        </p:nvPicPr>
        <p:blipFill>
          <a:blip r:embed="rId1">
            <a:extLst>
              <a:ext uri="{96DAC541-7B7A-43D3-8B79-37D633B846F1}">
                <asvg:svgBlip xmlns:asvg="http://schemas.microsoft.com/office/drawing/2016/SVG/main" r:embed="rId2"/>
              </a:ext>
            </a:extLst>
          </a:blip>
          <a:stretch/>
        </p:blipFill>
        <p:spPr>
          <a:xfrm>
            <a:off x="914400" y="1600200"/>
            <a:ext cx="2895480" cy="3817800"/>
          </a:xfrm>
          <a:prstGeom prst="rect">
            <a:avLst/>
          </a:prstGeom>
          <a:ln w="0">
            <a:noFill/>
          </a:ln>
        </p:spPr>
      </p:pic>
      <p:sp>
        <p:nvSpPr>
          <p:cNvPr id="629" name=""/>
          <p:cNvSpPr/>
          <p:nvPr/>
        </p:nvSpPr>
        <p:spPr>
          <a:xfrm>
            <a:off x="4191120" y="1866960"/>
            <a:ext cx="7353360" cy="15238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30" name=""/>
          <p:cNvSpPr/>
          <p:nvPr/>
        </p:nvSpPr>
        <p:spPr>
          <a:xfrm>
            <a:off x="4191120" y="1866960"/>
            <a:ext cx="53280" cy="152388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631" name=""/>
          <p:cNvSpPr txBox="1"/>
          <p:nvPr/>
        </p:nvSpPr>
        <p:spPr>
          <a:xfrm>
            <a:off x="4396680" y="2049840"/>
            <a:ext cx="6941880" cy="647640"/>
          </a:xfrm>
          <a:prstGeom prst="rect">
            <a:avLst/>
          </a:prstGeom>
          <a:noFill/>
          <a:ln w="0">
            <a:noFill/>
          </a:ln>
        </p:spPr>
        <p:txBody>
          <a:bodyPr lIns="0" rIns="0" tIns="0" bIns="0" anchor="t">
            <a:noAutofit/>
          </a:bodyPr>
          <a:p>
            <a:r>
              <a:rPr b="1" lang="en-US" sz="2540" spc="-1" strike="noStrike">
                <a:solidFill>
                  <a:srgbClr val="004899"/>
                </a:solidFill>
                <a:latin typeface="Noto Sans"/>
              </a:rPr>
              <a:t>WMS</a:t>
            </a:r>
            <a:endParaRPr b="0" lang="en-US" sz="2540" spc="-1" strike="noStrike">
              <a:solidFill>
                <a:srgbClr val="000000"/>
              </a:solidFill>
              <a:latin typeface="Arial"/>
            </a:endParaRPr>
          </a:p>
        </p:txBody>
      </p:sp>
      <p:sp>
        <p:nvSpPr>
          <p:cNvPr id="632" name=""/>
          <p:cNvSpPr txBox="1"/>
          <p:nvPr/>
        </p:nvSpPr>
        <p:spPr>
          <a:xfrm>
            <a:off x="4396680" y="2629080"/>
            <a:ext cx="6941880" cy="624960"/>
          </a:xfrm>
          <a:prstGeom prst="rect">
            <a:avLst/>
          </a:prstGeom>
          <a:noFill/>
          <a:ln w="0">
            <a:noFill/>
          </a:ln>
        </p:spPr>
        <p:txBody>
          <a:bodyPr lIns="0" rIns="0" tIns="0" bIns="0" anchor="t">
            <a:noAutofit/>
          </a:bodyPr>
          <a:p>
            <a:r>
              <a:rPr b="0" lang="en-US" sz="2540" spc="-1" strike="noStrike">
                <a:solidFill>
                  <a:srgbClr val="000000"/>
                </a:solidFill>
                <a:latin typeface="Noto Sans"/>
              </a:rPr>
              <a:t>Kartenbild für Orientierung und Hintergrund</a:t>
            </a:r>
            <a:endParaRPr b="0" lang="en-US" sz="2540" spc="-1" strike="noStrike">
              <a:solidFill>
                <a:srgbClr val="000000"/>
              </a:solidFill>
              <a:latin typeface="Arial"/>
            </a:endParaRPr>
          </a:p>
        </p:txBody>
      </p:sp>
      <p:sp>
        <p:nvSpPr>
          <p:cNvPr id="633" name=""/>
          <p:cNvSpPr/>
          <p:nvPr/>
        </p:nvSpPr>
        <p:spPr>
          <a:xfrm>
            <a:off x="4191120" y="3695760"/>
            <a:ext cx="7353360" cy="15238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34" name=""/>
          <p:cNvSpPr/>
          <p:nvPr/>
        </p:nvSpPr>
        <p:spPr>
          <a:xfrm>
            <a:off x="4191120" y="3695760"/>
            <a:ext cx="53280" cy="152388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635" name=""/>
          <p:cNvSpPr txBox="1"/>
          <p:nvPr/>
        </p:nvSpPr>
        <p:spPr>
          <a:xfrm>
            <a:off x="4396680" y="3878640"/>
            <a:ext cx="6941880" cy="647640"/>
          </a:xfrm>
          <a:prstGeom prst="rect">
            <a:avLst/>
          </a:prstGeom>
          <a:noFill/>
          <a:ln w="0">
            <a:noFill/>
          </a:ln>
        </p:spPr>
        <p:txBody>
          <a:bodyPr lIns="0" rIns="0" tIns="0" bIns="0" anchor="t">
            <a:noAutofit/>
          </a:bodyPr>
          <a:p>
            <a:r>
              <a:rPr b="1" lang="en-US" sz="2540" spc="-1" strike="noStrike">
                <a:solidFill>
                  <a:srgbClr val="a32123"/>
                </a:solidFill>
                <a:latin typeface="Noto Sans"/>
              </a:rPr>
              <a:t>WFS</a:t>
            </a:r>
            <a:endParaRPr b="0" lang="en-US" sz="2540" spc="-1" strike="noStrike">
              <a:solidFill>
                <a:srgbClr val="000000"/>
              </a:solidFill>
              <a:latin typeface="Arial"/>
            </a:endParaRPr>
          </a:p>
        </p:txBody>
      </p:sp>
      <p:sp>
        <p:nvSpPr>
          <p:cNvPr id="636" name=""/>
          <p:cNvSpPr txBox="1"/>
          <p:nvPr/>
        </p:nvSpPr>
        <p:spPr>
          <a:xfrm>
            <a:off x="4396680" y="4457880"/>
            <a:ext cx="6941880" cy="624960"/>
          </a:xfrm>
          <a:prstGeom prst="rect">
            <a:avLst/>
          </a:prstGeom>
          <a:noFill/>
          <a:ln w="0">
            <a:noFill/>
          </a:ln>
        </p:spPr>
        <p:txBody>
          <a:bodyPr lIns="0" rIns="0" tIns="0" bIns="0" anchor="t">
            <a:noAutofit/>
          </a:bodyPr>
          <a:p>
            <a:r>
              <a:rPr b="0" lang="en-US" sz="2540" spc="-1" strike="noStrike">
                <a:solidFill>
                  <a:srgbClr val="000000"/>
                </a:solidFill>
                <a:latin typeface="Noto Sans"/>
              </a:rPr>
              <a:t>Vektorfeatures mit Geometrien und Attributen</a:t>
            </a:r>
            <a:endParaRPr b="0" lang="en-US" sz="2540" spc="-1" strike="noStrike">
              <a:solidFill>
                <a:srgbClr val="000000"/>
              </a:solidFill>
              <a:latin typeface="Arial"/>
            </a:endParaRPr>
          </a:p>
        </p:txBody>
      </p:sp>
      <p:sp>
        <p:nvSpPr>
          <p:cNvPr id="637"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38" name=""/>
          <p:cNvSpPr txBox="1"/>
          <p:nvPr/>
        </p:nvSpPr>
        <p:spPr>
          <a:xfrm>
            <a:off x="838080" y="5623560"/>
            <a:ext cx="10515600" cy="442080"/>
          </a:xfrm>
          <a:prstGeom prst="rect">
            <a:avLst/>
          </a:prstGeom>
          <a:noFill/>
          <a:ln w="0">
            <a:noFill/>
          </a:ln>
        </p:spPr>
        <p:txBody>
          <a:bodyPr lIns="0" rIns="0" tIns="0" bIns="0" anchor="t">
            <a:noAutofit/>
          </a:bodyPr>
          <a:p>
            <a:r>
              <a:rPr b="1" lang="en-US" sz="1979" spc="-1" strike="noStrike">
                <a:solidFill>
                  <a:srgbClr val="004899"/>
                </a:solidFill>
                <a:latin typeface="Noto Sans"/>
              </a:rPr>
              <a:t>Ähnlicher sichtbarer Inhalt – technisch unterschiedliche Lieferung.</a:t>
            </a:r>
            <a:endParaRPr b="0" lang="en-US" sz="197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9"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Materialien und Quellen</a:t>
            </a:r>
            <a:endParaRPr b="0" lang="en-US" sz="3190" spc="-1" strike="noStrike">
              <a:solidFill>
                <a:srgbClr val="000000"/>
              </a:solidFill>
              <a:latin typeface="Arial"/>
            </a:endParaRPr>
          </a:p>
        </p:txBody>
      </p:sp>
      <p:sp>
        <p:nvSpPr>
          <p:cNvPr id="640"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RESERVE · ZUM NACHSCHLAGEN</a:t>
            </a:r>
            <a:endParaRPr b="0" lang="en-US" sz="1130" spc="-1" strike="noStrike">
              <a:solidFill>
                <a:srgbClr val="000000"/>
              </a:solidFill>
              <a:latin typeface="Arial"/>
            </a:endParaRPr>
          </a:p>
        </p:txBody>
      </p:sp>
      <p:sp>
        <p:nvSpPr>
          <p:cNvPr id="641"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10</a:t>
            </a:r>
            <a:endParaRPr b="0" lang="en-US" sz="939" spc="-1" strike="noStrike">
              <a:solidFill>
                <a:srgbClr val="000000"/>
              </a:solidFill>
              <a:latin typeface="Arial"/>
            </a:endParaRPr>
          </a:p>
        </p:txBody>
      </p:sp>
      <p:sp>
        <p:nvSpPr>
          <p:cNvPr id="642"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32</a:t>
            </a:r>
            <a:endParaRPr b="0" lang="en-US" sz="939" spc="-1" strike="noStrike">
              <a:solidFill>
                <a:srgbClr val="000000"/>
              </a:solidFill>
              <a:latin typeface="Arial"/>
            </a:endParaRPr>
          </a:p>
        </p:txBody>
      </p:sp>
      <p:sp>
        <p:nvSpPr>
          <p:cNvPr id="643" name=""/>
          <p:cNvSpPr txBox="1"/>
          <p:nvPr/>
        </p:nvSpPr>
        <p:spPr>
          <a:xfrm>
            <a:off x="838080" y="1691640"/>
            <a:ext cx="10515600" cy="457200"/>
          </a:xfrm>
          <a:prstGeom prst="rect">
            <a:avLst/>
          </a:prstGeom>
          <a:noFill/>
          <a:ln w="0">
            <a:noFill/>
          </a:ln>
        </p:spPr>
        <p:txBody>
          <a:bodyPr lIns="0" rIns="0" tIns="0" bIns="0" anchor="t">
            <a:noAutofit/>
          </a:bodyPr>
          <a:p>
            <a:r>
              <a:rPr b="1" lang="en-US" sz="2350" spc="-1" strike="noStrike">
                <a:solidFill>
                  <a:srgbClr val="004899"/>
                </a:solidFill>
                <a:latin typeface="Noto Sans"/>
                <a:hlinkClick r:id="rId1"/>
              </a:rPr>
              <a:t>GeoMOER · Überblick Unit 10</a:t>
            </a:r>
            <a:endParaRPr b="0" lang="en-US" sz="2350" spc="-1" strike="noStrike">
              <a:solidFill>
                <a:srgbClr val="000000"/>
              </a:solidFill>
              <a:latin typeface="Arial"/>
            </a:endParaRPr>
          </a:p>
        </p:txBody>
      </p:sp>
      <p:sp>
        <p:nvSpPr>
          <p:cNvPr id="644" name=""/>
          <p:cNvSpPr txBox="1"/>
          <p:nvPr/>
        </p:nvSpPr>
        <p:spPr>
          <a:xfrm>
            <a:off x="838080" y="2232720"/>
            <a:ext cx="10515600" cy="457200"/>
          </a:xfrm>
          <a:prstGeom prst="rect">
            <a:avLst/>
          </a:prstGeom>
          <a:noFill/>
          <a:ln w="0">
            <a:noFill/>
          </a:ln>
        </p:spPr>
        <p:txBody>
          <a:bodyPr lIns="0" rIns="0" tIns="0" bIns="0" anchor="t">
            <a:noAutofit/>
          </a:bodyPr>
          <a:p>
            <a:r>
              <a:rPr b="1" lang="en-US" sz="2350" spc="-1" strike="noStrike">
                <a:solidFill>
                  <a:srgbClr val="004899"/>
                </a:solidFill>
                <a:latin typeface="Noto Sans"/>
                <a:hlinkClick r:id="rId2"/>
              </a:rPr>
              <a:t>GeoMOER · QGIS-Kernpfad Unit 10</a:t>
            </a:r>
            <a:endParaRPr b="0" lang="en-US" sz="2350" spc="-1" strike="noStrike">
              <a:solidFill>
                <a:srgbClr val="000000"/>
              </a:solidFill>
              <a:latin typeface="Arial"/>
            </a:endParaRPr>
          </a:p>
        </p:txBody>
      </p:sp>
      <p:sp>
        <p:nvSpPr>
          <p:cNvPr id="645" name=""/>
          <p:cNvSpPr txBox="1"/>
          <p:nvPr/>
        </p:nvSpPr>
        <p:spPr>
          <a:xfrm>
            <a:off x="838080" y="2773800"/>
            <a:ext cx="10515600" cy="457200"/>
          </a:xfrm>
          <a:prstGeom prst="rect">
            <a:avLst/>
          </a:prstGeom>
          <a:noFill/>
          <a:ln w="0">
            <a:noFill/>
          </a:ln>
        </p:spPr>
        <p:txBody>
          <a:bodyPr lIns="0" rIns="0" tIns="0" bIns="0" anchor="t">
            <a:noAutofit/>
          </a:bodyPr>
          <a:p>
            <a:r>
              <a:rPr b="1" lang="en-US" sz="2350" spc="-1" strike="noStrike">
                <a:solidFill>
                  <a:srgbClr val="004899"/>
                </a:solidFill>
                <a:latin typeface="Noto Sans"/>
                <a:hlinkClick r:id="rId3"/>
              </a:rPr>
              <a:t>GeoMOER · Einführung in QGIS</a:t>
            </a:r>
            <a:endParaRPr b="0" lang="en-US" sz="2350" spc="-1" strike="noStrike">
              <a:solidFill>
                <a:srgbClr val="000000"/>
              </a:solidFill>
              <a:latin typeface="Arial"/>
            </a:endParaRPr>
          </a:p>
        </p:txBody>
      </p:sp>
      <p:sp>
        <p:nvSpPr>
          <p:cNvPr id="646" name=""/>
          <p:cNvSpPr txBox="1"/>
          <p:nvPr/>
        </p:nvSpPr>
        <p:spPr>
          <a:xfrm>
            <a:off x="838080" y="3314880"/>
            <a:ext cx="10515600" cy="457200"/>
          </a:xfrm>
          <a:prstGeom prst="rect">
            <a:avLst/>
          </a:prstGeom>
          <a:noFill/>
          <a:ln w="0">
            <a:noFill/>
          </a:ln>
        </p:spPr>
        <p:txBody>
          <a:bodyPr lIns="0" rIns="0" tIns="0" bIns="0" anchor="t">
            <a:noAutofit/>
          </a:bodyPr>
          <a:p>
            <a:r>
              <a:rPr b="1" lang="en-US" sz="2350" spc="-1" strike="noStrike">
                <a:solidFill>
                  <a:srgbClr val="004899"/>
                </a:solidFill>
                <a:latin typeface="Noto Sans"/>
                <a:hlinkClick r:id="rId4"/>
              </a:rPr>
              <a:t>GeoMOER · Datenquellen und WMS</a:t>
            </a:r>
            <a:endParaRPr b="0" lang="en-US" sz="2350" spc="-1" strike="noStrike">
              <a:solidFill>
                <a:srgbClr val="000000"/>
              </a:solidFill>
              <a:latin typeface="Arial"/>
            </a:endParaRPr>
          </a:p>
        </p:txBody>
      </p:sp>
      <p:sp>
        <p:nvSpPr>
          <p:cNvPr id="647" name=""/>
          <p:cNvSpPr txBox="1"/>
          <p:nvPr/>
        </p:nvSpPr>
        <p:spPr>
          <a:xfrm>
            <a:off x="838080" y="3855600"/>
            <a:ext cx="10515600" cy="457200"/>
          </a:xfrm>
          <a:prstGeom prst="rect">
            <a:avLst/>
          </a:prstGeom>
          <a:noFill/>
          <a:ln w="0">
            <a:noFill/>
          </a:ln>
        </p:spPr>
        <p:txBody>
          <a:bodyPr lIns="0" rIns="0" tIns="0" bIns="0" anchor="t">
            <a:noAutofit/>
          </a:bodyPr>
          <a:p>
            <a:r>
              <a:rPr b="1" lang="en-US" sz="2350" spc="-1" strike="noStrike">
                <a:solidFill>
                  <a:srgbClr val="004899"/>
                </a:solidFill>
                <a:latin typeface="Noto Sans"/>
                <a:hlinkClick r:id="rId5"/>
              </a:rPr>
              <a:t>QGIS 3.40 · Benutzerhandbuch</a:t>
            </a:r>
            <a:endParaRPr b="0" lang="en-US" sz="2350" spc="-1" strike="noStrike">
              <a:solidFill>
                <a:srgbClr val="000000"/>
              </a:solidFill>
              <a:latin typeface="Arial"/>
            </a:endParaRPr>
          </a:p>
        </p:txBody>
      </p:sp>
      <p:sp>
        <p:nvSpPr>
          <p:cNvPr id="648" name=""/>
          <p:cNvSpPr txBox="1"/>
          <p:nvPr/>
        </p:nvSpPr>
        <p:spPr>
          <a:xfrm>
            <a:off x="838080" y="4396680"/>
            <a:ext cx="10515600" cy="457200"/>
          </a:xfrm>
          <a:prstGeom prst="rect">
            <a:avLst/>
          </a:prstGeom>
          <a:noFill/>
          <a:ln w="0">
            <a:noFill/>
          </a:ln>
        </p:spPr>
        <p:txBody>
          <a:bodyPr lIns="0" rIns="0" tIns="0" bIns="0" anchor="t">
            <a:noAutofit/>
          </a:bodyPr>
          <a:p>
            <a:r>
              <a:rPr b="1" lang="en-US" sz="2350" spc="-1" strike="noStrike">
                <a:solidFill>
                  <a:srgbClr val="004899"/>
                </a:solidFill>
                <a:latin typeface="Noto Sans"/>
                <a:hlinkClick r:id="rId6"/>
              </a:rPr>
              <a:t>HLNUG · Geodienste Naturschutz</a:t>
            </a:r>
            <a:endParaRPr b="0" lang="en-US" sz="2350" spc="-1" strike="noStrike">
              <a:solidFill>
                <a:srgbClr val="000000"/>
              </a:solidFill>
              <a:latin typeface="Arial"/>
            </a:endParaRPr>
          </a:p>
        </p:txBody>
      </p:sp>
      <p:sp>
        <p:nvSpPr>
          <p:cNvPr id="649" name=""/>
          <p:cNvSpPr txBox="1"/>
          <p:nvPr/>
        </p:nvSpPr>
        <p:spPr>
          <a:xfrm>
            <a:off x="838080" y="5151240"/>
            <a:ext cx="10591920" cy="945000"/>
          </a:xfrm>
          <a:prstGeom prst="rect">
            <a:avLst/>
          </a:prstGeom>
          <a:noFill/>
          <a:ln w="0">
            <a:noFill/>
          </a:ln>
        </p:spPr>
        <p:txBody>
          <a:bodyPr lIns="0" rIns="0" tIns="0" bIns="0" anchor="t">
            <a:noAutofit/>
          </a:bodyPr>
          <a:p>
            <a:r>
              <a:rPr b="0" lang="en-US" sz="1600" spc="-1" strike="noStrike">
                <a:solidFill>
                  <a:srgbClr val="414141"/>
                </a:solidFill>
                <a:latin typeface="Noto Sans"/>
              </a:rPr>
              <a:t>Paketstand: 08.09.2026 · Abgleich der Folien: 09.09.2026</a:t>
            </a:r>
            <a:endParaRPr b="0" lang="en-US" sz="1600" spc="-1" strike="noStrike">
              <a:solidFill>
                <a:srgbClr val="000000"/>
              </a:solidFill>
              <a:latin typeface="Arial"/>
            </a:endParaRPr>
          </a:p>
          <a:p>
            <a:r>
              <a:rPr b="0" lang="en-US" sz="1600" spc="-1" strike="noStrike">
                <a:solidFill>
                  <a:srgbClr val="414141"/>
                </a:solidFill>
                <a:latin typeface="Noto Sans"/>
              </a:rPr>
              <a:t>Layout: Universität-Marburg-Vorlage · Titel-/Abschlussbild: FB19-Vorlage</a:t>
            </a:r>
            <a:endParaRPr b="0" lang="en-US" sz="1600" spc="-1" strike="noStrike">
              <a:solidFill>
                <a:srgbClr val="000000"/>
              </a:solidFill>
              <a:latin typeface="Arial"/>
            </a:endParaRPr>
          </a:p>
          <a:p>
            <a:r>
              <a:rPr b="0" lang="en-US" sz="1600" spc="-1" strike="noStrike">
                <a:solidFill>
                  <a:srgbClr val="414141"/>
                </a:solidFill>
                <a:latin typeface="Noto Sans"/>
              </a:rPr>
              <a:t>Lehrabbildungen: vorhandene SVGs der Unit 10</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0" name=""/>
          <p:cNvSpPr/>
          <p:nvPr/>
        </p:nvSpPr>
        <p:spPr>
          <a:xfrm>
            <a:off x="335160" y="335160"/>
            <a:ext cx="6164640" cy="6149520"/>
          </a:xfrm>
          <a:prstGeom prst="rect">
            <a:avLst/>
          </a:prstGeom>
          <a:solidFill>
            <a:srgbClr val="f7deed"/>
          </a:solidFill>
          <a:ln w="0">
            <a:noFill/>
          </a:ln>
        </p:spPr>
        <p:txBody>
          <a:bodyPr lIns="90000" rIns="90000" tIns="45000" bIns="45000" anchor="ctr" anchorCtr="1">
            <a:noAutofit/>
          </a:bodyPr>
          <a:p>
            <a:endParaRPr b="0" lang="en-US" sz="1800" spc="-1" strike="noStrike">
              <a:solidFill>
                <a:srgbClr val="000000"/>
              </a:solidFill>
              <a:latin typeface="Arial"/>
            </a:endParaRPr>
          </a:p>
        </p:txBody>
      </p:sp>
      <p:pic>
        <p:nvPicPr>
          <p:cNvPr id="651" name="" descr=""/>
          <p:cNvPicPr/>
          <p:nvPr/>
        </p:nvPicPr>
        <p:blipFill>
          <a:blip r:embed="rId1"/>
          <a:stretch/>
        </p:blipFill>
        <p:spPr>
          <a:xfrm>
            <a:off x="6972480" y="2666880"/>
            <a:ext cx="4876920" cy="1671120"/>
          </a:xfrm>
          <a:prstGeom prst="rect">
            <a:avLst/>
          </a:prstGeom>
          <a:ln w="0">
            <a:noFill/>
          </a:ln>
        </p:spPr>
      </p:pic>
      <p:sp>
        <p:nvSpPr>
          <p:cNvPr id="652" name=""/>
          <p:cNvSpPr txBox="1"/>
          <p:nvPr/>
        </p:nvSpPr>
        <p:spPr>
          <a:xfrm>
            <a:off x="762120" y="2895480"/>
            <a:ext cx="5334120" cy="1905120"/>
          </a:xfrm>
          <a:prstGeom prst="rect">
            <a:avLst/>
          </a:prstGeom>
          <a:noFill/>
          <a:ln w="0">
            <a:noFill/>
          </a:ln>
        </p:spPr>
        <p:txBody>
          <a:bodyPr lIns="0" rIns="0" tIns="0" bIns="0" anchor="t">
            <a:noAutofit/>
          </a:bodyPr>
          <a:p>
            <a:r>
              <a:rPr b="0" lang="en-US" sz="3859" spc="-1" strike="noStrike">
                <a:solidFill>
                  <a:srgbClr val="000000"/>
                </a:solidFill>
                <a:latin typeface="Noto Sans"/>
              </a:rPr>
              <a:t>Vielen Dank für eure Aufmerksamkeit</a:t>
            </a:r>
            <a:endParaRPr b="0" lang="en-US" sz="3859" spc="-1" strike="noStrike">
              <a:solidFill>
                <a:srgbClr val="ffffff"/>
              </a:solidFill>
              <a:latin typeface="Arial"/>
            </a:endParaRPr>
          </a:p>
        </p:txBody>
      </p:sp>
      <p:sp>
        <p:nvSpPr>
          <p:cNvPr id="653" name=""/>
          <p:cNvSpPr txBox="1"/>
          <p:nvPr/>
        </p:nvSpPr>
        <p:spPr>
          <a:xfrm>
            <a:off x="1257480" y="5410080"/>
            <a:ext cx="4724280" cy="838080"/>
          </a:xfrm>
          <a:prstGeom prst="rect">
            <a:avLst/>
          </a:prstGeom>
          <a:noFill/>
          <a:ln w="0">
            <a:noFill/>
          </a:ln>
        </p:spPr>
        <p:txBody>
          <a:bodyPr lIns="0" rIns="0" tIns="0" bIns="0" anchor="t">
            <a:noAutofit/>
          </a:bodyPr>
          <a:p>
            <a:r>
              <a:rPr b="0" lang="en-US" sz="1690" spc="-1" strike="noStrike">
                <a:solidFill>
                  <a:srgbClr val="000000"/>
                </a:solidFill>
                <a:latin typeface="Noto Sans"/>
              </a:rPr>
              <a:t>Geodaten · Unit 10</a:t>
            </a:r>
            <a:endParaRPr b="0" lang="en-US" sz="1690" spc="-1" strike="noStrike">
              <a:solidFill>
                <a:srgbClr val="ffffff"/>
              </a:solidFill>
              <a:latin typeface="Arial"/>
            </a:endParaRPr>
          </a:p>
          <a:p>
            <a:r>
              <a:rPr b="0" lang="en-US" sz="1690" spc="-1" strike="noStrike">
                <a:solidFill>
                  <a:srgbClr val="000000"/>
                </a:solidFill>
                <a:latin typeface="Noto Sans"/>
              </a:rPr>
              <a:t>Fachbereich 19 · Geographie</a:t>
            </a:r>
            <a:endParaRPr b="0" lang="en-US" sz="169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3.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4.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5.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6.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7.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8.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LibreOffice/24.2.7.2$Linux_X86_64 LibreOffice_project/420$Build-2</Application>
  <AppVersion>15.0000</AppVersion>
  <Words>1825</Words>
  <Paragraphs>216</Paragraphs>
  <Company>Universität Marburg</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2025-02-27T00:25:01Z</dcterms:created>
  <dc:creator>GeoMOER</dc:creator>
  <dc:description/>
  <dc:language>en-US</dc:language>
  <cp:lastModifiedBy/>
  <dcterms:modified xsi:type="dcterms:W3CDTF">2026-09-11T16:23:02Z</dcterms:modified>
  <cp:revision>35</cp:revision>
  <dc:subject>Geodaten · Unit 10 · Präsenzlehre</dc:subject>
  <dc:title>Unit 10 – Geodatenmodelle, QGIS und Datenquellen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Breitbild</vt:lpwstr>
  </property>
  <property fmtid="{D5CDD505-2E9C-101B-9397-08002B2CF9AE}" pid="3" name="Slides">
    <vt:i4>22</vt:i4>
  </property>
</Properties>
</file>