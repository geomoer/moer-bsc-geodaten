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4.xml" ContentType="application/vnd.openxmlformats-officedocument.theme+xml"/>
  <Override PartName="/ppt/slideLayouts/slideLayout16.xml" ContentType="application/vnd.openxmlformats-officedocument.presentationml.slideLayout+xml"/>
  <Override PartName="/ppt/theme/theme15.xml" ContentType="application/vnd.openxmlformats-officedocument.theme+xml"/>
  <Override PartName="/ppt/slideLayouts/slideLayout17.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54" r:id="rId3"/>
    <p:sldMasterId id="2147483656" r:id="rId4"/>
    <p:sldMasterId id="2147483658" r:id="rId5"/>
    <p:sldMasterId id="2147483660" r:id="rId6"/>
    <p:sldMasterId id="2147483662" r:id="rId7"/>
    <p:sldMasterId id="2147483664" r:id="rId8"/>
    <p:sldMasterId id="2147483666" r:id="rId9"/>
    <p:sldMasterId id="2147483668" r:id="rId10"/>
    <p:sldMasterId id="2147483670" r:id="rId11"/>
    <p:sldMasterId id="2147483672" r:id="rId12"/>
    <p:sldMasterId id="2147483674" r:id="rId13"/>
    <p:sldMasterId id="2147483676" r:id="rId14"/>
    <p:sldMasterId id="2147483679" r:id="rId15"/>
    <p:sldMasterId id="2147483681" r:id="rId16"/>
  </p:sldMasterIdLst>
  <p:notesMasterIdLst>
    <p:notesMasterId r:id="rId40"/>
  </p:notesMasterIdLst>
  <p:sldIdLst>
    <p:sldId id="256" r:id="rId17"/>
    <p:sldId id="287" r:id="rId18"/>
    <p:sldId id="297" r:id="rId19"/>
    <p:sldId id="259" r:id="rId20"/>
    <p:sldId id="288" r:id="rId21"/>
    <p:sldId id="289" r:id="rId22"/>
    <p:sldId id="300" r:id="rId23"/>
    <p:sldId id="298" r:id="rId24"/>
    <p:sldId id="299" r:id="rId25"/>
    <p:sldId id="290" r:id="rId26"/>
    <p:sldId id="294" r:id="rId27"/>
    <p:sldId id="291" r:id="rId28"/>
    <p:sldId id="292" r:id="rId29"/>
    <p:sldId id="301" r:id="rId30"/>
    <p:sldId id="303" r:id="rId31"/>
    <p:sldId id="304" r:id="rId32"/>
    <p:sldId id="305" r:id="rId33"/>
    <p:sldId id="306" r:id="rId34"/>
    <p:sldId id="307" r:id="rId35"/>
    <p:sldId id="309" r:id="rId36"/>
    <p:sldId id="308" r:id="rId37"/>
    <p:sldId id="310" r:id="rId38"/>
    <p:sldId id="286" r:id="rId39"/>
  </p:sldIdLst>
  <p:sldSz cx="12192000" cy="6858000"/>
  <p:notesSz cx="7559675" cy="10691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F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2474" autoAdjust="0"/>
  </p:normalViewPr>
  <p:slideViewPr>
    <p:cSldViewPr snapToGrid="0" showGuides="1">
      <p:cViewPr varScale="1">
        <p:scale>
          <a:sx n="75" d="100"/>
          <a:sy n="75" d="100"/>
        </p:scale>
        <p:origin x="183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4.xml"/><Relationship Id="rId29" Type="http://schemas.openxmlformats.org/officeDocument/2006/relationships/slide" Target="slides/slide13.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10" Type="http://schemas.openxmlformats.org/officeDocument/2006/relationships/slideMaster" Target="slideMasters/slideMaster10.xml"/><Relationship Id="rId19" Type="http://schemas.openxmlformats.org/officeDocument/2006/relationships/slide" Target="slides/slide3.xml"/><Relationship Id="rId31" Type="http://schemas.openxmlformats.org/officeDocument/2006/relationships/slide" Target="slides/slide15.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814332-CEC5-49DB-9134-120A5D37E03B}" type="doc">
      <dgm:prSet loTypeId="urn:microsoft.com/office/officeart/2005/8/layout/cycle2" loCatId="cycle" qsTypeId="urn:microsoft.com/office/officeart/2005/8/quickstyle/simple1" qsCatId="simple" csTypeId="urn:microsoft.com/office/officeart/2005/8/colors/colorful2" csCatId="colorful" phldr="1"/>
      <dgm:spPr/>
      <dgm:t>
        <a:bodyPr/>
        <a:lstStyle/>
        <a:p>
          <a:endParaRPr lang="de-DE"/>
        </a:p>
      </dgm:t>
    </dgm:pt>
    <dgm:pt modelId="{604957A9-CD24-4E73-ACA3-0D8E78C232B1}">
      <dgm:prSet phldrT="[Text]"/>
      <dgm:spPr/>
      <dgm:t>
        <a:bodyPr/>
        <a:lstStyle/>
        <a:p>
          <a:r>
            <a:rPr lang="de-DE" dirty="0"/>
            <a:t>Input (</a:t>
          </a:r>
          <a:r>
            <a:rPr lang="de-DE" dirty="0" err="1"/>
            <a:t>präsenz</a:t>
          </a:r>
          <a:r>
            <a:rPr lang="de-DE" dirty="0"/>
            <a:t>)</a:t>
          </a:r>
        </a:p>
      </dgm:t>
    </dgm:pt>
    <dgm:pt modelId="{22A0582E-E5DE-43BD-906C-3CEDCF6C5F41}" type="parTrans" cxnId="{511D149B-BB5C-44A4-B458-250ECD3E0E78}">
      <dgm:prSet/>
      <dgm:spPr/>
      <dgm:t>
        <a:bodyPr/>
        <a:lstStyle/>
        <a:p>
          <a:endParaRPr lang="de-DE"/>
        </a:p>
      </dgm:t>
    </dgm:pt>
    <dgm:pt modelId="{D00AA456-3696-47E9-A672-0C6C6D498E90}" type="sibTrans" cxnId="{511D149B-BB5C-44A4-B458-250ECD3E0E78}">
      <dgm:prSet/>
      <dgm:spPr/>
      <dgm:t>
        <a:bodyPr/>
        <a:lstStyle/>
        <a:p>
          <a:endParaRPr lang="de-DE"/>
        </a:p>
      </dgm:t>
    </dgm:pt>
    <dgm:pt modelId="{C6223265-378C-4731-814C-0EB775C24993}">
      <dgm:prSet phldrT="[Text]"/>
      <dgm:spPr/>
      <dgm:t>
        <a:bodyPr/>
        <a:lstStyle/>
        <a:p>
          <a:r>
            <a:rPr lang="de-DE" dirty="0"/>
            <a:t>Übungen (</a:t>
          </a:r>
          <a:r>
            <a:rPr lang="de-DE" dirty="0" err="1"/>
            <a:t>präsenz</a:t>
          </a:r>
          <a:r>
            <a:rPr lang="de-DE" dirty="0"/>
            <a:t>)</a:t>
          </a:r>
        </a:p>
      </dgm:t>
    </dgm:pt>
    <dgm:pt modelId="{3CEE8319-DE17-494C-8FE5-2EAC66C011A9}" type="parTrans" cxnId="{FDC534B1-34CD-4307-9632-6FE49204D175}">
      <dgm:prSet/>
      <dgm:spPr/>
      <dgm:t>
        <a:bodyPr/>
        <a:lstStyle/>
        <a:p>
          <a:endParaRPr lang="de-DE"/>
        </a:p>
      </dgm:t>
    </dgm:pt>
    <dgm:pt modelId="{739E7D39-F59E-4294-9CCD-7B775DE0AC1F}" type="sibTrans" cxnId="{FDC534B1-34CD-4307-9632-6FE49204D175}">
      <dgm:prSet/>
      <dgm:spPr/>
      <dgm:t>
        <a:bodyPr/>
        <a:lstStyle/>
        <a:p>
          <a:endParaRPr lang="de-DE"/>
        </a:p>
      </dgm:t>
    </dgm:pt>
    <dgm:pt modelId="{585A3C1E-225D-4066-85EC-7F1852D579F6}">
      <dgm:prSet phldrT="[Text]"/>
      <dgm:spPr/>
      <dgm:t>
        <a:bodyPr/>
        <a:lstStyle/>
        <a:p>
          <a:r>
            <a:rPr lang="de-DE" dirty="0"/>
            <a:t>Aufarbeitung</a:t>
          </a:r>
        </a:p>
        <a:p>
          <a:r>
            <a:rPr lang="de-DE" dirty="0"/>
            <a:t>(mit Hilfe des Handbuchs, daheim)</a:t>
          </a:r>
        </a:p>
        <a:p>
          <a:endParaRPr lang="de-DE" dirty="0"/>
        </a:p>
        <a:p>
          <a:r>
            <a:rPr lang="de-DE" dirty="0"/>
            <a:t>(+ </a:t>
          </a:r>
          <a:r>
            <a:rPr lang="de-DE" dirty="0" err="1"/>
            <a:t>opt</a:t>
          </a:r>
          <a:r>
            <a:rPr lang="de-DE" dirty="0"/>
            <a:t>. Tutorium)</a:t>
          </a:r>
        </a:p>
      </dgm:t>
    </dgm:pt>
    <dgm:pt modelId="{57C2A4E4-4FAF-4DA8-8D2F-537877317869}" type="parTrans" cxnId="{27DDB4F5-D358-491B-92D4-4284313BDD54}">
      <dgm:prSet/>
      <dgm:spPr/>
      <dgm:t>
        <a:bodyPr/>
        <a:lstStyle/>
        <a:p>
          <a:endParaRPr lang="de-DE"/>
        </a:p>
      </dgm:t>
    </dgm:pt>
    <dgm:pt modelId="{45D47E20-4049-423F-AB48-8FA221BA4A42}" type="sibTrans" cxnId="{27DDB4F5-D358-491B-92D4-4284313BDD54}">
      <dgm:prSet/>
      <dgm:spPr/>
      <dgm:t>
        <a:bodyPr/>
        <a:lstStyle/>
        <a:p>
          <a:endParaRPr lang="de-DE"/>
        </a:p>
      </dgm:t>
    </dgm:pt>
    <dgm:pt modelId="{C6542652-C390-4742-9CAA-46F564994D89}">
      <dgm:prSet phldrT="[Text]"/>
      <dgm:spPr/>
      <dgm:t>
        <a:bodyPr/>
        <a:lstStyle/>
        <a:p>
          <a:r>
            <a:rPr lang="de-DE" dirty="0"/>
            <a:t>Übungsaufgaben </a:t>
          </a:r>
        </a:p>
        <a:p>
          <a:r>
            <a:rPr lang="de-DE" dirty="0"/>
            <a:t>(Ilias, daheim)</a:t>
          </a:r>
        </a:p>
      </dgm:t>
    </dgm:pt>
    <dgm:pt modelId="{5EAD6858-BC65-49A5-9A53-F04CF4585E6A}" type="parTrans" cxnId="{A8319C69-760B-4C90-9E13-711B546BF90B}">
      <dgm:prSet/>
      <dgm:spPr/>
      <dgm:t>
        <a:bodyPr/>
        <a:lstStyle/>
        <a:p>
          <a:endParaRPr lang="de-DE"/>
        </a:p>
      </dgm:t>
    </dgm:pt>
    <dgm:pt modelId="{4E20DDA9-71E4-40B1-97D5-06E27A1124D4}" type="sibTrans" cxnId="{A8319C69-760B-4C90-9E13-711B546BF90B}">
      <dgm:prSet/>
      <dgm:spPr/>
      <dgm:t>
        <a:bodyPr/>
        <a:lstStyle/>
        <a:p>
          <a:endParaRPr lang="de-DE"/>
        </a:p>
      </dgm:t>
    </dgm:pt>
    <dgm:pt modelId="{013D49E1-79E5-4CF2-9CC4-927F6FE769B5}">
      <dgm:prSet phldrT="[Text]"/>
      <dgm:spPr/>
      <dgm:t>
        <a:bodyPr/>
        <a:lstStyle/>
        <a:p>
          <a:r>
            <a:rPr lang="de-DE" dirty="0"/>
            <a:t>Identifizierung Verständnisprobleme</a:t>
          </a:r>
        </a:p>
      </dgm:t>
    </dgm:pt>
    <dgm:pt modelId="{E7989CC7-AB96-4021-9088-2775C04AFD8E}" type="parTrans" cxnId="{7D090F02-C4F8-4802-86FE-4882C82376C0}">
      <dgm:prSet/>
      <dgm:spPr/>
      <dgm:t>
        <a:bodyPr/>
        <a:lstStyle/>
        <a:p>
          <a:endParaRPr lang="de-DE"/>
        </a:p>
      </dgm:t>
    </dgm:pt>
    <dgm:pt modelId="{43A89535-3B4F-400E-8385-3EF76E4B4677}" type="sibTrans" cxnId="{7D090F02-C4F8-4802-86FE-4882C82376C0}">
      <dgm:prSet/>
      <dgm:spPr/>
      <dgm:t>
        <a:bodyPr/>
        <a:lstStyle/>
        <a:p>
          <a:endParaRPr lang="de-DE"/>
        </a:p>
      </dgm:t>
    </dgm:pt>
    <dgm:pt modelId="{02E30ED9-FD5F-4BE2-9623-4265061D32EF}" type="pres">
      <dgm:prSet presAssocID="{99814332-CEC5-49DB-9134-120A5D37E03B}" presName="cycle" presStyleCnt="0">
        <dgm:presLayoutVars>
          <dgm:dir/>
          <dgm:resizeHandles val="exact"/>
        </dgm:presLayoutVars>
      </dgm:prSet>
      <dgm:spPr/>
    </dgm:pt>
    <dgm:pt modelId="{630C4014-D5BE-46CA-80B1-A35ED4A9BEA6}" type="pres">
      <dgm:prSet presAssocID="{604957A9-CD24-4E73-ACA3-0D8E78C232B1}" presName="node" presStyleLbl="node1" presStyleIdx="0" presStyleCnt="5">
        <dgm:presLayoutVars>
          <dgm:bulletEnabled val="1"/>
        </dgm:presLayoutVars>
      </dgm:prSet>
      <dgm:spPr/>
    </dgm:pt>
    <dgm:pt modelId="{14831253-97B1-405D-8D75-6CEF856D7193}" type="pres">
      <dgm:prSet presAssocID="{D00AA456-3696-47E9-A672-0C6C6D498E90}" presName="sibTrans" presStyleLbl="sibTrans2D1" presStyleIdx="0" presStyleCnt="5"/>
      <dgm:spPr/>
    </dgm:pt>
    <dgm:pt modelId="{F67F7345-9BA6-4C01-AAC3-0D1A4D848A04}" type="pres">
      <dgm:prSet presAssocID="{D00AA456-3696-47E9-A672-0C6C6D498E90}" presName="connectorText" presStyleLbl="sibTrans2D1" presStyleIdx="0" presStyleCnt="5"/>
      <dgm:spPr/>
    </dgm:pt>
    <dgm:pt modelId="{B0C5F771-25C2-4C98-AA9D-85447266BB92}" type="pres">
      <dgm:prSet presAssocID="{C6223265-378C-4731-814C-0EB775C24993}" presName="node" presStyleLbl="node1" presStyleIdx="1" presStyleCnt="5">
        <dgm:presLayoutVars>
          <dgm:bulletEnabled val="1"/>
        </dgm:presLayoutVars>
      </dgm:prSet>
      <dgm:spPr/>
    </dgm:pt>
    <dgm:pt modelId="{8035C6EC-3DDA-4661-BEDC-7800E72694DB}" type="pres">
      <dgm:prSet presAssocID="{739E7D39-F59E-4294-9CCD-7B775DE0AC1F}" presName="sibTrans" presStyleLbl="sibTrans2D1" presStyleIdx="1" presStyleCnt="5"/>
      <dgm:spPr/>
    </dgm:pt>
    <dgm:pt modelId="{DA7DDBDC-92C3-4AAC-AA07-D5622AE06746}" type="pres">
      <dgm:prSet presAssocID="{739E7D39-F59E-4294-9CCD-7B775DE0AC1F}" presName="connectorText" presStyleLbl="sibTrans2D1" presStyleIdx="1" presStyleCnt="5"/>
      <dgm:spPr/>
    </dgm:pt>
    <dgm:pt modelId="{F76FB9ED-6D7F-45BB-BEEA-2084ABACC667}" type="pres">
      <dgm:prSet presAssocID="{585A3C1E-225D-4066-85EC-7F1852D579F6}" presName="node" presStyleLbl="node1" presStyleIdx="2" presStyleCnt="5">
        <dgm:presLayoutVars>
          <dgm:bulletEnabled val="1"/>
        </dgm:presLayoutVars>
      </dgm:prSet>
      <dgm:spPr/>
    </dgm:pt>
    <dgm:pt modelId="{CC94E680-62E7-4298-8661-5EC34B38D924}" type="pres">
      <dgm:prSet presAssocID="{45D47E20-4049-423F-AB48-8FA221BA4A42}" presName="sibTrans" presStyleLbl="sibTrans2D1" presStyleIdx="2" presStyleCnt="5"/>
      <dgm:spPr/>
    </dgm:pt>
    <dgm:pt modelId="{0FB0E980-4D1E-43AC-A4AB-7867CAF9DC15}" type="pres">
      <dgm:prSet presAssocID="{45D47E20-4049-423F-AB48-8FA221BA4A42}" presName="connectorText" presStyleLbl="sibTrans2D1" presStyleIdx="2" presStyleCnt="5"/>
      <dgm:spPr/>
    </dgm:pt>
    <dgm:pt modelId="{63742F3E-1D9F-4A68-8AAE-6BBB84826A28}" type="pres">
      <dgm:prSet presAssocID="{C6542652-C390-4742-9CAA-46F564994D89}" presName="node" presStyleLbl="node1" presStyleIdx="3" presStyleCnt="5">
        <dgm:presLayoutVars>
          <dgm:bulletEnabled val="1"/>
        </dgm:presLayoutVars>
      </dgm:prSet>
      <dgm:spPr/>
    </dgm:pt>
    <dgm:pt modelId="{878408CD-1692-4150-9AA2-E7979C077550}" type="pres">
      <dgm:prSet presAssocID="{4E20DDA9-71E4-40B1-97D5-06E27A1124D4}" presName="sibTrans" presStyleLbl="sibTrans2D1" presStyleIdx="3" presStyleCnt="5"/>
      <dgm:spPr/>
    </dgm:pt>
    <dgm:pt modelId="{B305957D-8EF5-49F8-98EF-478AA3C58073}" type="pres">
      <dgm:prSet presAssocID="{4E20DDA9-71E4-40B1-97D5-06E27A1124D4}" presName="connectorText" presStyleLbl="sibTrans2D1" presStyleIdx="3" presStyleCnt="5"/>
      <dgm:spPr/>
    </dgm:pt>
    <dgm:pt modelId="{F0B14614-B232-421D-8EF1-11400996315B}" type="pres">
      <dgm:prSet presAssocID="{013D49E1-79E5-4CF2-9CC4-927F6FE769B5}" presName="node" presStyleLbl="node1" presStyleIdx="4" presStyleCnt="5">
        <dgm:presLayoutVars>
          <dgm:bulletEnabled val="1"/>
        </dgm:presLayoutVars>
      </dgm:prSet>
      <dgm:spPr/>
    </dgm:pt>
    <dgm:pt modelId="{B0216426-C84F-468F-AB39-89BDCF5B26F6}" type="pres">
      <dgm:prSet presAssocID="{43A89535-3B4F-400E-8385-3EF76E4B4677}" presName="sibTrans" presStyleLbl="sibTrans2D1" presStyleIdx="4" presStyleCnt="5"/>
      <dgm:spPr/>
    </dgm:pt>
    <dgm:pt modelId="{C9D47E41-19D4-4F3E-92A6-FFA192BCF096}" type="pres">
      <dgm:prSet presAssocID="{43A89535-3B4F-400E-8385-3EF76E4B4677}" presName="connectorText" presStyleLbl="sibTrans2D1" presStyleIdx="4" presStyleCnt="5"/>
      <dgm:spPr/>
    </dgm:pt>
  </dgm:ptLst>
  <dgm:cxnLst>
    <dgm:cxn modelId="{7D090F02-C4F8-4802-86FE-4882C82376C0}" srcId="{99814332-CEC5-49DB-9134-120A5D37E03B}" destId="{013D49E1-79E5-4CF2-9CC4-927F6FE769B5}" srcOrd="4" destOrd="0" parTransId="{E7989CC7-AB96-4021-9088-2775C04AFD8E}" sibTransId="{43A89535-3B4F-400E-8385-3EF76E4B4677}"/>
    <dgm:cxn modelId="{E8C0D105-8984-4E7F-A62C-62556C388579}" type="presOf" srcId="{43A89535-3B4F-400E-8385-3EF76E4B4677}" destId="{B0216426-C84F-468F-AB39-89BDCF5B26F6}" srcOrd="0" destOrd="0" presId="urn:microsoft.com/office/officeart/2005/8/layout/cycle2"/>
    <dgm:cxn modelId="{AD968F14-26F6-453B-9734-814E5BB290CA}" type="presOf" srcId="{604957A9-CD24-4E73-ACA3-0D8E78C232B1}" destId="{630C4014-D5BE-46CA-80B1-A35ED4A9BEA6}" srcOrd="0" destOrd="0" presId="urn:microsoft.com/office/officeart/2005/8/layout/cycle2"/>
    <dgm:cxn modelId="{0F650D1E-6AB2-4C35-AE05-D3F9182F821C}" type="presOf" srcId="{739E7D39-F59E-4294-9CCD-7B775DE0AC1F}" destId="{8035C6EC-3DDA-4661-BEDC-7800E72694DB}" srcOrd="0" destOrd="0" presId="urn:microsoft.com/office/officeart/2005/8/layout/cycle2"/>
    <dgm:cxn modelId="{C4789224-90DC-4A0D-B2DB-54B57A2D2EED}" type="presOf" srcId="{45D47E20-4049-423F-AB48-8FA221BA4A42}" destId="{0FB0E980-4D1E-43AC-A4AB-7867CAF9DC15}" srcOrd="1" destOrd="0" presId="urn:microsoft.com/office/officeart/2005/8/layout/cycle2"/>
    <dgm:cxn modelId="{9C0CA938-0469-4298-BADC-2B0565B556E3}" type="presOf" srcId="{45D47E20-4049-423F-AB48-8FA221BA4A42}" destId="{CC94E680-62E7-4298-8661-5EC34B38D924}" srcOrd="0" destOrd="0" presId="urn:microsoft.com/office/officeart/2005/8/layout/cycle2"/>
    <dgm:cxn modelId="{BBB06B3E-B133-4D3A-BA44-89448821D370}" type="presOf" srcId="{4E20DDA9-71E4-40B1-97D5-06E27A1124D4}" destId="{B305957D-8EF5-49F8-98EF-478AA3C58073}" srcOrd="1" destOrd="0" presId="urn:microsoft.com/office/officeart/2005/8/layout/cycle2"/>
    <dgm:cxn modelId="{7A19053F-5E69-4233-9D33-3C3F6FB05644}" type="presOf" srcId="{4E20DDA9-71E4-40B1-97D5-06E27A1124D4}" destId="{878408CD-1692-4150-9AA2-E7979C077550}" srcOrd="0" destOrd="0" presId="urn:microsoft.com/office/officeart/2005/8/layout/cycle2"/>
    <dgm:cxn modelId="{D412FE5B-9303-44F7-ACCE-0A0FAE1D8BAC}" type="presOf" srcId="{739E7D39-F59E-4294-9CCD-7B775DE0AC1F}" destId="{DA7DDBDC-92C3-4AAC-AA07-D5622AE06746}" srcOrd="1" destOrd="0" presId="urn:microsoft.com/office/officeart/2005/8/layout/cycle2"/>
    <dgm:cxn modelId="{A8319C69-760B-4C90-9E13-711B546BF90B}" srcId="{99814332-CEC5-49DB-9134-120A5D37E03B}" destId="{C6542652-C390-4742-9CAA-46F564994D89}" srcOrd="3" destOrd="0" parTransId="{5EAD6858-BC65-49A5-9A53-F04CF4585E6A}" sibTransId="{4E20DDA9-71E4-40B1-97D5-06E27A1124D4}"/>
    <dgm:cxn modelId="{CCE2CF56-A36D-447F-9885-0F7F4D168089}" type="presOf" srcId="{C6542652-C390-4742-9CAA-46F564994D89}" destId="{63742F3E-1D9F-4A68-8AAE-6BBB84826A28}" srcOrd="0" destOrd="0" presId="urn:microsoft.com/office/officeart/2005/8/layout/cycle2"/>
    <dgm:cxn modelId="{3EDFB07A-C67C-4001-85E8-1AF6A8C8EEE0}" type="presOf" srcId="{C6223265-378C-4731-814C-0EB775C24993}" destId="{B0C5F771-25C2-4C98-AA9D-85447266BB92}" srcOrd="0" destOrd="0" presId="urn:microsoft.com/office/officeart/2005/8/layout/cycle2"/>
    <dgm:cxn modelId="{7312A091-581E-4993-879C-F132C96F8D5E}" type="presOf" srcId="{D00AA456-3696-47E9-A672-0C6C6D498E90}" destId="{F67F7345-9BA6-4C01-AAC3-0D1A4D848A04}" srcOrd="1" destOrd="0" presId="urn:microsoft.com/office/officeart/2005/8/layout/cycle2"/>
    <dgm:cxn modelId="{1CECD298-B45A-42BB-8707-12CC8D23B85F}" type="presOf" srcId="{585A3C1E-225D-4066-85EC-7F1852D579F6}" destId="{F76FB9ED-6D7F-45BB-BEEA-2084ABACC667}" srcOrd="0" destOrd="0" presId="urn:microsoft.com/office/officeart/2005/8/layout/cycle2"/>
    <dgm:cxn modelId="{511D149B-BB5C-44A4-B458-250ECD3E0E78}" srcId="{99814332-CEC5-49DB-9134-120A5D37E03B}" destId="{604957A9-CD24-4E73-ACA3-0D8E78C232B1}" srcOrd="0" destOrd="0" parTransId="{22A0582E-E5DE-43BD-906C-3CEDCF6C5F41}" sibTransId="{D00AA456-3696-47E9-A672-0C6C6D498E90}"/>
    <dgm:cxn modelId="{5F98B7AA-B61E-4121-8845-526CD4766351}" type="presOf" srcId="{99814332-CEC5-49DB-9134-120A5D37E03B}" destId="{02E30ED9-FD5F-4BE2-9623-4265061D32EF}" srcOrd="0" destOrd="0" presId="urn:microsoft.com/office/officeart/2005/8/layout/cycle2"/>
    <dgm:cxn modelId="{F89FE7AC-51FF-489E-BDE1-BA275383D9C0}" type="presOf" srcId="{013D49E1-79E5-4CF2-9CC4-927F6FE769B5}" destId="{F0B14614-B232-421D-8EF1-11400996315B}" srcOrd="0" destOrd="0" presId="urn:microsoft.com/office/officeart/2005/8/layout/cycle2"/>
    <dgm:cxn modelId="{FDC534B1-34CD-4307-9632-6FE49204D175}" srcId="{99814332-CEC5-49DB-9134-120A5D37E03B}" destId="{C6223265-378C-4731-814C-0EB775C24993}" srcOrd="1" destOrd="0" parTransId="{3CEE8319-DE17-494C-8FE5-2EAC66C011A9}" sibTransId="{739E7D39-F59E-4294-9CCD-7B775DE0AC1F}"/>
    <dgm:cxn modelId="{E62991B8-A5B0-4B70-BAA2-1A0D47B12BEB}" type="presOf" srcId="{43A89535-3B4F-400E-8385-3EF76E4B4677}" destId="{C9D47E41-19D4-4F3E-92A6-FFA192BCF096}" srcOrd="1" destOrd="0" presId="urn:microsoft.com/office/officeart/2005/8/layout/cycle2"/>
    <dgm:cxn modelId="{1215FFC9-7563-47EE-A901-FF3ED6B20463}" type="presOf" srcId="{D00AA456-3696-47E9-A672-0C6C6D498E90}" destId="{14831253-97B1-405D-8D75-6CEF856D7193}" srcOrd="0" destOrd="0" presId="urn:microsoft.com/office/officeart/2005/8/layout/cycle2"/>
    <dgm:cxn modelId="{27DDB4F5-D358-491B-92D4-4284313BDD54}" srcId="{99814332-CEC5-49DB-9134-120A5D37E03B}" destId="{585A3C1E-225D-4066-85EC-7F1852D579F6}" srcOrd="2" destOrd="0" parTransId="{57C2A4E4-4FAF-4DA8-8D2F-537877317869}" sibTransId="{45D47E20-4049-423F-AB48-8FA221BA4A42}"/>
    <dgm:cxn modelId="{D3AECBB1-96B8-4F42-8FB8-1E3836B30435}" type="presParOf" srcId="{02E30ED9-FD5F-4BE2-9623-4265061D32EF}" destId="{630C4014-D5BE-46CA-80B1-A35ED4A9BEA6}" srcOrd="0" destOrd="0" presId="urn:microsoft.com/office/officeart/2005/8/layout/cycle2"/>
    <dgm:cxn modelId="{A3991CDC-1295-4798-9468-B0E829A7631F}" type="presParOf" srcId="{02E30ED9-FD5F-4BE2-9623-4265061D32EF}" destId="{14831253-97B1-405D-8D75-6CEF856D7193}" srcOrd="1" destOrd="0" presId="urn:microsoft.com/office/officeart/2005/8/layout/cycle2"/>
    <dgm:cxn modelId="{EB99E60E-2136-4B5D-9967-3B8C05B9AA2E}" type="presParOf" srcId="{14831253-97B1-405D-8D75-6CEF856D7193}" destId="{F67F7345-9BA6-4C01-AAC3-0D1A4D848A04}" srcOrd="0" destOrd="0" presId="urn:microsoft.com/office/officeart/2005/8/layout/cycle2"/>
    <dgm:cxn modelId="{59953956-A0B4-4830-BC36-B8F0D2BCC2C7}" type="presParOf" srcId="{02E30ED9-FD5F-4BE2-9623-4265061D32EF}" destId="{B0C5F771-25C2-4C98-AA9D-85447266BB92}" srcOrd="2" destOrd="0" presId="urn:microsoft.com/office/officeart/2005/8/layout/cycle2"/>
    <dgm:cxn modelId="{546821A6-C335-43F3-8C8B-8D5EFAAB74A3}" type="presParOf" srcId="{02E30ED9-FD5F-4BE2-9623-4265061D32EF}" destId="{8035C6EC-3DDA-4661-BEDC-7800E72694DB}" srcOrd="3" destOrd="0" presId="urn:microsoft.com/office/officeart/2005/8/layout/cycle2"/>
    <dgm:cxn modelId="{0BAB61DD-2FC3-4C56-9A2B-DF183638D96A}" type="presParOf" srcId="{8035C6EC-3DDA-4661-BEDC-7800E72694DB}" destId="{DA7DDBDC-92C3-4AAC-AA07-D5622AE06746}" srcOrd="0" destOrd="0" presId="urn:microsoft.com/office/officeart/2005/8/layout/cycle2"/>
    <dgm:cxn modelId="{C4F8520F-D3F4-43F5-A67E-3E0D0DAF2E84}" type="presParOf" srcId="{02E30ED9-FD5F-4BE2-9623-4265061D32EF}" destId="{F76FB9ED-6D7F-45BB-BEEA-2084ABACC667}" srcOrd="4" destOrd="0" presId="urn:microsoft.com/office/officeart/2005/8/layout/cycle2"/>
    <dgm:cxn modelId="{C99C2CBE-EF7E-45E6-9FCC-73DF96C25F4F}" type="presParOf" srcId="{02E30ED9-FD5F-4BE2-9623-4265061D32EF}" destId="{CC94E680-62E7-4298-8661-5EC34B38D924}" srcOrd="5" destOrd="0" presId="urn:microsoft.com/office/officeart/2005/8/layout/cycle2"/>
    <dgm:cxn modelId="{D53403CC-41C5-4194-BBE9-F9C8B904F8D4}" type="presParOf" srcId="{CC94E680-62E7-4298-8661-5EC34B38D924}" destId="{0FB0E980-4D1E-43AC-A4AB-7867CAF9DC15}" srcOrd="0" destOrd="0" presId="urn:microsoft.com/office/officeart/2005/8/layout/cycle2"/>
    <dgm:cxn modelId="{94516CEA-54B8-43E2-9CAF-9730F0502F49}" type="presParOf" srcId="{02E30ED9-FD5F-4BE2-9623-4265061D32EF}" destId="{63742F3E-1D9F-4A68-8AAE-6BBB84826A28}" srcOrd="6" destOrd="0" presId="urn:microsoft.com/office/officeart/2005/8/layout/cycle2"/>
    <dgm:cxn modelId="{861DFE52-A54B-4221-AE9E-5E925083FD4C}" type="presParOf" srcId="{02E30ED9-FD5F-4BE2-9623-4265061D32EF}" destId="{878408CD-1692-4150-9AA2-E7979C077550}" srcOrd="7" destOrd="0" presId="urn:microsoft.com/office/officeart/2005/8/layout/cycle2"/>
    <dgm:cxn modelId="{CA4FC5D6-3EDB-4E52-83FC-8F728FD599D9}" type="presParOf" srcId="{878408CD-1692-4150-9AA2-E7979C077550}" destId="{B305957D-8EF5-49F8-98EF-478AA3C58073}" srcOrd="0" destOrd="0" presId="urn:microsoft.com/office/officeart/2005/8/layout/cycle2"/>
    <dgm:cxn modelId="{5B2A13C9-16EF-4A9C-BEF9-84EE9BA8CBC7}" type="presParOf" srcId="{02E30ED9-FD5F-4BE2-9623-4265061D32EF}" destId="{F0B14614-B232-421D-8EF1-11400996315B}" srcOrd="8" destOrd="0" presId="urn:microsoft.com/office/officeart/2005/8/layout/cycle2"/>
    <dgm:cxn modelId="{182382BF-1D31-48C4-9229-0A3318402E2F}" type="presParOf" srcId="{02E30ED9-FD5F-4BE2-9623-4265061D32EF}" destId="{B0216426-C84F-468F-AB39-89BDCF5B26F6}" srcOrd="9" destOrd="0" presId="urn:microsoft.com/office/officeart/2005/8/layout/cycle2"/>
    <dgm:cxn modelId="{70944BBC-32F9-4E4A-B09E-38A00309E8F2}" type="presParOf" srcId="{B0216426-C84F-468F-AB39-89BDCF5B26F6}" destId="{C9D47E41-19D4-4F3E-92A6-FFA192BCF096}"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0C4014-D5BE-46CA-80B1-A35ED4A9BEA6}">
      <dsp:nvSpPr>
        <dsp:cNvPr id="0" name=""/>
        <dsp:cNvSpPr/>
      </dsp:nvSpPr>
      <dsp:spPr>
        <a:xfrm>
          <a:off x="3246437" y="534"/>
          <a:ext cx="1635124" cy="1635124"/>
        </a:xfrm>
        <a:prstGeom prst="ellipse">
          <a:avLst/>
        </a:prstGeom>
        <a:solidFill>
          <a:schemeClr val="accent2">
            <a:hueOff val="0"/>
            <a:satOff val="0"/>
            <a:lumOff val="0"/>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Input (</a:t>
          </a:r>
          <a:r>
            <a:rPr lang="de-DE" sz="800" kern="1200" dirty="0" err="1"/>
            <a:t>präsenz</a:t>
          </a:r>
          <a:r>
            <a:rPr lang="de-DE" sz="800" kern="1200" dirty="0"/>
            <a:t>)</a:t>
          </a:r>
        </a:p>
      </dsp:txBody>
      <dsp:txXfrm>
        <a:off x="3485895" y="239992"/>
        <a:ext cx="1156208" cy="1156208"/>
      </dsp:txXfrm>
    </dsp:sp>
    <dsp:sp modelId="{14831253-97B1-405D-8D75-6CEF856D7193}">
      <dsp:nvSpPr>
        <dsp:cNvPr id="0" name=""/>
        <dsp:cNvSpPr/>
      </dsp:nvSpPr>
      <dsp:spPr>
        <a:xfrm rot="2160000">
          <a:off x="4830234" y="1257302"/>
          <a:ext cx="436123" cy="55185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a:off x="4842728" y="1329221"/>
        <a:ext cx="305286" cy="331112"/>
      </dsp:txXfrm>
    </dsp:sp>
    <dsp:sp modelId="{B0C5F771-25C2-4C98-AA9D-85447266BB92}">
      <dsp:nvSpPr>
        <dsp:cNvPr id="0" name=""/>
        <dsp:cNvSpPr/>
      </dsp:nvSpPr>
      <dsp:spPr>
        <a:xfrm>
          <a:off x="5235001" y="1445310"/>
          <a:ext cx="1635124" cy="1635124"/>
        </a:xfrm>
        <a:prstGeom prst="ellipse">
          <a:avLst/>
        </a:prstGeom>
        <a:solidFill>
          <a:schemeClr val="accent2">
            <a:hueOff val="1827507"/>
            <a:satOff val="-4221"/>
            <a:lumOff val="-4608"/>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Übungen (</a:t>
          </a:r>
          <a:r>
            <a:rPr lang="de-DE" sz="800" kern="1200" dirty="0" err="1"/>
            <a:t>präsenz</a:t>
          </a:r>
          <a:r>
            <a:rPr lang="de-DE" sz="800" kern="1200" dirty="0"/>
            <a:t>)</a:t>
          </a:r>
        </a:p>
      </dsp:txBody>
      <dsp:txXfrm>
        <a:off x="5474459" y="1684768"/>
        <a:ext cx="1156208" cy="1156208"/>
      </dsp:txXfrm>
    </dsp:sp>
    <dsp:sp modelId="{8035C6EC-3DDA-4661-BEDC-7800E72694DB}">
      <dsp:nvSpPr>
        <dsp:cNvPr id="0" name=""/>
        <dsp:cNvSpPr/>
      </dsp:nvSpPr>
      <dsp:spPr>
        <a:xfrm rot="6480000">
          <a:off x="5458534" y="3144055"/>
          <a:ext cx="436123" cy="551854"/>
        </a:xfrm>
        <a:prstGeom prst="rightArrow">
          <a:avLst>
            <a:gd name="adj1" fmla="val 60000"/>
            <a:gd name="adj2" fmla="val 50000"/>
          </a:avLst>
        </a:prstGeom>
        <a:solidFill>
          <a:schemeClr val="accent2">
            <a:hueOff val="1827507"/>
            <a:satOff val="-4221"/>
            <a:lumOff val="-4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rot="10800000">
        <a:off x="5544168" y="3192209"/>
        <a:ext cx="305286" cy="331112"/>
      </dsp:txXfrm>
    </dsp:sp>
    <dsp:sp modelId="{F76FB9ED-6D7F-45BB-BEEA-2084ABACC667}">
      <dsp:nvSpPr>
        <dsp:cNvPr id="0" name=""/>
        <dsp:cNvSpPr/>
      </dsp:nvSpPr>
      <dsp:spPr>
        <a:xfrm>
          <a:off x="4475437" y="3783007"/>
          <a:ext cx="1635124" cy="1635124"/>
        </a:xfrm>
        <a:prstGeom prst="ellipse">
          <a:avLst/>
        </a:prstGeom>
        <a:solidFill>
          <a:schemeClr val="accent2">
            <a:hueOff val="3655014"/>
            <a:satOff val="-8442"/>
            <a:lumOff val="-9216"/>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Aufarbeitung</a:t>
          </a:r>
        </a:p>
        <a:p>
          <a:pPr marL="0" lvl="0" indent="0" algn="ctr" defTabSz="355600">
            <a:lnSpc>
              <a:spcPct val="90000"/>
            </a:lnSpc>
            <a:spcBef>
              <a:spcPct val="0"/>
            </a:spcBef>
            <a:spcAft>
              <a:spcPct val="35000"/>
            </a:spcAft>
            <a:buNone/>
          </a:pPr>
          <a:r>
            <a:rPr lang="de-DE" sz="800" kern="1200" dirty="0"/>
            <a:t>(mit Hilfe des Handbuchs, daheim)</a:t>
          </a:r>
        </a:p>
        <a:p>
          <a:pPr marL="0" lvl="0" indent="0" algn="ctr" defTabSz="355600">
            <a:lnSpc>
              <a:spcPct val="90000"/>
            </a:lnSpc>
            <a:spcBef>
              <a:spcPct val="0"/>
            </a:spcBef>
            <a:spcAft>
              <a:spcPct val="35000"/>
            </a:spcAft>
            <a:buNone/>
          </a:pPr>
          <a:endParaRPr lang="de-DE" sz="800" kern="1200" dirty="0"/>
        </a:p>
        <a:p>
          <a:pPr marL="0" lvl="0" indent="0" algn="ctr" defTabSz="355600">
            <a:lnSpc>
              <a:spcPct val="90000"/>
            </a:lnSpc>
            <a:spcBef>
              <a:spcPct val="0"/>
            </a:spcBef>
            <a:spcAft>
              <a:spcPct val="35000"/>
            </a:spcAft>
            <a:buNone/>
          </a:pPr>
          <a:r>
            <a:rPr lang="de-DE" sz="800" kern="1200" dirty="0"/>
            <a:t>(+ </a:t>
          </a:r>
          <a:r>
            <a:rPr lang="de-DE" sz="800" kern="1200" dirty="0" err="1"/>
            <a:t>opt</a:t>
          </a:r>
          <a:r>
            <a:rPr lang="de-DE" sz="800" kern="1200" dirty="0"/>
            <a:t>. Tutorium)</a:t>
          </a:r>
        </a:p>
      </dsp:txBody>
      <dsp:txXfrm>
        <a:off x="4714895" y="4022465"/>
        <a:ext cx="1156208" cy="1156208"/>
      </dsp:txXfrm>
    </dsp:sp>
    <dsp:sp modelId="{CC94E680-62E7-4298-8661-5EC34B38D924}">
      <dsp:nvSpPr>
        <dsp:cNvPr id="0" name=""/>
        <dsp:cNvSpPr/>
      </dsp:nvSpPr>
      <dsp:spPr>
        <a:xfrm rot="10800000">
          <a:off x="3858281" y="4324642"/>
          <a:ext cx="436123" cy="551854"/>
        </a:xfrm>
        <a:prstGeom prst="rightArrow">
          <a:avLst>
            <a:gd name="adj1" fmla="val 60000"/>
            <a:gd name="adj2" fmla="val 50000"/>
          </a:avLst>
        </a:prstGeom>
        <a:solidFill>
          <a:schemeClr val="accent2">
            <a:hueOff val="3655014"/>
            <a:satOff val="-8442"/>
            <a:lumOff val="-921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rot="10800000">
        <a:off x="3989118" y="4435013"/>
        <a:ext cx="305286" cy="331112"/>
      </dsp:txXfrm>
    </dsp:sp>
    <dsp:sp modelId="{63742F3E-1D9F-4A68-8AAE-6BBB84826A28}">
      <dsp:nvSpPr>
        <dsp:cNvPr id="0" name=""/>
        <dsp:cNvSpPr/>
      </dsp:nvSpPr>
      <dsp:spPr>
        <a:xfrm>
          <a:off x="2017437" y="3783007"/>
          <a:ext cx="1635124" cy="1635124"/>
        </a:xfrm>
        <a:prstGeom prst="ellipse">
          <a:avLst/>
        </a:prstGeom>
        <a:solidFill>
          <a:schemeClr val="accent2">
            <a:hueOff val="5482520"/>
            <a:satOff val="-12663"/>
            <a:lumOff val="-13824"/>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Übungsaufgaben </a:t>
          </a:r>
        </a:p>
        <a:p>
          <a:pPr marL="0" lvl="0" indent="0" algn="ctr" defTabSz="355600">
            <a:lnSpc>
              <a:spcPct val="90000"/>
            </a:lnSpc>
            <a:spcBef>
              <a:spcPct val="0"/>
            </a:spcBef>
            <a:spcAft>
              <a:spcPct val="35000"/>
            </a:spcAft>
            <a:buNone/>
          </a:pPr>
          <a:r>
            <a:rPr lang="de-DE" sz="800" kern="1200" dirty="0"/>
            <a:t>(Ilias, daheim)</a:t>
          </a:r>
        </a:p>
      </dsp:txBody>
      <dsp:txXfrm>
        <a:off x="2256895" y="4022465"/>
        <a:ext cx="1156208" cy="1156208"/>
      </dsp:txXfrm>
    </dsp:sp>
    <dsp:sp modelId="{878408CD-1692-4150-9AA2-E7979C077550}">
      <dsp:nvSpPr>
        <dsp:cNvPr id="0" name=""/>
        <dsp:cNvSpPr/>
      </dsp:nvSpPr>
      <dsp:spPr>
        <a:xfrm rot="15120000">
          <a:off x="2240970" y="3167533"/>
          <a:ext cx="436123" cy="551854"/>
        </a:xfrm>
        <a:prstGeom prst="rightArrow">
          <a:avLst>
            <a:gd name="adj1" fmla="val 60000"/>
            <a:gd name="adj2" fmla="val 50000"/>
          </a:avLst>
        </a:prstGeom>
        <a:solidFill>
          <a:schemeClr val="accent2">
            <a:hueOff val="5482520"/>
            <a:satOff val="-12663"/>
            <a:lumOff val="-1382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rot="10800000">
        <a:off x="2326604" y="3340121"/>
        <a:ext cx="305286" cy="331112"/>
      </dsp:txXfrm>
    </dsp:sp>
    <dsp:sp modelId="{F0B14614-B232-421D-8EF1-11400996315B}">
      <dsp:nvSpPr>
        <dsp:cNvPr id="0" name=""/>
        <dsp:cNvSpPr/>
      </dsp:nvSpPr>
      <dsp:spPr>
        <a:xfrm>
          <a:off x="1257873" y="1445310"/>
          <a:ext cx="1635124" cy="1635124"/>
        </a:xfrm>
        <a:prstGeom prst="ellipse">
          <a:avLst/>
        </a:prstGeom>
        <a:solidFill>
          <a:schemeClr val="accent2">
            <a:hueOff val="7310027"/>
            <a:satOff val="-16884"/>
            <a:lumOff val="-18432"/>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Identifizierung Verständnisprobleme</a:t>
          </a:r>
        </a:p>
      </dsp:txBody>
      <dsp:txXfrm>
        <a:off x="1497331" y="1684768"/>
        <a:ext cx="1156208" cy="1156208"/>
      </dsp:txXfrm>
    </dsp:sp>
    <dsp:sp modelId="{B0216426-C84F-468F-AB39-89BDCF5B26F6}">
      <dsp:nvSpPr>
        <dsp:cNvPr id="0" name=""/>
        <dsp:cNvSpPr/>
      </dsp:nvSpPr>
      <dsp:spPr>
        <a:xfrm rot="19440000">
          <a:off x="2841670" y="1271812"/>
          <a:ext cx="436123" cy="551854"/>
        </a:xfrm>
        <a:prstGeom prst="rightArrow">
          <a:avLst>
            <a:gd name="adj1" fmla="val 60000"/>
            <a:gd name="adj2" fmla="val 50000"/>
          </a:avLst>
        </a:prstGeom>
        <a:solidFill>
          <a:schemeClr val="accent2">
            <a:hueOff val="7310027"/>
            <a:satOff val="-16884"/>
            <a:lumOff val="-1843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a:off x="2854164" y="1420635"/>
        <a:ext cx="305286" cy="33111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5"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800" b="0" strike="noStrike" spc="-1">
                <a:solidFill>
                  <a:schemeClr val="dk1"/>
                </a:solidFill>
                <a:latin typeface="Noto Sans"/>
              </a:rPr>
              <a:t>Click to move the slide</a:t>
            </a: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87"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9CB9F827-EAC1-4712-B289-C8F78D29347E}" type="slidenum">
              <a:rPr lang="en-US" sz="1400" b="0" strike="noStrike" spc="-1">
                <a:solidFill>
                  <a:srgbClr val="000000"/>
                </a:solidFill>
                <a:latin typeface="Times New Roman"/>
              </a:rPr>
              <a:t>‹Nr.›</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PlaceHolder 1"/>
          <p:cNvSpPr>
            <a:spLocks noGrp="1" noRot="1" noChangeAspect="1"/>
          </p:cNvSpPr>
          <p:nvPr>
            <p:ph type="sldImg"/>
          </p:nvPr>
        </p:nvSpPr>
        <p:spPr>
          <a:xfrm>
            <a:off x="217488" y="812800"/>
            <a:ext cx="7124700" cy="4008438"/>
          </a:xfrm>
          <a:prstGeom prst="rect">
            <a:avLst/>
          </a:prstGeom>
          <a:ln w="0">
            <a:noFill/>
          </a:ln>
        </p:spPr>
      </p:sp>
      <p:sp>
        <p:nvSpPr>
          <p:cNvPr id="5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Titelfolie vor dem Einstieg zeigen.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Titelfolie beim Ankommen zeigen. Danach beginnt die Sitzung mit dem JiTT-Block zur vorherigen Sitzung. Die Gestaltung stammt aus der bereitgestellten universitären PowerPoint-Vorlage. Das Foto-/Kartenmotiv links wurde unverändert aus der Titelseite der FB19-Vorlage übernommen. Namen oder Termine werden nicht erfunden.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/home/dirk/GeoMOER/moer-bsc-geodaten/docs/slides/Vorlagen/präs_ms02_powerpoint_de.pptx</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dirty="0" err="1">
                <a:solidFill>
                  <a:srgbClr val="000000"/>
                </a:solidFill>
                <a:latin typeface="Arial"/>
              </a:rPr>
              <a:t>Zeitfenster</a:t>
            </a:r>
            <a:r>
              <a:rPr lang="en-US" sz="2000" b="0" strike="noStrike" spc="-1" dirty="0">
                <a:solidFill>
                  <a:srgbClr val="000000"/>
                </a:solidFill>
                <a:latin typeface="Arial"/>
              </a:rPr>
              <a:t>: Minute 11–14 (3 </a:t>
            </a:r>
            <a:r>
              <a:rPr lang="en-US" sz="2000" b="0" strike="noStrike" spc="-1" dirty="0" err="1">
                <a:solidFill>
                  <a:srgbClr val="000000"/>
                </a:solidFill>
                <a:latin typeface="Arial"/>
              </a:rPr>
              <a:t>Minuten</a:t>
            </a:r>
            <a:r>
              <a:rPr lang="en-US" sz="2000" b="0" strike="noStrike" spc="-1" dirty="0">
                <a:solidFill>
                  <a:srgbClr val="000000"/>
                </a:solidFill>
                <a:latin typeface="Arial"/>
              </a:rPr>
              <a:t>).</a:t>
            </a:r>
          </a:p>
          <a:p>
            <a:pPr marL="216000" indent="-216000">
              <a:buNone/>
            </a:pPr>
            <a:endParaRPr lang="en-US" sz="2000" b="0" strike="noStrike" spc="-1" dirty="0">
              <a:solidFill>
                <a:srgbClr val="000000"/>
              </a:solidFill>
              <a:latin typeface="Arial"/>
            </a:endParaRPr>
          </a:p>
          <a:p>
            <a:pPr marL="216000" indent="-216000">
              <a:buNone/>
            </a:pPr>
            <a:r>
              <a:rPr lang="en-US" sz="2000" b="0" strike="noStrike" spc="-1" dirty="0" err="1">
                <a:solidFill>
                  <a:srgbClr val="000000"/>
                </a:solidFill>
                <a:latin typeface="Arial"/>
              </a:rPr>
              <a:t>Zunächst</a:t>
            </a:r>
            <a:r>
              <a:rPr lang="en-US" sz="2000" b="0" strike="noStrike" spc="-1" dirty="0">
                <a:solidFill>
                  <a:srgbClr val="000000"/>
                </a:solidFill>
                <a:latin typeface="Arial"/>
              </a:rPr>
              <a:t> </a:t>
            </a:r>
            <a:r>
              <a:rPr lang="en-US" sz="2000" b="0" strike="noStrike" spc="-1" dirty="0" err="1">
                <a:solidFill>
                  <a:srgbClr val="000000"/>
                </a:solidFill>
                <a:latin typeface="Arial"/>
              </a:rPr>
              <a:t>nur</a:t>
            </a:r>
            <a:r>
              <a:rPr lang="en-US" sz="2000" b="0" strike="noStrike" spc="-1" dirty="0">
                <a:solidFill>
                  <a:srgbClr val="000000"/>
                </a:solidFill>
                <a:latin typeface="Arial"/>
              </a:rPr>
              <a:t> das </a:t>
            </a:r>
            <a:r>
              <a:rPr lang="en-US" sz="2000" b="0" strike="noStrike" spc="-1" dirty="0" err="1">
                <a:solidFill>
                  <a:srgbClr val="000000"/>
                </a:solidFill>
                <a:latin typeface="Arial"/>
              </a:rPr>
              <a:t>Zahlenpaar</a:t>
            </a:r>
            <a:r>
              <a:rPr lang="en-US" sz="2000" b="0" strike="noStrike" spc="-1" dirty="0">
                <a:solidFill>
                  <a:srgbClr val="000000"/>
                </a:solidFill>
                <a:latin typeface="Arial"/>
              </a:rPr>
              <a:t> </a:t>
            </a:r>
            <a:r>
              <a:rPr lang="en-US" sz="2000" b="0" strike="noStrike" spc="-1" dirty="0" err="1">
                <a:solidFill>
                  <a:srgbClr val="000000"/>
                </a:solidFill>
                <a:latin typeface="Arial"/>
              </a:rPr>
              <a:t>zeigen</a:t>
            </a:r>
            <a:r>
              <a:rPr lang="en-US" sz="2000" b="0" strike="noStrike" spc="-1" dirty="0">
                <a:solidFill>
                  <a:srgbClr val="000000"/>
                </a:solidFill>
                <a:latin typeface="Arial"/>
              </a:rPr>
              <a:t>. 30 </a:t>
            </a:r>
            <a:r>
              <a:rPr lang="en-US" sz="2000" b="0" strike="noStrike" spc="-1" dirty="0" err="1">
                <a:solidFill>
                  <a:srgbClr val="000000"/>
                </a:solidFill>
                <a:latin typeface="Arial"/>
              </a:rPr>
              <a:t>Sekunden</a:t>
            </a:r>
            <a:r>
              <a:rPr lang="en-US" sz="2000" b="0" strike="noStrike" spc="-1" dirty="0">
                <a:solidFill>
                  <a:srgbClr val="000000"/>
                </a:solidFill>
                <a:latin typeface="Arial"/>
              </a:rPr>
              <a:t> still </a:t>
            </a:r>
            <a:r>
              <a:rPr lang="en-US" sz="2000" b="0" strike="noStrike" spc="-1" dirty="0" err="1">
                <a:solidFill>
                  <a:srgbClr val="000000"/>
                </a:solidFill>
                <a:latin typeface="Arial"/>
              </a:rPr>
              <a:t>überlegen</a:t>
            </a:r>
            <a:r>
              <a:rPr lang="en-US" sz="2000" b="0" strike="noStrike" spc="-1" dirty="0">
                <a:solidFill>
                  <a:srgbClr val="000000"/>
                </a:solidFill>
                <a:latin typeface="Arial"/>
              </a:rPr>
              <a:t> </a:t>
            </a:r>
            <a:r>
              <a:rPr lang="en-US" sz="2000" b="0" strike="noStrike" spc="-1" dirty="0" err="1">
                <a:solidFill>
                  <a:srgbClr val="000000"/>
                </a:solidFill>
                <a:latin typeface="Arial"/>
              </a:rPr>
              <a:t>lassen</a:t>
            </a:r>
            <a:r>
              <a:rPr lang="en-US" sz="2000" b="0" strike="noStrike" spc="-1" dirty="0">
                <a:solidFill>
                  <a:srgbClr val="000000"/>
                </a:solidFill>
                <a:latin typeface="Arial"/>
              </a:rPr>
              <a:t>, </a:t>
            </a:r>
            <a:r>
              <a:rPr lang="en-US" sz="2000" b="0" strike="noStrike" spc="-1" dirty="0" err="1">
                <a:solidFill>
                  <a:srgbClr val="000000"/>
                </a:solidFill>
                <a:latin typeface="Arial"/>
              </a:rPr>
              <a:t>dann</a:t>
            </a:r>
            <a:r>
              <a:rPr lang="en-US" sz="2000" b="0" strike="noStrike" spc="-1" dirty="0">
                <a:solidFill>
                  <a:srgbClr val="000000"/>
                </a:solidFill>
                <a:latin typeface="Arial"/>
              </a:rPr>
              <a:t> </a:t>
            </a:r>
            <a:r>
              <a:rPr lang="en-US" sz="2000" b="0" strike="noStrike" spc="-1" dirty="0" err="1">
                <a:solidFill>
                  <a:srgbClr val="000000"/>
                </a:solidFill>
                <a:latin typeface="Arial"/>
              </a:rPr>
              <a:t>zwei</a:t>
            </a:r>
            <a:r>
              <a:rPr lang="en-US" sz="2000" b="0" strike="noStrike" spc="-1" dirty="0">
                <a:solidFill>
                  <a:srgbClr val="000000"/>
                </a:solidFill>
                <a:latin typeface="Arial"/>
              </a:rPr>
              <a:t> </a:t>
            </a:r>
            <a:r>
              <a:rPr lang="en-US" sz="2000" b="0" strike="noStrike" spc="-1" dirty="0" err="1">
                <a:solidFill>
                  <a:srgbClr val="000000"/>
                </a:solidFill>
                <a:latin typeface="Arial"/>
              </a:rPr>
              <a:t>Vermutungen</a:t>
            </a:r>
            <a:r>
              <a:rPr lang="en-US" sz="2000" b="0" strike="noStrike" spc="-1" dirty="0">
                <a:solidFill>
                  <a:srgbClr val="000000"/>
                </a:solidFill>
                <a:latin typeface="Arial"/>
              </a:rPr>
              <a:t> </a:t>
            </a:r>
            <a:r>
              <a:rPr lang="en-US" sz="2000" b="0" strike="noStrike" spc="-1" dirty="0" err="1">
                <a:solidFill>
                  <a:srgbClr val="000000"/>
                </a:solidFill>
                <a:latin typeface="Arial"/>
              </a:rPr>
              <a:t>sammeln</a:t>
            </a:r>
            <a:r>
              <a:rPr lang="en-US" sz="2000" b="0" strike="noStrike" spc="-1" dirty="0">
                <a:solidFill>
                  <a:srgbClr val="000000"/>
                </a:solidFill>
                <a:latin typeface="Arial"/>
              </a:rPr>
              <a:t>. </a:t>
            </a:r>
            <a:r>
              <a:rPr lang="en-US" sz="2000" b="0" strike="noStrike" spc="-1" dirty="0" err="1">
                <a:solidFill>
                  <a:srgbClr val="000000"/>
                </a:solidFill>
                <a:latin typeface="Arial"/>
              </a:rPr>
              <a:t>Nachfragen</a:t>
            </a:r>
            <a:r>
              <a:rPr lang="en-US" sz="2000" b="0" strike="noStrike" spc="-1" dirty="0">
                <a:solidFill>
                  <a:srgbClr val="000000"/>
                </a:solidFill>
                <a:latin typeface="Arial"/>
              </a:rPr>
              <a:t>: Sind das </a:t>
            </a:r>
            <a:r>
              <a:rPr lang="en-US" sz="2000" b="0" strike="noStrike" spc="-1" dirty="0" err="1">
                <a:solidFill>
                  <a:srgbClr val="000000"/>
                </a:solidFill>
                <a:latin typeface="Arial"/>
              </a:rPr>
              <a:t>Breite</a:t>
            </a:r>
            <a:r>
              <a:rPr lang="en-US" sz="2000" b="0" strike="noStrike" spc="-1" dirty="0">
                <a:solidFill>
                  <a:srgbClr val="000000"/>
                </a:solidFill>
                <a:latin typeface="Arial"/>
              </a:rPr>
              <a:t> und </a:t>
            </a:r>
            <a:r>
              <a:rPr lang="en-US" sz="2000" b="0" strike="noStrike" spc="-1" dirty="0" err="1">
                <a:solidFill>
                  <a:srgbClr val="000000"/>
                </a:solidFill>
                <a:latin typeface="Arial"/>
              </a:rPr>
              <a:t>Länge</a:t>
            </a:r>
            <a:r>
              <a:rPr lang="en-US" sz="2000" b="0" strike="noStrike" spc="-1" dirty="0">
                <a:solidFill>
                  <a:srgbClr val="000000"/>
                </a:solidFill>
                <a:latin typeface="Arial"/>
              </a:rPr>
              <a:t>, x und y, Grad </a:t>
            </a:r>
            <a:r>
              <a:rPr lang="en-US" sz="2000" b="0" strike="noStrike" spc="-1" dirty="0" err="1">
                <a:solidFill>
                  <a:srgbClr val="000000"/>
                </a:solidFill>
                <a:latin typeface="Arial"/>
              </a:rPr>
              <a:t>oder</a:t>
            </a:r>
            <a:r>
              <a:rPr lang="en-US" sz="2000" b="0" strike="noStrike" spc="-1" dirty="0">
                <a:solidFill>
                  <a:srgbClr val="000000"/>
                </a:solidFill>
                <a:latin typeface="Arial"/>
              </a:rPr>
              <a:t> Meter? </a:t>
            </a:r>
            <a:r>
              <a:rPr lang="en-US" sz="2000" b="0" strike="noStrike" spc="-1" dirty="0" err="1">
                <a:solidFill>
                  <a:srgbClr val="000000"/>
                </a:solidFill>
                <a:latin typeface="Arial"/>
              </a:rPr>
              <a:t>Ist</a:t>
            </a:r>
            <a:r>
              <a:rPr lang="en-US" sz="2000" b="0" strike="noStrike" spc="-1" dirty="0">
                <a:solidFill>
                  <a:srgbClr val="000000"/>
                </a:solidFill>
                <a:latin typeface="Arial"/>
              </a:rPr>
              <a:t> </a:t>
            </a:r>
            <a:r>
              <a:rPr lang="en-US" sz="2000" b="0" strike="noStrike" spc="-1" dirty="0" err="1">
                <a:solidFill>
                  <a:srgbClr val="000000"/>
                </a:solidFill>
                <a:latin typeface="Arial"/>
              </a:rPr>
              <a:t>eine</a:t>
            </a:r>
            <a:r>
              <a:rPr lang="en-US" sz="2000" b="0" strike="noStrike" spc="-1" dirty="0">
                <a:solidFill>
                  <a:srgbClr val="000000"/>
                </a:solidFill>
                <a:latin typeface="Arial"/>
              </a:rPr>
              <a:t> </a:t>
            </a:r>
            <a:r>
              <a:rPr lang="en-US" sz="2000" b="0" strike="noStrike" spc="-1" dirty="0" err="1">
                <a:solidFill>
                  <a:srgbClr val="000000"/>
                </a:solidFill>
                <a:latin typeface="Arial"/>
              </a:rPr>
              <a:t>Reihenfolge</a:t>
            </a:r>
            <a:r>
              <a:rPr lang="en-US" sz="2000" b="0" strike="noStrike" spc="-1" dirty="0">
                <a:solidFill>
                  <a:srgbClr val="000000"/>
                </a:solidFill>
                <a:latin typeface="Arial"/>
              </a:rPr>
              <a:t> </a:t>
            </a:r>
            <a:r>
              <a:rPr lang="en-US" sz="2000" b="0" strike="noStrike" spc="-1" dirty="0" err="1">
                <a:solidFill>
                  <a:srgbClr val="000000"/>
                </a:solidFill>
                <a:latin typeface="Arial"/>
              </a:rPr>
              <a:t>vereinbart</a:t>
            </a:r>
            <a:r>
              <a:rPr lang="en-US" sz="2000" b="0" strike="noStrike" spc="-1" dirty="0">
                <a:solidFill>
                  <a:srgbClr val="000000"/>
                </a:solidFill>
                <a:latin typeface="Arial"/>
              </a:rPr>
              <a:t>? </a:t>
            </a:r>
            <a:r>
              <a:rPr lang="en-US" sz="2000" b="0" strike="noStrike" spc="-1" dirty="0" err="1">
                <a:solidFill>
                  <a:srgbClr val="000000"/>
                </a:solidFill>
                <a:latin typeface="Arial"/>
              </a:rPr>
              <a:t>Auflösung</a:t>
            </a:r>
            <a:r>
              <a:rPr lang="en-US" sz="2000" b="0" strike="noStrike" spc="-1" dirty="0">
                <a:solidFill>
                  <a:srgbClr val="000000"/>
                </a:solidFill>
                <a:latin typeface="Arial"/>
              </a:rPr>
              <a:t> </a:t>
            </a:r>
            <a:r>
              <a:rPr lang="en-US" sz="2000" b="0" strike="noStrike" spc="-1" dirty="0" err="1">
                <a:solidFill>
                  <a:srgbClr val="000000"/>
                </a:solidFill>
                <a:latin typeface="Arial"/>
              </a:rPr>
              <a:t>mündlich</a:t>
            </a:r>
            <a:r>
              <a:rPr lang="en-US" sz="2000" b="0" strike="noStrike" spc="-1" dirty="0">
                <a:solidFill>
                  <a:srgbClr val="000000"/>
                </a:solidFill>
                <a:latin typeface="Arial"/>
              </a:rPr>
              <a:t>: Als 50,81° N / 8,77° E </a:t>
            </a:r>
            <a:r>
              <a:rPr lang="en-US" sz="2000" b="0" strike="noStrike" spc="-1" dirty="0" err="1">
                <a:solidFill>
                  <a:srgbClr val="000000"/>
                </a:solidFill>
                <a:latin typeface="Arial"/>
              </a:rPr>
              <a:t>ist</a:t>
            </a:r>
            <a:r>
              <a:rPr lang="en-US" sz="2000" b="0" strike="noStrike" spc="-1" dirty="0">
                <a:solidFill>
                  <a:srgbClr val="000000"/>
                </a:solidFill>
                <a:latin typeface="Arial"/>
              </a:rPr>
              <a:t> </a:t>
            </a:r>
            <a:r>
              <a:rPr lang="en-US" sz="2000" b="0" strike="noStrike" spc="-1" dirty="0" err="1">
                <a:solidFill>
                  <a:srgbClr val="000000"/>
                </a:solidFill>
                <a:latin typeface="Arial"/>
              </a:rPr>
              <a:t>ungefähr</a:t>
            </a:r>
            <a:r>
              <a:rPr lang="en-US" sz="2000" b="0" strike="noStrike" spc="-1" dirty="0">
                <a:solidFill>
                  <a:srgbClr val="000000"/>
                </a:solidFill>
                <a:latin typeface="Arial"/>
              </a:rPr>
              <a:t> Marburg </a:t>
            </a:r>
            <a:r>
              <a:rPr lang="en-US" sz="2000" b="0" strike="noStrike" spc="-1" dirty="0" err="1">
                <a:solidFill>
                  <a:srgbClr val="000000"/>
                </a:solidFill>
                <a:latin typeface="Arial"/>
              </a:rPr>
              <a:t>gemeint</a:t>
            </a:r>
            <a:r>
              <a:rPr lang="en-US" sz="2000" b="0" strike="noStrike" spc="-1" dirty="0">
                <a:solidFill>
                  <a:srgbClr val="000000"/>
                </a:solidFill>
                <a:latin typeface="Arial"/>
              </a:rPr>
              <a:t>. Aus dem </a:t>
            </a:r>
            <a:r>
              <a:rPr lang="en-US" sz="2000" b="0" strike="noStrike" spc="-1" dirty="0" err="1">
                <a:solidFill>
                  <a:srgbClr val="000000"/>
                </a:solidFill>
                <a:latin typeface="Arial"/>
              </a:rPr>
              <a:t>unbeschrifteten</a:t>
            </a:r>
            <a:r>
              <a:rPr lang="en-US" sz="2000" b="0" strike="noStrike" spc="-1" dirty="0">
                <a:solidFill>
                  <a:srgbClr val="000000"/>
                </a:solidFill>
                <a:latin typeface="Arial"/>
              </a:rPr>
              <a:t> </a:t>
            </a:r>
            <a:r>
              <a:rPr lang="en-US" sz="2000" b="0" strike="noStrike" spc="-1" dirty="0" err="1">
                <a:solidFill>
                  <a:srgbClr val="000000"/>
                </a:solidFill>
                <a:latin typeface="Arial"/>
              </a:rPr>
              <a:t>Zahlenpaar</a:t>
            </a:r>
            <a:r>
              <a:rPr lang="en-US" sz="2000" b="0" strike="noStrike" spc="-1" dirty="0">
                <a:solidFill>
                  <a:srgbClr val="000000"/>
                </a:solidFill>
                <a:latin typeface="Arial"/>
              </a:rPr>
              <a:t> </a:t>
            </a:r>
            <a:r>
              <a:rPr lang="en-US" sz="2000" b="0" strike="noStrike" spc="-1" dirty="0" err="1">
                <a:solidFill>
                  <a:srgbClr val="000000"/>
                </a:solidFill>
                <a:latin typeface="Arial"/>
              </a:rPr>
              <a:t>allein</a:t>
            </a:r>
            <a:r>
              <a:rPr lang="en-US" sz="2000" b="0" strike="noStrike" spc="-1" dirty="0">
                <a:solidFill>
                  <a:srgbClr val="000000"/>
                </a:solidFill>
                <a:latin typeface="Arial"/>
              </a:rPr>
              <a:t> </a:t>
            </a:r>
            <a:r>
              <a:rPr lang="en-US" sz="2000" b="0" strike="noStrike" spc="-1" dirty="0" err="1">
                <a:solidFill>
                  <a:srgbClr val="000000"/>
                </a:solidFill>
                <a:latin typeface="Arial"/>
              </a:rPr>
              <a:t>folgt</a:t>
            </a:r>
            <a:r>
              <a:rPr lang="en-US" sz="2000" b="0" strike="noStrike" spc="-1" dirty="0">
                <a:solidFill>
                  <a:srgbClr val="000000"/>
                </a:solidFill>
                <a:latin typeface="Arial"/>
              </a:rPr>
              <a:t> das </a:t>
            </a:r>
            <a:r>
              <a:rPr lang="en-US" sz="2000" b="0" strike="noStrike" spc="-1" dirty="0" err="1">
                <a:solidFill>
                  <a:srgbClr val="000000"/>
                </a:solidFill>
                <a:latin typeface="Arial"/>
              </a:rPr>
              <a:t>nicht</a:t>
            </a:r>
            <a:r>
              <a:rPr lang="en-US" sz="2000" b="0" strike="noStrike" spc="-1" dirty="0">
                <a:solidFill>
                  <a:srgbClr val="000000"/>
                </a:solidFill>
                <a:latin typeface="Arial"/>
              </a:rPr>
              <a:t> </a:t>
            </a:r>
            <a:r>
              <a:rPr lang="en-US" sz="2000" b="0" strike="noStrike" spc="-1" dirty="0" err="1">
                <a:solidFill>
                  <a:srgbClr val="000000"/>
                </a:solidFill>
                <a:latin typeface="Arial"/>
              </a:rPr>
              <a:t>eindeutig</a:t>
            </a:r>
            <a:r>
              <a:rPr lang="en-US" sz="2000" b="0" strike="noStrike" spc="-1" dirty="0">
                <a:solidFill>
                  <a:srgbClr val="000000"/>
                </a:solidFill>
                <a:latin typeface="Arial"/>
              </a:rPr>
              <a:t>. Das CRS muss </a:t>
            </a:r>
            <a:r>
              <a:rPr lang="en-US" sz="2000" b="0" strike="noStrike" spc="-1" dirty="0" err="1">
                <a:solidFill>
                  <a:srgbClr val="000000"/>
                </a:solidFill>
                <a:latin typeface="Arial"/>
              </a:rPr>
              <a:t>zusätzlich</a:t>
            </a:r>
            <a:r>
              <a:rPr lang="en-US" sz="2000" b="0" strike="noStrike" spc="-1" dirty="0">
                <a:solidFill>
                  <a:srgbClr val="000000"/>
                </a:solidFill>
                <a:latin typeface="Arial"/>
              </a:rPr>
              <a:t> </a:t>
            </a:r>
            <a:r>
              <a:rPr lang="en-US" sz="2000" b="0" strike="noStrike" spc="-1" dirty="0" err="1">
                <a:solidFill>
                  <a:srgbClr val="000000"/>
                </a:solidFill>
                <a:latin typeface="Arial"/>
              </a:rPr>
              <a:t>bekannt</a:t>
            </a:r>
            <a:r>
              <a:rPr lang="en-US" sz="2000" b="0" strike="noStrike" spc="-1" dirty="0">
                <a:solidFill>
                  <a:srgbClr val="000000"/>
                </a:solidFill>
                <a:latin typeface="Arial"/>
              </a:rPr>
              <a:t> sein. Die </a:t>
            </a:r>
            <a:r>
              <a:rPr lang="en-US" sz="2000" b="0" strike="noStrike" spc="-1" dirty="0" err="1">
                <a:solidFill>
                  <a:srgbClr val="000000"/>
                </a:solidFill>
                <a:latin typeface="Arial"/>
              </a:rPr>
              <a:t>Leitfrage</a:t>
            </a:r>
            <a:r>
              <a:rPr lang="en-US" sz="2000" b="0" strike="noStrike" spc="-1" dirty="0">
                <a:solidFill>
                  <a:srgbClr val="000000"/>
                </a:solidFill>
                <a:latin typeface="Arial"/>
              </a:rPr>
              <a:t> am Ende der </a:t>
            </a:r>
            <a:r>
              <a:rPr lang="en-US" sz="2000" b="0" strike="noStrike" spc="-1" dirty="0" err="1">
                <a:solidFill>
                  <a:srgbClr val="000000"/>
                </a:solidFill>
                <a:latin typeface="Arial"/>
              </a:rPr>
              <a:t>Sitzung</a:t>
            </a:r>
            <a:r>
              <a:rPr lang="en-US" sz="2000" b="0" strike="noStrike" spc="-1" dirty="0">
                <a:solidFill>
                  <a:srgbClr val="000000"/>
                </a:solidFill>
                <a:latin typeface="Arial"/>
              </a:rPr>
              <a:t> </a:t>
            </a:r>
            <a:r>
              <a:rPr lang="en-US" sz="2000" b="0" strike="noStrike" spc="-1" dirty="0" err="1">
                <a:solidFill>
                  <a:srgbClr val="000000"/>
                </a:solidFill>
                <a:latin typeface="Arial"/>
              </a:rPr>
              <a:t>erneut</a:t>
            </a:r>
            <a:r>
              <a:rPr lang="en-US" sz="2000" b="0" strike="noStrike" spc="-1" dirty="0">
                <a:solidFill>
                  <a:srgbClr val="000000"/>
                </a:solidFill>
                <a:latin typeface="Arial"/>
              </a:rPr>
              <a:t> </a:t>
            </a:r>
            <a:r>
              <a:rPr lang="en-US" sz="2000" b="0" strike="noStrike" spc="-1" dirty="0" err="1">
                <a:solidFill>
                  <a:srgbClr val="000000"/>
                </a:solidFill>
                <a:latin typeface="Arial"/>
              </a:rPr>
              <a:t>aufgreifen</a:t>
            </a:r>
            <a:r>
              <a:rPr lang="en-US" sz="2000" b="0" strike="noStrike" spc="-1" dirty="0">
                <a:solidFill>
                  <a:srgbClr val="000000"/>
                </a:solidFill>
                <a:latin typeface="Arial"/>
              </a:rPr>
              <a:t>.</a:t>
            </a:r>
          </a:p>
          <a:p>
            <a:pPr marL="216000" indent="-216000">
              <a:buNone/>
            </a:pPr>
            <a:endParaRPr lang="en-US" sz="2000" b="0" strike="noStrike" spc="-1" dirty="0">
              <a:solidFill>
                <a:srgbClr val="000000"/>
              </a:solidFill>
              <a:latin typeface="Arial"/>
            </a:endParaRPr>
          </a:p>
          <a:p>
            <a:pPr marL="216000" indent="-216000">
              <a:buNone/>
            </a:pPr>
            <a:r>
              <a:rPr lang="en-US" sz="2000" b="0" strike="noStrike" spc="-1" dirty="0" err="1">
                <a:solidFill>
                  <a:srgbClr val="000000"/>
                </a:solidFill>
                <a:latin typeface="Arial"/>
              </a:rPr>
              <a:t>Quellen</a:t>
            </a:r>
            <a:r>
              <a:rPr lang="en-US" sz="2000" b="0" strike="noStrike" spc="-1" dirty="0">
                <a:solidFill>
                  <a:srgbClr val="000000"/>
                </a:solidFill>
                <a:latin typeface="Arial"/>
              </a:rPr>
              <a:t> / Anschluss an die HTML-</a:t>
            </a:r>
            <a:r>
              <a:rPr lang="en-US" sz="2000" b="0" strike="noStrike" spc="-1" dirty="0" err="1">
                <a:solidFill>
                  <a:srgbClr val="000000"/>
                </a:solidFill>
                <a:latin typeface="Arial"/>
              </a:rPr>
              <a:t>Lernumgebung</a:t>
            </a:r>
            <a:r>
              <a:rPr lang="en-US" sz="2000" b="0" strike="noStrike" spc="-1" dirty="0">
                <a:solidFill>
                  <a:srgbClr val="000000"/>
                </a:solidFill>
                <a:latin typeface="Arial"/>
              </a:rPr>
              <a:t>:</a:t>
            </a:r>
          </a:p>
          <a:p>
            <a:pPr marL="216000" indent="-216000">
              <a:buNone/>
            </a:pPr>
            <a:r>
              <a:rPr lang="en-US" sz="2000" b="0" strike="noStrike" spc="-1" dirty="0">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1999982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11–14 (3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Zunächst nur das Zahlenpaar zeigen. 30 Sekunden still überlegen lassen, dann zwei Vermutungen sammeln. Nachfragen: Sind das Breite und Länge, x und y, Grad oder Meter? Ist eine Reihenfolge vereinbart? Auflösung mündlich: Als 50,81° N / 8,77° E ist ungefähr Marburg gemeint. Aus dem unbeschrifteten Zahlenpaar allein folgt das nicht eindeutig. Das CRS muss zusätzlich bekannt sein. Die Leitfrage am Ende der Sitzung erneut aufgreifen.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2901959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11–14 (3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Zunächst nur das Zahlenpaar zeigen. 30 Sekunden still überlegen lassen, dann zwei Vermutungen sammeln. Nachfragen: Sind das Breite und Länge, x und y, Grad oder Meter? Ist eine Reihenfolge vereinbart? Auflösung mündlich: Als 50,81° N / 8,77° E ist ungefähr Marburg gemeint. Aus dem unbeschrifteten Zahlenpaar allein folgt das nicht eindeutig. Das CRS muss zusätzlich bekannt sein. Die Leitfrage am Ende der Sitzung erneut aufgreifen.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PlaceHolder 1"/>
          <p:cNvSpPr>
            <a:spLocks noGrp="1" noRot="1" noChangeAspect="1"/>
          </p:cNvSpPr>
          <p:nvPr>
            <p:ph type="sldImg"/>
          </p:nvPr>
        </p:nvSpPr>
        <p:spPr>
          <a:xfrm>
            <a:off x="217488" y="812800"/>
            <a:ext cx="7124700" cy="4008438"/>
          </a:xfrm>
          <a:prstGeom prst="rect">
            <a:avLst/>
          </a:prstGeom>
          <a:ln w="0">
            <a:noFill/>
          </a:ln>
        </p:spPr>
      </p:sp>
      <p:sp>
        <p:nvSpPr>
          <p:cNvPr id="5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Titelfolie vor dem Einstieg zeigen.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Titelfolie beim Ankommen zeigen. Danach beginnt die Sitzung mit dem JiTT-Block zur vorherigen Sitzung. Die Gestaltung stammt aus der bereitgestellten universitären PowerPoint-Vorlage. Das Foto-/Kartenmotiv links wurde unverändert aus der Titelseite der FB19-Vorlage übernommen. Namen oder Termine werden nicht erfunden.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/home/dirk/GeoMOER/moer-bsc-geodaten/docs/slides/Vorlagen/präs_ms02_powerpoint_de.pptx</a:t>
            </a:r>
          </a:p>
        </p:txBody>
      </p:sp>
    </p:spTree>
    <p:extLst>
      <p:ext uri="{BB962C8B-B14F-4D97-AF65-F5344CB8AC3E}">
        <p14:creationId xmlns:p14="http://schemas.microsoft.com/office/powerpoint/2010/main" val="1272976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217488" y="812800"/>
            <a:ext cx="7124700" cy="4008438"/>
          </a:xfrm>
          <a:prstGeom prst="rect">
            <a:avLst/>
          </a:prstGeom>
          <a:ln w="0">
            <a:noFill/>
          </a:ln>
        </p:spPr>
      </p:sp>
      <p:sp>
        <p:nvSpPr>
          <p:cNvPr id="5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14–16 (2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Die beiden Tabellen aus der aktuellen Kursseite vergleichen. ID, Datum und Messwert bleiben gleich; erst Koordinaten und CRS ergänzen einen direkt nutzbaren Raumbezug. Messort und Messwert unterscheiden: Raumbezug plus Sachdaten. Auch eine Adresse oder ein eindeutig identifizierbares Gebiet kann einen Raumbezug liefern; Koordinaten sind keine Voraussetzung. Die Werte sind erfundene, didaktische Beispieldaten.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https://geomoer.github.io/moer-bsc-geodaten/unit09/unit09-01_geodaten.html</a:t>
            </a:r>
          </a:p>
          <a:p>
            <a:pPr marL="216000" indent="-216000">
              <a:buNone/>
            </a:pPr>
            <a:r>
              <a:rPr lang="en-US" sz="2000" b="0" strike="noStrike" spc="-1">
                <a:solidFill>
                  <a:srgbClr val="000000"/>
                </a:solidFill>
                <a:latin typeface="Arial"/>
              </a:rPr>
              <a:t>Bild: assets/images/unit09/raumbezug.svg</a:t>
            </a:r>
          </a:p>
        </p:txBody>
      </p:sp>
    </p:spTree>
    <p:extLst>
      <p:ext uri="{BB962C8B-B14F-4D97-AF65-F5344CB8AC3E}">
        <p14:creationId xmlns:p14="http://schemas.microsoft.com/office/powerpoint/2010/main" val="971836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217488" y="812800"/>
            <a:ext cx="7124700" cy="4008438"/>
          </a:xfrm>
          <a:prstGeom prst="rect">
            <a:avLst/>
          </a:prstGeom>
          <a:ln w="0">
            <a:noFill/>
          </a:ln>
        </p:spPr>
      </p:sp>
      <p:sp>
        <p:nvSpPr>
          <p:cNvPr id="5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14–16 (2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Die beiden Tabellen aus der aktuellen Kursseite vergleichen. ID, Datum und Messwert bleiben gleich; erst Koordinaten und CRS ergänzen einen direkt nutzbaren Raumbezug. Messort und Messwert unterscheiden: Raumbezug plus Sachdaten. Auch eine Adresse oder ein eindeutig identifizierbares Gebiet kann einen Raumbezug liefern; Koordinaten sind keine Voraussetzung. Die Werte sind erfundene, didaktische Beispieldaten.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https://geomoer.github.io/moer-bsc-geodaten/unit09/unit09-01_geodaten.html</a:t>
            </a:r>
          </a:p>
          <a:p>
            <a:pPr marL="216000" indent="-216000">
              <a:buNone/>
            </a:pPr>
            <a:r>
              <a:rPr lang="en-US" sz="2000" b="0" strike="noStrike" spc="-1">
                <a:solidFill>
                  <a:srgbClr val="000000"/>
                </a:solidFill>
                <a:latin typeface="Arial"/>
              </a:rPr>
              <a:t>Bild: assets/images/unit09/raumbezug.svg</a:t>
            </a:r>
          </a:p>
        </p:txBody>
      </p:sp>
    </p:spTree>
    <p:extLst>
      <p:ext uri="{BB962C8B-B14F-4D97-AF65-F5344CB8AC3E}">
        <p14:creationId xmlns:p14="http://schemas.microsoft.com/office/powerpoint/2010/main" val="1813896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217488" y="812800"/>
            <a:ext cx="7124700" cy="4008438"/>
          </a:xfrm>
          <a:prstGeom prst="rect">
            <a:avLst/>
          </a:prstGeom>
          <a:ln w="0">
            <a:noFill/>
          </a:ln>
        </p:spPr>
      </p:sp>
      <p:sp>
        <p:nvSpPr>
          <p:cNvPr id="5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14–16 (2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Die beiden Tabellen aus der aktuellen Kursseite vergleichen. ID, Datum und Messwert bleiben gleich; erst Koordinaten und CRS ergänzen einen direkt nutzbaren Raumbezug. Messort und Messwert unterscheiden: Raumbezug plus Sachdaten. Auch eine Adresse oder ein eindeutig identifizierbares Gebiet kann einen Raumbezug liefern; Koordinaten sind keine Voraussetzung. Die Werte sind erfundene, didaktische Beispieldaten.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https://geomoer.github.io/moer-bsc-geodaten/unit09/unit09-01_geodaten.html</a:t>
            </a:r>
          </a:p>
          <a:p>
            <a:pPr marL="216000" indent="-216000">
              <a:buNone/>
            </a:pPr>
            <a:r>
              <a:rPr lang="en-US" sz="2000" b="0" strike="noStrike" spc="-1">
                <a:solidFill>
                  <a:srgbClr val="000000"/>
                </a:solidFill>
                <a:latin typeface="Arial"/>
              </a:rPr>
              <a:t>Bild: assets/images/unit09/raumbezug.svg</a:t>
            </a:r>
          </a:p>
        </p:txBody>
      </p:sp>
    </p:spTree>
    <p:extLst>
      <p:ext uri="{BB962C8B-B14F-4D97-AF65-F5344CB8AC3E}">
        <p14:creationId xmlns:p14="http://schemas.microsoft.com/office/powerpoint/2010/main" val="3078412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11–14 (3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Zunächst nur das Zahlenpaar zeigen. 30 Sekunden still überlegen lassen, dann zwei Vermutungen sammeln. Nachfragen: Sind das Breite und Länge, x und y, Grad oder Meter? Ist eine Reihenfolge vereinbart? Auflösung mündlich: Als 50,81° N / 8,77° E ist ungefähr Marburg gemeint. Aus dem unbeschrifteten Zahlenpaar allein folgt das nicht eindeutig. Das CRS muss zusätzlich bekannt sein. Die Leitfrage am Ende der Sitzung erneut aufgreifen.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3630878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11–14 (3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Zunächst nur das Zahlenpaar zeigen. 30 Sekunden still überlegen lassen, dann zwei Vermutungen sammeln. Nachfragen: Sind das Breite und Länge, x und y, Grad oder Meter? Ist eine Reihenfolge vereinbart? Auflösung mündlich: Als 50,81° N / 8,77° E ist ungefähr Marburg gemeint. Aus dem unbeschrifteten Zahlenpaar allein folgt das nicht eindeutig. Das CRS muss zusätzlich bekannt sein. Die Leitfrage am Ende der Sitzung erneut aufgreifen.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1284764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11–14 (3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Zunächst nur das Zahlenpaar zeigen. 30 Sekunden still überlegen lassen, dann zwei Vermutungen sammeln. Nachfragen: Sind das Breite und Länge, x und y, Grad oder Meter? Ist eine Reihenfolge vereinbart? Auflösung mündlich: Als 50,81° N / 8,77° E ist ungefähr Marburg gemeint. Aus dem unbeschrifteten Zahlenpaar allein folgt das nicht eindeutig. Das CRS muss zusätzlich bekannt sein. Die Leitfrage am Ende der Sitzung erneut aufgreifen.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2607388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11–14 (3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Zunächst nur das Zahlenpaar zeigen. 30 Sekunden still überlegen lassen, dann zwei Vermutungen sammeln. Nachfragen: Sind das Breite und Länge, x und y, Grad oder Meter? Ist eine Reihenfolge vereinbart? Auflösung mündlich: Als 50,81° N / 8,77° E ist ungefähr Marburg gemeint. Aus dem unbeschrifteten Zahlenpaar allein folgt das nicht eindeutig. Das CRS muss zusätzlich bekannt sein. Die Leitfrage am Ende der Sitzung erneut aufgreifen.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2415386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3808121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2571154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970526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3721391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20826575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967120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1778702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11638043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4709562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 name="PlaceHolder 1"/>
          <p:cNvSpPr>
            <a:spLocks noGrp="1" noRot="1" noChangeAspect="1"/>
          </p:cNvSpPr>
          <p:nvPr>
            <p:ph type="sldImg"/>
          </p:nvPr>
        </p:nvSpPr>
        <p:spPr>
          <a:xfrm>
            <a:off x="216000" y="812520"/>
            <a:ext cx="7127280" cy="4008960"/>
          </a:xfrm>
          <a:prstGeom prst="rect">
            <a:avLst/>
          </a:prstGeom>
          <a:ln w="0">
            <a:noFill/>
          </a:ln>
        </p:spPr>
      </p:sp>
      <p:sp>
        <p:nvSpPr>
          <p:cNvPr id="64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Abschluss nach der Nachbereitung; kein zusätzlicher Zeitblock.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Die Sitzung mit dieser Folie beenden. Der Wortlaut entspricht der gewünschten Abschlussformulierung. Die Abschlussgestaltung nutzt den Kontakt-Master der universitären Vorlage sowie das originale Foto-/Kartenmotiv aus der FB19-Titelseite.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/home/dirk/GeoMOER/moer-bsc-geodaten/docs/slides/Vorlagen/präs_ms02_powerpoint_de.pptx</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elfoli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lstStyle/>
          <a:p>
            <a:r>
              <a:t>Footer</a:t>
            </a:r>
          </a:p>
        </p:txBody>
      </p:sp>
      <p:sp>
        <p:nvSpPr>
          <p:cNvPr id="3" name="PlaceHolder 2"/>
          <p:cNvSpPr>
            <a:spLocks noGrp="1"/>
          </p:cNvSpPr>
          <p:nvPr>
            <p:ph type="sldNum" idx="4"/>
          </p:nvPr>
        </p:nvSpPr>
        <p:spPr/>
        <p:txBody>
          <a:bodyPr/>
          <a:lstStyle/>
          <a:p>
            <a:fld id="{4BE1D2CE-93E4-4C6F-8633-6FE4E9ED2E04}"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56A78C55-5675-4757-B7FD-9E23D4BECE75}"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E702088A-99FB-4A2D-80DA-337E71A76030}"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lstStyle/>
          <a:p>
            <a:r>
              <a:t>Footer</a:t>
            </a:r>
          </a:p>
        </p:txBody>
      </p:sp>
      <p:sp>
        <p:nvSpPr>
          <p:cNvPr id="3" name="PlaceHolder 2"/>
          <p:cNvSpPr>
            <a:spLocks noGrp="1"/>
          </p:cNvSpPr>
          <p:nvPr>
            <p:ph type="sldNum" idx="10"/>
          </p:nvPr>
        </p:nvSpPr>
        <p:spPr/>
        <p:txBody>
          <a:bodyPr/>
          <a:lstStyle/>
          <a:p>
            <a:fld id="{80F5F712-2796-46CE-A2D5-2C447CC8D6B8}"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15B2C93D-33C5-42C9-AA41-C0F748C641B8}"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ntak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Kontakt mit Bild">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elfolie mit Bild A">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elfolie mit Bild B">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120000"/>
              </a:lnSpc>
              <a:spcBef>
                <a:spcPts val="1417"/>
              </a:spcBef>
              <a:buNone/>
            </a:pPr>
            <a:endParaRPr lang="de-DE" sz="1400" b="0" strike="noStrike" spc="-1">
              <a:solidFill>
                <a:schemeClr val="dk1"/>
              </a:solidFill>
              <a:latin typeface="Noto Sans"/>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4"/>
          </p:nvPr>
        </p:nvSpPr>
        <p:spPr/>
        <p:txBody>
          <a:bodyPr/>
          <a:lstStyle/>
          <a:p>
            <a:fld id="{11A835B4-9086-4E0A-A771-576EB1101CDA}" type="slidenum">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3" name="PlaceHolder 2"/>
          <p:cNvSpPr>
            <a:spLocks noGrp="1"/>
          </p:cNvSpPr>
          <p:nvPr>
            <p:ph type="ftr" idx="15"/>
          </p:nvPr>
        </p:nvSpPr>
        <p:spPr/>
        <p:txBody>
          <a:bodyPr/>
          <a:lstStyle/>
          <a:p>
            <a:r>
              <a:t>Footer</a:t>
            </a:r>
          </a:p>
        </p:txBody>
      </p:sp>
      <p:sp>
        <p:nvSpPr>
          <p:cNvPr id="4" name="PlaceHolder 3"/>
          <p:cNvSpPr>
            <a:spLocks noGrp="1"/>
          </p:cNvSpPr>
          <p:nvPr>
            <p:ph type="sldNum" idx="16"/>
          </p:nvPr>
        </p:nvSpPr>
        <p:spPr/>
        <p:txBody>
          <a:bodyPr/>
          <a:lstStyle/>
          <a:p>
            <a:fld id="{EE681C42-A4DF-45F4-8844-1153D8129692}" type="slidenum">
              <a:t>‹Nr.›</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lstStyle/>
          <a:p>
            <a:r>
              <a:t>Footer</a:t>
            </a:r>
          </a:p>
        </p:txBody>
      </p:sp>
      <p:sp>
        <p:nvSpPr>
          <p:cNvPr id="3" name="PlaceHolder 2"/>
          <p:cNvSpPr>
            <a:spLocks noGrp="1"/>
          </p:cNvSpPr>
          <p:nvPr>
            <p:ph type="sldNum" idx="18"/>
          </p:nvPr>
        </p:nvSpPr>
        <p:spPr/>
        <p:txBody>
          <a:bodyPr/>
          <a:lstStyle/>
          <a:p>
            <a:fld id="{4128DAD0-D2AE-49A1-BA52-44A6AC737473}" type="slidenum">
              <a:t>‹Nr.›</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120000"/>
              </a:lnSpc>
              <a:spcBef>
                <a:spcPts val="1417"/>
              </a:spcBef>
              <a:buNone/>
            </a:pPr>
            <a:endParaRPr lang="de-DE" sz="1400" b="0" strike="noStrike" spc="-1">
              <a:solidFill>
                <a:schemeClr val="dk1"/>
              </a:solidFill>
              <a:latin typeface="Noto Sans"/>
            </a:endParaRPr>
          </a:p>
        </p:txBody>
      </p:sp>
      <p:sp>
        <p:nvSpPr>
          <p:cNvPr id="4" name="PlaceHolder 3"/>
          <p:cNvSpPr>
            <a:spLocks noGrp="1"/>
          </p:cNvSpPr>
          <p:nvPr>
            <p:ph type="ftr" idx="19"/>
          </p:nvPr>
        </p:nvSpPr>
        <p:spPr/>
        <p:txBody>
          <a:bodyPr/>
          <a:lstStyle/>
          <a:p>
            <a:r>
              <a:t>Footer</a:t>
            </a:r>
          </a:p>
        </p:txBody>
      </p:sp>
      <p:sp>
        <p:nvSpPr>
          <p:cNvPr id="5" name="PlaceHolder 4"/>
          <p:cNvSpPr>
            <a:spLocks noGrp="1"/>
          </p:cNvSpPr>
          <p:nvPr>
            <p:ph type="sldNum" idx="20"/>
          </p:nvPr>
        </p:nvSpPr>
        <p:spPr/>
        <p:txBody>
          <a:bodyPr/>
          <a:lstStyle/>
          <a:p>
            <a:fld id="{F82C3DE3-5B75-45A9-AAE8-EE284CF01593}" type="slidenum">
              <a:t>‹Nr.›</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EBAA0305-0AD6-48E7-AC0A-A918EAB2C6A3}" type="slidenum">
              <a:t>‹Nr.›</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120000"/>
              </a:lnSpc>
              <a:spcBef>
                <a:spcPts val="1417"/>
              </a:spcBef>
              <a:buNone/>
            </a:pPr>
            <a:endParaRPr lang="de-DE" sz="1400" b="0" strike="noStrike" spc="-1">
              <a:solidFill>
                <a:schemeClr val="dk1"/>
              </a:solidFill>
              <a:latin typeface="Noto Sans"/>
            </a:endParaRPr>
          </a:p>
        </p:txBody>
      </p:sp>
      <p:sp>
        <p:nvSpPr>
          <p:cNvPr id="4" name="PlaceHolder 3"/>
          <p:cNvSpPr>
            <a:spLocks noGrp="1"/>
          </p:cNvSpPr>
          <p:nvPr>
            <p:ph type="ftr" idx="21"/>
          </p:nvPr>
        </p:nvSpPr>
        <p:spPr/>
        <p:txBody>
          <a:bodyPr/>
          <a:lstStyle/>
          <a:p>
            <a:r>
              <a:t>Footer</a:t>
            </a:r>
          </a:p>
        </p:txBody>
      </p:sp>
      <p:sp>
        <p:nvSpPr>
          <p:cNvPr id="5" name="PlaceHolder 4"/>
          <p:cNvSpPr>
            <a:spLocks noGrp="1"/>
          </p:cNvSpPr>
          <p:nvPr>
            <p:ph type="sldNum" idx="22"/>
          </p:nvPr>
        </p:nvSpPr>
        <p:spPr/>
        <p:txBody>
          <a:bodyPr/>
          <a:lstStyle/>
          <a:p>
            <a:fld id="{BB76A889-8F4A-4A57-BCF1-CECB94D4DFF4}" type="slidenum">
              <a:t>‹Nr.›</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lstStyle/>
          <a:p>
            <a:r>
              <a:t>Footer</a:t>
            </a:r>
          </a:p>
        </p:txBody>
      </p:sp>
      <p:sp>
        <p:nvSpPr>
          <p:cNvPr id="3" name="PlaceHolder 2"/>
          <p:cNvSpPr>
            <a:spLocks noGrp="1"/>
          </p:cNvSpPr>
          <p:nvPr>
            <p:ph type="sldNum" idx="24"/>
          </p:nvPr>
        </p:nvSpPr>
        <p:spPr/>
        <p:txBody>
          <a:bodyPr/>
          <a:lstStyle/>
          <a:p>
            <a:fld id="{3048D068-E1E4-403D-9CAB-8AB34B2D25E0}" type="slidenum">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theme" Target="../theme/theme1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6.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762440" y="2187000"/>
            <a:ext cx="6662520" cy="2003760"/>
          </a:xfrm>
          <a:prstGeom prst="rect">
            <a:avLst/>
          </a:prstGeom>
          <a:noFill/>
          <a:ln w="0">
            <a:noFill/>
          </a:ln>
        </p:spPr>
        <p:txBody>
          <a:bodyPr lIns="0" tIns="0" rIns="0" bIns="0" anchor="t">
            <a:noAutofit/>
          </a:bodyPr>
          <a:lstStyle/>
          <a:p>
            <a:pPr indent="0" defTabSz="914400">
              <a:lnSpc>
                <a:spcPct val="100000"/>
              </a:lnSpc>
              <a:buNone/>
            </a:pPr>
            <a:r>
              <a:rPr lang="de-DE" sz="4200" b="0" strike="noStrike" spc="-1">
                <a:solidFill>
                  <a:schemeClr val="lt1"/>
                </a:solidFill>
                <a:latin typeface="Noto Sans"/>
              </a:rPr>
              <a:t>Mastertitelformat bearbeiten</a:t>
            </a:r>
            <a:endParaRPr lang="de-DE" sz="4200" b="0" strike="noStrike" spc="-1">
              <a:solidFill>
                <a:schemeClr val="dk1"/>
              </a:solidFill>
              <a:latin typeface="Noto Sans"/>
            </a:endParaRPr>
          </a:p>
        </p:txBody>
      </p:sp>
      <p:sp>
        <p:nvSpPr>
          <p:cNvPr id="4" name="PlaceHolder 2"/>
          <p:cNvSpPr>
            <a:spLocks noGrp="1"/>
          </p:cNvSpPr>
          <p:nvPr>
            <p:ph type="body"/>
          </p:nvPr>
        </p:nvSpPr>
        <p:spPr>
          <a:xfrm>
            <a:off x="4762440" y="5524560"/>
            <a:ext cx="6662520" cy="815040"/>
          </a:xfrm>
          <a:prstGeom prst="rect">
            <a:avLst/>
          </a:prstGeom>
          <a:noFill/>
          <a:ln w="0">
            <a:noFill/>
          </a:ln>
        </p:spPr>
        <p:txBody>
          <a:bodyPr lIns="0" tIns="0" rIns="0" bIns="0" anchor="b">
            <a:noAutofit/>
          </a:bodyPr>
          <a:lstStyle/>
          <a:p>
            <a:pPr indent="0" defTabSz="914400">
              <a:lnSpc>
                <a:spcPct val="120000"/>
              </a:lnSpc>
              <a:spcBef>
                <a:spcPts val="400"/>
              </a:spcBef>
              <a:buNone/>
              <a:tabLst>
                <a:tab pos="0" algn="l"/>
              </a:tabLst>
            </a:pPr>
            <a:r>
              <a:rPr lang="de-DE" sz="1200" b="0" strike="noStrike" spc="-1">
                <a:solidFill>
                  <a:schemeClr val="lt1"/>
                </a:solidFill>
                <a:latin typeface="Noto Sans"/>
              </a:rPr>
              <a:t>Mastertextformat bearbeiten</a:t>
            </a:r>
            <a:endParaRPr lang="de-DE" sz="1200" b="0" strike="noStrike" spc="-1">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cxn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de-DE" sz="1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tIns="0" rIns="0" bIns="0" anchor="t">
            <a:noAutofit/>
          </a:bodyPr>
          <a:lstStyle/>
          <a:p>
            <a:pPr indent="0" defTabSz="914400">
              <a:lnSpc>
                <a:spcPct val="110000"/>
              </a:lnSpc>
              <a:buNone/>
              <a:tabLst>
                <a:tab pos="0" algn="l"/>
              </a:tabLst>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3BFF4638-DB9E-4796-BEC1-ED3F2F7BBCF2}"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1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1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1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1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100" b="0" strike="noStrike" spc="-1">
                <a:solidFill>
                  <a:schemeClr val="dk1"/>
                </a:solidFill>
                <a:latin typeface="Noto Sans"/>
              </a:rPr>
              <a:t>Fünfte Ebene</a:t>
            </a: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90F358D8-4D7B-43BD-B64D-20E8CA9C42A8}"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E07C2FA6-416A-4DFE-A2F6-DD3D0C43EEA2}"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000000"/>
              </a:buClr>
              <a:buSzPct val="45000"/>
              <a:buFont typeface="Wingdings" charset="2"/>
              <a:buChar char=""/>
            </a:pPr>
            <a:r>
              <a:rPr lang="de-DE" sz="14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4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4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4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20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20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2000" b="0" strike="noStrike" spc="-1">
                <a:solidFill>
                  <a:schemeClr val="dk1"/>
                </a:solidFill>
                <a:latin typeface="Noto Sans"/>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5F05AE50-B94A-4D5D-BF7C-5B04D80BE7EF}"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de-DE" sz="1800" b="0" strike="noStrike" spc="-1">
                <a:solidFill>
                  <a:schemeClr val="dk1"/>
                </a:solidFill>
                <a:latin typeface="Noto Sans"/>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638E2BCD-D2D5-4F1B-837C-3C74BBEE25CB}"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tIns="2772000" rIns="432000" bIns="0" anchor="t">
            <a:noAutofit/>
          </a:bodyPr>
          <a:lstStyle/>
          <a:p>
            <a:pPr indent="0" defTabSz="914400">
              <a:lnSpc>
                <a:spcPct val="100000"/>
              </a:lnSpc>
              <a:buNone/>
            </a:pPr>
            <a:r>
              <a:rPr lang="de-DE" sz="3000" b="0" strike="noStrike" spc="-1">
                <a:solidFill>
                  <a:schemeClr val="dk1"/>
                </a:solidFill>
                <a:latin typeface="Noto Sans"/>
              </a:rPr>
              <a:t>Mastertitelformat bearbeiten</a:t>
            </a: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cxn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de-DE" sz="1800" b="0" strike="noStrike" spc="-1">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FFFFFF"/>
              </a:buClr>
              <a:buSzPct val="45000"/>
              <a:buFont typeface="Wingdings" charset="2"/>
              <a:buChar char=""/>
            </a:pPr>
            <a:r>
              <a:rPr lang="de-DE" sz="1400" b="0" strike="noStrike" spc="-1">
                <a:solidFill>
                  <a:schemeClr val="dk1"/>
                </a:solidFill>
                <a:latin typeface="Noto Sans"/>
              </a:rPr>
              <a:t>Click to edit the outline text format</a:t>
            </a:r>
          </a:p>
          <a:p>
            <a:pPr marL="864000" lvl="1" indent="-324000">
              <a:lnSpc>
                <a:spcPct val="120000"/>
              </a:lnSpc>
              <a:spcBef>
                <a:spcPts val="1134"/>
              </a:spcBef>
              <a:buClr>
                <a:srgbClr val="FFFFFF"/>
              </a:buClr>
              <a:buSzPct val="75000"/>
              <a:buFont typeface="Symbol" charset="2"/>
              <a:buChar char=""/>
            </a:pPr>
            <a:r>
              <a:rPr lang="de-DE" sz="1400" b="0" strike="noStrike" spc="-1">
                <a:solidFill>
                  <a:schemeClr val="dk1"/>
                </a:solidFill>
                <a:latin typeface="Noto Sans"/>
              </a:rPr>
              <a:t>Second Outline Level</a:t>
            </a:r>
          </a:p>
          <a:p>
            <a:pPr marL="1296000" lvl="2" indent="-288000">
              <a:lnSpc>
                <a:spcPct val="120000"/>
              </a:lnSpc>
              <a:spcBef>
                <a:spcPts val="850"/>
              </a:spcBef>
              <a:buClr>
                <a:srgbClr val="FFFFFF"/>
              </a:buClr>
              <a:buSzPct val="45000"/>
              <a:buFont typeface="Wingdings" charset="2"/>
              <a:buChar char=""/>
            </a:pPr>
            <a:r>
              <a:rPr lang="de-DE" sz="1400" b="0" strike="noStrike" spc="-1">
                <a:solidFill>
                  <a:schemeClr val="dk1"/>
                </a:solidFill>
                <a:latin typeface="Noto Sans"/>
              </a:rPr>
              <a:t>Third Outline Level</a:t>
            </a:r>
          </a:p>
          <a:p>
            <a:pPr marL="1728000" lvl="3" indent="-216000">
              <a:lnSpc>
                <a:spcPct val="120000"/>
              </a:lnSpc>
              <a:spcBef>
                <a:spcPts val="567"/>
              </a:spcBef>
              <a:buClr>
                <a:srgbClr val="FFFFFF"/>
              </a:buClr>
              <a:buSzPct val="75000"/>
              <a:buFont typeface="Symbol" charset="2"/>
              <a:buChar char=""/>
            </a:pPr>
            <a:r>
              <a:rPr lang="de-DE" sz="1400" b="0" strike="noStrike" spc="-1">
                <a:solidFill>
                  <a:schemeClr val="dk1"/>
                </a:solidFill>
                <a:latin typeface="Noto Sans"/>
              </a:rPr>
              <a:t>Fourth Outline Level</a:t>
            </a:r>
          </a:p>
          <a:p>
            <a:pPr marL="2160000" lvl="4"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Fifth Outline Level</a:t>
            </a:r>
          </a:p>
          <a:p>
            <a:pPr marL="2592000" lvl="5"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Sixth Outline Level</a:t>
            </a:r>
          </a:p>
          <a:p>
            <a:pPr marL="3024000" lvl="6"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tIns="2772000" rIns="432000" bIns="0" anchor="t">
            <a:noAutofit/>
          </a:bodyPr>
          <a:lstStyle/>
          <a:p>
            <a:pPr indent="0" defTabSz="914400">
              <a:lnSpc>
                <a:spcPct val="100000"/>
              </a:lnSpc>
              <a:buNone/>
            </a:pPr>
            <a:r>
              <a:rPr lang="de-DE" sz="3000" b="0" strike="noStrike" spc="-1">
                <a:solidFill>
                  <a:schemeClr val="dk1"/>
                </a:solidFill>
                <a:latin typeface="Noto Sans"/>
              </a:rPr>
              <a:t>Mastertitelformat bearbeiten</a:t>
            </a: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tIns="0" rIns="0" bIns="0" anchor="t">
            <a:noAutofit/>
          </a:bodyPr>
          <a:lstStyle/>
          <a:p>
            <a:pPr indent="0" defTabSz="914400">
              <a:lnSpc>
                <a:spcPct val="120000"/>
              </a:lnSpc>
              <a:buNone/>
              <a:tabLst>
                <a:tab pos="0" algn="l"/>
              </a:tabLst>
            </a:pPr>
            <a:r>
              <a:rPr lang="de-DE" sz="600" b="0" strike="noStrike" spc="-1">
                <a:solidFill>
                  <a:schemeClr val="lt1"/>
                </a:solidFill>
                <a:latin typeface="Noto Sans"/>
              </a:rPr>
              <a:t> </a:t>
            </a:r>
            <a:endParaRPr lang="de-DE" sz="6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tIns="0" rIns="0" bIns="0" anchor="t">
            <a:noAutofit/>
          </a:bodyPr>
          <a:lstStyle/>
          <a:p>
            <a:pPr indent="0" defTabSz="914400">
              <a:lnSpc>
                <a:spcPct val="100000"/>
              </a:lnSpc>
              <a:buNone/>
            </a:pPr>
            <a:r>
              <a:rPr lang="de-DE" sz="4200" b="0" strike="noStrike" spc="-1">
                <a:solidFill>
                  <a:schemeClr val="lt1"/>
                </a:solidFill>
                <a:latin typeface="Noto Sans"/>
              </a:rPr>
              <a:t>Mastertitelformat bearbeiten</a:t>
            </a:r>
            <a:endParaRPr lang="de-DE" sz="4200" b="0" strike="noStrike" spc="-1">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tIns="0" rIns="0" bIns="0" anchor="b">
            <a:noAutofit/>
          </a:bodyPr>
          <a:lstStyle/>
          <a:p>
            <a:pPr indent="0" defTabSz="914400">
              <a:lnSpc>
                <a:spcPct val="120000"/>
              </a:lnSpc>
              <a:spcBef>
                <a:spcPts val="400"/>
              </a:spcBef>
              <a:buNone/>
              <a:tabLst>
                <a:tab pos="0" algn="l"/>
              </a:tabLst>
            </a:pPr>
            <a:r>
              <a:rPr lang="de-DE" sz="1200" b="0" strike="noStrike" spc="-1">
                <a:solidFill>
                  <a:schemeClr val="lt1"/>
                </a:solidFill>
                <a:latin typeface="Noto Sans"/>
              </a:rPr>
              <a:t>Mastertextformat bearbeiten</a:t>
            </a:r>
            <a:endParaRPr lang="de-DE" sz="1200" b="0" strike="noStrike" spc="-1">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FFFFFF"/>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FFFFFF"/>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FFFFFF"/>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FFFFFF"/>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FFFFFF"/>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FFFFFF"/>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FFFFFF"/>
              </a:buClr>
              <a:buSzPct val="45000"/>
              <a:buFont typeface="Wingdings" charset="2"/>
              <a:buChar char=""/>
            </a:pPr>
            <a:r>
              <a:rPr lang="de-DE" sz="1800" b="0" strike="noStrike" spc="-1">
                <a:solidFill>
                  <a:schemeClr val="dk1"/>
                </a:solidFill>
                <a:latin typeface="Noto Sans"/>
              </a:rPr>
              <a:t>Seventh Outline Level</a:t>
            </a: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tIns="36000" rIns="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cxn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de-DE" sz="1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tIns="1944000" rIns="0" bIns="0" anchor="t">
            <a:noAutofit/>
          </a:bodyPr>
          <a:lstStyle/>
          <a:p>
            <a:pPr indent="0" defTabSz="914400">
              <a:lnSpc>
                <a:spcPct val="100000"/>
              </a:lnSpc>
              <a:buNone/>
            </a:pPr>
            <a:r>
              <a:rPr lang="de-DE" sz="3600" b="0" strike="noStrike" spc="-1">
                <a:solidFill>
                  <a:schemeClr val="dk1"/>
                </a:solidFill>
                <a:latin typeface="Noto Sans"/>
              </a:rPr>
              <a:t>Mastertitelformat bearbeiten</a:t>
            </a: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tIns="0" rIns="0" bIns="0" anchor="b">
            <a:noAutofit/>
          </a:bodyPr>
          <a:lstStyle/>
          <a:p>
            <a:pPr indent="0" defTabSz="914400">
              <a:lnSpc>
                <a:spcPct val="120000"/>
              </a:lnSpc>
              <a:spcBef>
                <a:spcPts val="400"/>
              </a:spcBef>
              <a:buNone/>
              <a:tabLst>
                <a:tab pos="0" algn="l"/>
              </a:tabLst>
            </a:pPr>
            <a:r>
              <a:rPr lang="de-DE" sz="1200" b="0" strike="noStrike" spc="-1">
                <a:solidFill>
                  <a:schemeClr val="accent1"/>
                </a:solidFill>
                <a:latin typeface="Noto Sans"/>
              </a:rPr>
              <a:t>Mastertextformat bearbeiten</a:t>
            </a:r>
            <a:endParaRPr lang="de-DE" sz="1200" b="0" strike="noStrike" spc="-1">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tIns="0" rIns="0" bIns="0" anchor="t">
            <a:noAutofit/>
          </a:bodyPr>
          <a:lstStyle/>
          <a:p>
            <a:pPr indent="0" defTabSz="914400">
              <a:lnSpc>
                <a:spcPct val="120000"/>
              </a:lnSpc>
              <a:buNone/>
              <a:tabLst>
                <a:tab pos="0" algn="l"/>
              </a:tabLst>
            </a:pPr>
            <a:r>
              <a:rPr lang="de-DE" sz="600" b="0" strike="noStrike" spc="-1">
                <a:solidFill>
                  <a:schemeClr val="lt1"/>
                </a:solidFill>
                <a:latin typeface="Noto Sans"/>
              </a:rPr>
              <a:t> </a:t>
            </a:r>
            <a:endParaRPr lang="de-DE" sz="6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tIns="0" rIns="0" bIns="0" anchor="t">
            <a:noAutofit/>
          </a:bodyPr>
          <a:lstStyle/>
          <a:p>
            <a:pPr marL="358920" indent="-358920" defTabSz="914400">
              <a:lnSpc>
                <a:spcPct val="120000"/>
              </a:lnSpc>
              <a:buClr>
                <a:srgbClr val="000000"/>
              </a:buClr>
              <a:buFont typeface="Noto Sans"/>
              <a:buAutoNum type="arabicPeriod"/>
            </a:pPr>
            <a:r>
              <a:rPr lang="de-DE" sz="2000" b="0" strike="noStrike" spc="-1">
                <a:solidFill>
                  <a:schemeClr val="dk1"/>
                </a:solidFill>
                <a:latin typeface="Noto Sans"/>
              </a:rPr>
              <a:t>Mastertextformat bearbeiten</a:t>
            </a:r>
          </a:p>
          <a:p>
            <a:pPr marL="541440" lvl="1" indent="-182520" defTabSz="914400">
              <a:lnSpc>
                <a:spcPct val="120000"/>
              </a:lnSpc>
              <a:buClr>
                <a:srgbClr val="000000"/>
              </a:buClr>
              <a:buFont typeface="Noto Sans"/>
              <a:buChar char="‒"/>
            </a:pPr>
            <a:r>
              <a:rPr lang="de-DE" sz="2000" b="0" strike="noStrike" spc="-1">
                <a:solidFill>
                  <a:schemeClr val="dk1"/>
                </a:solidFill>
                <a:latin typeface="Noto Sans"/>
              </a:rPr>
              <a:t>Zweite Ebene</a:t>
            </a:r>
          </a:p>
          <a:p>
            <a:pPr marL="716040" lvl="2" indent="-174600" defTabSz="914400">
              <a:lnSpc>
                <a:spcPct val="120000"/>
              </a:lnSpc>
              <a:buClr>
                <a:srgbClr val="000000"/>
              </a:buClr>
              <a:buFont typeface="Noto Sans"/>
              <a:buChar char="‒"/>
            </a:pPr>
            <a:r>
              <a:rPr lang="de-DE" sz="2000" b="0" strike="noStrike" spc="-1">
                <a:solidFill>
                  <a:schemeClr val="dk1"/>
                </a:solidFill>
                <a:latin typeface="Noto Sans"/>
              </a:rPr>
              <a:t>Dritte Ebene</a:t>
            </a:r>
          </a:p>
          <a:p>
            <a:pPr marL="898560" lvl="3" indent="-181080" defTabSz="914400">
              <a:lnSpc>
                <a:spcPct val="120000"/>
              </a:lnSpc>
              <a:buClr>
                <a:srgbClr val="000000"/>
              </a:buClr>
              <a:buFont typeface="Noto Sans"/>
              <a:buChar char="‒"/>
            </a:pPr>
            <a:r>
              <a:rPr lang="de-DE" sz="2000" b="0" strike="noStrike" spc="-1">
                <a:solidFill>
                  <a:schemeClr val="dk1"/>
                </a:solidFill>
                <a:latin typeface="Noto Sans"/>
              </a:rPr>
              <a:t>Vierte Ebene</a:t>
            </a:r>
          </a:p>
          <a:p>
            <a:pPr marL="1074600" lvl="4" indent="-176040" defTabSz="914400">
              <a:lnSpc>
                <a:spcPct val="120000"/>
              </a:lnSpc>
              <a:buClr>
                <a:srgbClr val="000000"/>
              </a:buClr>
              <a:buFont typeface="Noto Sans"/>
              <a:buChar char="‒"/>
            </a:pPr>
            <a:r>
              <a:rPr lang="de-DE" sz="2000" b="0" strike="noStrike" spc="-1">
                <a:solidFill>
                  <a:schemeClr val="dk1"/>
                </a:solidFill>
                <a:latin typeface="Noto Sans"/>
              </a:rPr>
              <a:t>Fünfte Ebene</a:t>
            </a: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B068272C-92FB-4737-BEB0-45482F397C4E}"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tIns="0" rIns="0" bIns="0" anchor="t">
            <a:noAutofit/>
          </a:bodyPr>
          <a:lstStyle/>
          <a:p>
            <a:pPr indent="0" defTabSz="914400">
              <a:lnSpc>
                <a:spcPct val="105000"/>
              </a:lnSpc>
              <a:buNone/>
            </a:pPr>
            <a:r>
              <a:rPr lang="de-DE" sz="3600" b="0" strike="noStrike" spc="-1">
                <a:solidFill>
                  <a:schemeClr val="lt1"/>
                </a:solidFill>
                <a:latin typeface="Noto Sans"/>
              </a:rPr>
              <a:t>Mastertitelformat bearbeiten</a:t>
            </a:r>
            <a:endParaRPr lang="de-DE" sz="3600" b="0" strike="noStrike" spc="-1">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lt1"/>
                </a:solidFill>
                <a:latin typeface="Noto Sans"/>
              </a:defRPr>
            </a:lvl1pPr>
          </a:lstStyle>
          <a:p>
            <a:pPr indent="0" defTabSz="914400">
              <a:lnSpc>
                <a:spcPct val="100000"/>
              </a:lnSpc>
              <a:buNone/>
            </a:pPr>
            <a:r>
              <a:rPr lang="de-DE" sz="800" b="0" strike="noStrike" spc="-1">
                <a:solidFill>
                  <a:schemeClr val="lt1"/>
                </a:solidFill>
                <a:latin typeface="Noto Sans"/>
              </a:rPr>
              <a:t>&lt;footer&gt;</a:t>
            </a:r>
            <a:endParaRPr lang="en-US" sz="800" b="0" strike="noStrike" spc="-1">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tIns="0" rIns="0" bIns="0" anchor="ctr">
            <a:noAutofit/>
          </a:bodyPr>
          <a:lstStyle>
            <a:lvl1pPr indent="0" algn="ctr" defTabSz="914400">
              <a:lnSpc>
                <a:spcPct val="100000"/>
              </a:lnSpc>
              <a:buNone/>
              <a:defRPr lang="de-DE" sz="800" b="0" strike="noStrike" spc="-1">
                <a:solidFill>
                  <a:schemeClr val="lt1"/>
                </a:solidFill>
                <a:latin typeface="Noto Sans"/>
              </a:defRPr>
            </a:lvl1pPr>
          </a:lstStyle>
          <a:p>
            <a:pPr indent="0" algn="ctr" defTabSz="914400">
              <a:lnSpc>
                <a:spcPct val="100000"/>
              </a:lnSpc>
              <a:buNone/>
            </a:pPr>
            <a:fld id="{C3958A9C-0ED0-4EF5-8373-600324907169}" type="slidenum">
              <a:rPr lang="de-DE" sz="800" b="0" strike="noStrike" spc="-1">
                <a:solidFill>
                  <a:schemeClr val="lt1"/>
                </a:solidFill>
                <a:latin typeface="Noto Sans"/>
              </a:rPr>
              <a:t>‹Nr.›</a:t>
            </a:fld>
            <a:endParaRPr lang="en-US" sz="800" b="0" strike="noStrike" spc="-1">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FFFFFF"/>
              </a:buClr>
              <a:buSzPct val="45000"/>
              <a:buFont typeface="Wingdings" charset="2"/>
              <a:buChar char=""/>
            </a:pPr>
            <a:r>
              <a:rPr lang="de-DE" sz="1400" b="0" strike="noStrike" spc="-1">
                <a:solidFill>
                  <a:schemeClr val="dk1"/>
                </a:solidFill>
                <a:latin typeface="Noto Sans"/>
              </a:rPr>
              <a:t>Click to edit the outline text format</a:t>
            </a:r>
          </a:p>
          <a:p>
            <a:pPr marL="864000" lvl="1" indent="-324000">
              <a:lnSpc>
                <a:spcPct val="120000"/>
              </a:lnSpc>
              <a:spcBef>
                <a:spcPts val="1134"/>
              </a:spcBef>
              <a:buClr>
                <a:srgbClr val="FFFFFF"/>
              </a:buClr>
              <a:buSzPct val="75000"/>
              <a:buFont typeface="Symbol" charset="2"/>
              <a:buChar char=""/>
            </a:pPr>
            <a:r>
              <a:rPr lang="de-DE" sz="1400" b="0" strike="noStrike" spc="-1">
                <a:solidFill>
                  <a:schemeClr val="dk1"/>
                </a:solidFill>
                <a:latin typeface="Noto Sans"/>
              </a:rPr>
              <a:t>Second Outline Level</a:t>
            </a:r>
          </a:p>
          <a:p>
            <a:pPr marL="1296000" lvl="2" indent="-288000">
              <a:lnSpc>
                <a:spcPct val="120000"/>
              </a:lnSpc>
              <a:spcBef>
                <a:spcPts val="850"/>
              </a:spcBef>
              <a:buClr>
                <a:srgbClr val="FFFFFF"/>
              </a:buClr>
              <a:buSzPct val="45000"/>
              <a:buFont typeface="Wingdings" charset="2"/>
              <a:buChar char=""/>
            </a:pPr>
            <a:r>
              <a:rPr lang="de-DE" sz="1400" b="0" strike="noStrike" spc="-1">
                <a:solidFill>
                  <a:schemeClr val="dk1"/>
                </a:solidFill>
                <a:latin typeface="Noto Sans"/>
              </a:rPr>
              <a:t>Third Outline Level</a:t>
            </a:r>
          </a:p>
          <a:p>
            <a:pPr marL="1728000" lvl="3" indent="-216000">
              <a:lnSpc>
                <a:spcPct val="120000"/>
              </a:lnSpc>
              <a:spcBef>
                <a:spcPts val="567"/>
              </a:spcBef>
              <a:buClr>
                <a:srgbClr val="FFFFFF"/>
              </a:buClr>
              <a:buSzPct val="75000"/>
              <a:buFont typeface="Symbol" charset="2"/>
              <a:buChar char=""/>
            </a:pPr>
            <a:r>
              <a:rPr lang="de-DE" sz="1400" b="0" strike="noStrike" spc="-1">
                <a:solidFill>
                  <a:schemeClr val="dk1"/>
                </a:solidFill>
                <a:latin typeface="Noto Sans"/>
              </a:rPr>
              <a:t>Fourth Outline Level</a:t>
            </a:r>
          </a:p>
          <a:p>
            <a:pPr marL="2160000" lvl="4"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Fifth Outline Level</a:t>
            </a:r>
          </a:p>
          <a:p>
            <a:pPr marL="2592000" lvl="5"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Sixth Outline Level</a:t>
            </a:r>
          </a:p>
          <a:p>
            <a:pPr marL="3024000" lvl="6"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tIns="0" rIns="0" bIns="0" anchor="t">
            <a:noAutofit/>
          </a:bodyPr>
          <a:lstStyle/>
          <a:p>
            <a:pPr indent="0" defTabSz="914400">
              <a:lnSpc>
                <a:spcPct val="105000"/>
              </a:lnSpc>
              <a:buNone/>
            </a:pPr>
            <a:r>
              <a:rPr lang="de-DE" sz="3600" b="0" strike="noStrike" spc="-1">
                <a:solidFill>
                  <a:schemeClr val="dk1"/>
                </a:solidFill>
                <a:latin typeface="Noto Sans"/>
              </a:rPr>
              <a:t>Mastertitelformat bearbeiten</a:t>
            </a: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tIns="0" rIns="0" bIns="0" anchor="ctr">
            <a:noAutofit/>
          </a:bodyPr>
          <a:lstStyle>
            <a:lvl1pPr indent="0" algn="ctr" defTabSz="914400">
              <a:lnSpc>
                <a:spcPct val="100000"/>
              </a:lnSpc>
              <a:buNone/>
              <a:defRPr lang="de-DE" sz="800" b="0" strike="noStrike" spc="-1">
                <a:solidFill>
                  <a:schemeClr val="lt1"/>
                </a:solidFill>
                <a:latin typeface="Noto Sans"/>
              </a:defRPr>
            </a:lvl1pPr>
          </a:lstStyle>
          <a:p>
            <a:pPr indent="0" algn="ctr" defTabSz="914400">
              <a:lnSpc>
                <a:spcPct val="100000"/>
              </a:lnSpc>
              <a:buNone/>
            </a:pPr>
            <a:fld id="{B3C5C7C1-3E10-4DAC-B9A3-65D4831B01CF}" type="slidenum">
              <a:rPr lang="de-DE" sz="800" b="0" strike="noStrike" spc="-1">
                <a:solidFill>
                  <a:schemeClr val="lt1"/>
                </a:solidFill>
                <a:latin typeface="Noto Sans"/>
              </a:rPr>
              <a:t>‹Nr.›</a:t>
            </a:fld>
            <a:endParaRPr lang="en-US" sz="800" b="0" strike="noStrike" spc="-1">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671E915D-BB54-459F-837B-30B1AC420EB8}"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4F6036CA-BC4F-43CB-AB26-C5616769B6DD}"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8F5FE087-2C2F-4E98-A2D4-33F2DCE8DA55}"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8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hyperlink" Target="https://www.spektrum.de/lexikon/kartographie-geomatik/daten/825" TargetMode="External"/><Relationship Id="rId4" Type="http://schemas.openxmlformats.org/officeDocument/2006/relationships/hyperlink" Target="https://www.spektrum.de/lexikon/kartographie-geomatik/zeichen/5334"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hyperlink" Target="https://www.spektrum.de/lexikon/kartographie-geomatik/daten/825" TargetMode="External"/><Relationship Id="rId4" Type="http://schemas.openxmlformats.org/officeDocument/2006/relationships/hyperlink" Target="https://www.spektrum.de/lexikon/kartographie-geomatik/zeichen/5334"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4.xml"/><Relationship Id="rId16" Type="http://schemas.openxmlformats.org/officeDocument/2006/relationships/image" Target="../media/image24.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5.xml"/><Relationship Id="rId16" Type="http://schemas.openxmlformats.org/officeDocument/2006/relationships/image" Target="../media/image28.png"/><Relationship Id="rId20"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34.png"/><Relationship Id="rId2" Type="http://schemas.openxmlformats.org/officeDocument/2006/relationships/notesSlide" Target="../notesSlides/notesSlide16.xml"/><Relationship Id="rId16" Type="http://schemas.openxmlformats.org/officeDocument/2006/relationships/image" Target="../media/image33.png"/><Relationship Id="rId20"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32.png"/><Relationship Id="rId10" Type="http://schemas.openxmlformats.org/officeDocument/2006/relationships/image" Target="../media/image18.png"/><Relationship Id="rId19" Type="http://schemas.openxmlformats.org/officeDocument/2006/relationships/image" Target="../media/image22.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30.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7.xml"/><Relationship Id="rId16" Type="http://schemas.openxmlformats.org/officeDocument/2006/relationships/image" Target="../media/image24.png"/><Relationship Id="rId20" Type="http://schemas.openxmlformats.org/officeDocument/2006/relationships/image" Target="../media/image23.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35.png"/><Relationship Id="rId10" Type="http://schemas.openxmlformats.org/officeDocument/2006/relationships/image" Target="../media/image18.png"/><Relationship Id="rId19" Type="http://schemas.openxmlformats.org/officeDocument/2006/relationships/image" Target="../media/image22.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30.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8.xml"/><Relationship Id="rId16" Type="http://schemas.openxmlformats.org/officeDocument/2006/relationships/image" Target="../media/image28.png"/><Relationship Id="rId20" Type="http://schemas.openxmlformats.org/officeDocument/2006/relationships/image" Target="../media/image37.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36.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9.xml"/><Relationship Id="rId16" Type="http://schemas.openxmlformats.org/officeDocument/2006/relationships/image" Target="../media/image24.png"/><Relationship Id="rId20"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32.png"/><Relationship Id="rId10" Type="http://schemas.openxmlformats.org/officeDocument/2006/relationships/image" Target="../media/image18.png"/><Relationship Id="rId19" Type="http://schemas.openxmlformats.org/officeDocument/2006/relationships/image" Target="../media/image23.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39.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38.png"/><Relationship Id="rId2" Type="http://schemas.openxmlformats.org/officeDocument/2006/relationships/notesSlide" Target="../notesSlides/notesSlide20.xml"/><Relationship Id="rId16" Type="http://schemas.openxmlformats.org/officeDocument/2006/relationships/image" Target="../media/image24.png"/><Relationship Id="rId20"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30.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1.xml"/><Relationship Id="rId16" Type="http://schemas.openxmlformats.org/officeDocument/2006/relationships/image" Target="../media/image24.png"/><Relationship Id="rId20" Type="http://schemas.openxmlformats.org/officeDocument/2006/relationships/image" Target="../media/image23.png"/><Relationship Id="rId1" Type="http://schemas.openxmlformats.org/officeDocument/2006/relationships/slideLayout" Target="../slideLayouts/slideLayout15.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2.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rafik 90"/>
          <p:cNvPicPr/>
          <p:nvPr/>
        </p:nvPicPr>
        <p:blipFill>
          <a:blip r:embed="rId3"/>
          <a:stretch/>
        </p:blipFill>
        <p:spPr>
          <a:xfrm>
            <a:off x="335160" y="2666880"/>
            <a:ext cx="4107240" cy="1407240"/>
          </a:xfrm>
          <a:prstGeom prst="rect">
            <a:avLst/>
          </a:prstGeom>
          <a:ln w="0">
            <a:noFill/>
          </a:ln>
        </p:spPr>
      </p:pic>
      <p:sp>
        <p:nvSpPr>
          <p:cNvPr id="92" name="Textfeld 91"/>
          <p:cNvSpPr txBox="1"/>
          <p:nvPr/>
        </p:nvSpPr>
        <p:spPr>
          <a:xfrm>
            <a:off x="4762440" y="2171880"/>
            <a:ext cx="6477120" cy="2286000"/>
          </a:xfrm>
          <a:prstGeom prst="rect">
            <a:avLst/>
          </a:prstGeom>
          <a:noFill/>
          <a:ln w="0">
            <a:noFill/>
          </a:ln>
        </p:spPr>
        <p:txBody>
          <a:bodyPr lIns="0" tIns="0" rIns="0" bIns="0" anchor="t">
            <a:noAutofit/>
          </a:bodyPr>
          <a:lstStyle/>
          <a:p>
            <a:r>
              <a:rPr lang="en-US" sz="4140" b="0" strike="noStrike" spc="-1" dirty="0" err="1">
                <a:solidFill>
                  <a:srgbClr val="FFFFFF"/>
                </a:solidFill>
                <a:latin typeface="Noto Sans"/>
              </a:rPr>
              <a:t>Arbeiten</a:t>
            </a:r>
            <a:r>
              <a:rPr lang="en-US" sz="4140" b="0" strike="noStrike" spc="-1" dirty="0">
                <a:solidFill>
                  <a:srgbClr val="FFFFFF"/>
                </a:solidFill>
                <a:latin typeface="Noto Sans"/>
              </a:rPr>
              <a:t> </a:t>
            </a:r>
            <a:r>
              <a:rPr lang="en-US" sz="4140" b="0" strike="noStrike" spc="-1" dirty="0" err="1">
                <a:solidFill>
                  <a:srgbClr val="FFFFFF"/>
                </a:solidFill>
                <a:latin typeface="Noto Sans"/>
              </a:rPr>
              <a:t>mit</a:t>
            </a:r>
            <a:r>
              <a:rPr lang="en-US" sz="4140" b="0" strike="noStrike" spc="-1" dirty="0">
                <a:solidFill>
                  <a:srgbClr val="FFFFFF"/>
                </a:solidFill>
                <a:latin typeface="Noto Sans"/>
              </a:rPr>
              <a:t> </a:t>
            </a:r>
            <a:r>
              <a:rPr lang="en-US" sz="4140" b="0" strike="noStrike" spc="-1" dirty="0" err="1">
                <a:solidFill>
                  <a:srgbClr val="FFFFFF"/>
                </a:solidFill>
                <a:latin typeface="Noto Sans"/>
              </a:rPr>
              <a:t>Geodaten</a:t>
            </a:r>
            <a:endParaRPr lang="en-US" sz="4140" b="0" strike="noStrike" spc="-1" dirty="0">
              <a:solidFill>
                <a:srgbClr val="FFFFFF"/>
              </a:solidFill>
              <a:latin typeface="Noto Sans"/>
            </a:endParaRPr>
          </a:p>
          <a:p>
            <a:r>
              <a:rPr lang="en-US" sz="4140" spc="-1" dirty="0">
                <a:solidFill>
                  <a:srgbClr val="FFFFFF"/>
                </a:solidFill>
                <a:latin typeface="Noto Sans"/>
              </a:rPr>
              <a:t>- Eine </a:t>
            </a:r>
            <a:r>
              <a:rPr lang="en-US" sz="4140" spc="-1" dirty="0" err="1">
                <a:solidFill>
                  <a:srgbClr val="FFFFFF"/>
                </a:solidFill>
                <a:latin typeface="Noto Sans"/>
              </a:rPr>
              <a:t>Einführung</a:t>
            </a:r>
            <a:endParaRPr lang="en-US" sz="4140" b="0" strike="noStrike" spc="-1" dirty="0">
              <a:solidFill>
                <a:srgbClr val="FFFFFF"/>
              </a:solidFill>
              <a:latin typeface="Arial"/>
            </a:endParaRPr>
          </a:p>
        </p:txBody>
      </p:sp>
      <p:sp>
        <p:nvSpPr>
          <p:cNvPr id="93" name="Textfeld 92"/>
          <p:cNvSpPr txBox="1"/>
          <p:nvPr/>
        </p:nvSpPr>
        <p:spPr>
          <a:xfrm>
            <a:off x="4762440" y="4678560"/>
            <a:ext cx="6400800" cy="533520"/>
          </a:xfrm>
          <a:prstGeom prst="rect">
            <a:avLst/>
          </a:prstGeom>
          <a:noFill/>
          <a:ln w="0">
            <a:noFill/>
          </a:ln>
        </p:spPr>
        <p:txBody>
          <a:bodyPr lIns="0" tIns="0" rIns="0" bIns="0" anchor="t">
            <a:noAutofit/>
          </a:bodyPr>
          <a:lstStyle/>
          <a:p>
            <a:r>
              <a:rPr lang="en-US" sz="2630" b="0" strike="noStrike" spc="-1" dirty="0">
                <a:solidFill>
                  <a:srgbClr val="FFFFFF"/>
                </a:solidFill>
                <a:latin typeface="Noto Sans"/>
              </a:rPr>
              <a:t>Unit 00</a:t>
            </a:r>
            <a:endParaRPr lang="en-US" sz="2630" b="0" strike="noStrike" spc="-1" dirty="0">
              <a:solidFill>
                <a:srgbClr val="FFFFFF"/>
              </a:solidFill>
              <a:latin typeface="Arial"/>
            </a:endParaRPr>
          </a:p>
        </p:txBody>
      </p:sp>
      <p:sp>
        <p:nvSpPr>
          <p:cNvPr id="94" name="Textfeld 93"/>
          <p:cNvSpPr txBox="1"/>
          <p:nvPr/>
        </p:nvSpPr>
        <p:spPr>
          <a:xfrm>
            <a:off x="4762440" y="5669280"/>
            <a:ext cx="6400800" cy="762120"/>
          </a:xfrm>
          <a:prstGeom prst="rect">
            <a:avLst/>
          </a:prstGeom>
          <a:noFill/>
          <a:ln w="0">
            <a:noFill/>
          </a:ln>
        </p:spPr>
        <p:txBody>
          <a:bodyPr lIns="0" tIns="0" rIns="0" bIns="0" anchor="t">
            <a:noAutofit/>
          </a:bodyPr>
          <a:lstStyle/>
          <a:p>
            <a:r>
              <a:rPr lang="en-US" sz="1790" b="0" strike="noStrike" spc="-1">
                <a:solidFill>
                  <a:srgbClr val="FFFFFF"/>
                </a:solidFill>
                <a:latin typeface="Noto Sans"/>
              </a:rPr>
              <a:t>Fachbereich 19 · Geographie</a:t>
            </a:r>
            <a:endParaRPr lang="en-US" sz="1790" b="0" strike="noStrike" spc="-1">
              <a:solidFill>
                <a:srgbClr val="FFFFFF"/>
              </a:solidFill>
              <a:latin typeface="Arial"/>
            </a:endParaRPr>
          </a:p>
          <a:p>
            <a:r>
              <a:rPr lang="en-US" sz="1790" b="0" strike="noStrike" spc="-1">
                <a:solidFill>
                  <a:srgbClr val="FFFFFF"/>
                </a:solidFill>
                <a:latin typeface="Noto Sans"/>
              </a:rPr>
              <a:t>Philipps-Universität Marburg</a:t>
            </a:r>
            <a:endParaRPr lang="en-US" sz="179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Organisation</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Good to know</a:t>
            </a:r>
            <a:endParaRPr lang="en-US" sz="113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a:solidFill>
                  <a:srgbClr val="414141"/>
                </a:solidFill>
                <a:latin typeface="Noto Sans"/>
              </a:rPr>
              <a:t>Universität Marburg | Fachbereich 19 · Geographie | Geodaten · Unit 09</a:t>
            </a:r>
            <a:endParaRPr lang="en-US" sz="939" b="0" strike="noStrike" spc="-1">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sp>
        <p:nvSpPr>
          <p:cNvPr id="120" name="Textfeld 119"/>
          <p:cNvSpPr txBox="1"/>
          <p:nvPr/>
        </p:nvSpPr>
        <p:spPr>
          <a:xfrm>
            <a:off x="4804896" y="3714319"/>
            <a:ext cx="2755437" cy="762120"/>
          </a:xfrm>
          <a:prstGeom prst="rect">
            <a:avLst/>
          </a:prstGeom>
          <a:noFill/>
          <a:ln w="0">
            <a:noFill/>
          </a:ln>
        </p:spPr>
        <p:txBody>
          <a:bodyPr lIns="0" tIns="0" rIns="0" bIns="0" anchor="t">
            <a:noAutofit/>
          </a:bodyPr>
          <a:lstStyle/>
          <a:p>
            <a:pPr marL="177800" indent="-177800">
              <a:buFont typeface="Arial" panose="020B0604020202020204" pitchFamily="34" charset="0"/>
              <a:buChar char="•"/>
            </a:pPr>
            <a:r>
              <a:rPr lang="en-US" sz="1600" b="1" strike="noStrike" spc="-1" dirty="0" err="1">
                <a:solidFill>
                  <a:srgbClr val="000000"/>
                </a:solidFill>
                <a:latin typeface="Noto Sans"/>
              </a:rPr>
              <a:t>Übungsdaten</a:t>
            </a:r>
            <a:endParaRPr lang="en-US" sz="1600" b="1" strike="noStrike" spc="-1" dirty="0">
              <a:solidFill>
                <a:srgbClr val="000000"/>
              </a:solidFill>
              <a:latin typeface="Noto Sans"/>
            </a:endParaRPr>
          </a:p>
          <a:p>
            <a:pPr marL="177800" indent="-177800">
              <a:buFont typeface="Arial" panose="020B0604020202020204" pitchFamily="34" charset="0"/>
              <a:buChar char="•"/>
            </a:pPr>
            <a:r>
              <a:rPr lang="en-US" sz="1600" b="1" spc="-1" dirty="0" err="1">
                <a:solidFill>
                  <a:srgbClr val="000000"/>
                </a:solidFill>
                <a:latin typeface="Noto Sans"/>
              </a:rPr>
              <a:t>Übungsaufgaben</a:t>
            </a:r>
            <a:endParaRPr lang="en-US" sz="1600" b="1" spc="-1" dirty="0">
              <a:solidFill>
                <a:srgbClr val="000000"/>
              </a:solidFill>
              <a:latin typeface="Noto Sans"/>
            </a:endParaRPr>
          </a:p>
          <a:p>
            <a:pPr marL="177800" indent="-177800">
              <a:buFont typeface="Arial" panose="020B0604020202020204" pitchFamily="34" charset="0"/>
              <a:buChar char="•"/>
            </a:pPr>
            <a:r>
              <a:rPr lang="en-US" sz="1600" b="1" strike="noStrike" spc="-1" dirty="0" err="1">
                <a:solidFill>
                  <a:srgbClr val="000000"/>
                </a:solidFill>
                <a:latin typeface="Noto Sans"/>
              </a:rPr>
              <a:t>Umfragen</a:t>
            </a:r>
            <a:endParaRPr lang="en-US" sz="1600" b="0" strike="noStrike" spc="-1" dirty="0">
              <a:solidFill>
                <a:srgbClr val="000000"/>
              </a:solidFill>
              <a:latin typeface="Arial"/>
            </a:endParaRPr>
          </a:p>
        </p:txBody>
      </p:sp>
      <p:sp>
        <p:nvSpPr>
          <p:cNvPr id="121" name="Rechteck 120"/>
          <p:cNvSpPr/>
          <p:nvPr/>
        </p:nvSpPr>
        <p:spPr>
          <a:xfrm>
            <a:off x="647640" y="5755902"/>
            <a:ext cx="10896840" cy="594360"/>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2" name="Textfeld 121"/>
          <p:cNvSpPr txBox="1"/>
          <p:nvPr/>
        </p:nvSpPr>
        <p:spPr>
          <a:xfrm>
            <a:off x="838080" y="5862462"/>
            <a:ext cx="10515600" cy="442080"/>
          </a:xfrm>
          <a:prstGeom prst="rect">
            <a:avLst/>
          </a:prstGeom>
          <a:noFill/>
          <a:ln w="0">
            <a:noFill/>
          </a:ln>
        </p:spPr>
        <p:txBody>
          <a:bodyPr lIns="0" tIns="0" rIns="0" bIns="0" anchor="t">
            <a:noAutofit/>
          </a:bodyPr>
          <a:lstStyle/>
          <a:p>
            <a:r>
              <a:rPr lang="en-US" sz="2350" b="1" strike="noStrike" spc="-1" dirty="0" err="1">
                <a:solidFill>
                  <a:srgbClr val="004899"/>
                </a:solidFill>
                <a:latin typeface="Noto Sans"/>
              </a:rPr>
              <a:t>Ist</a:t>
            </a:r>
            <a:r>
              <a:rPr lang="en-US" sz="2350" b="1" strike="noStrike" spc="-1" dirty="0">
                <a:solidFill>
                  <a:srgbClr val="004899"/>
                </a:solidFill>
                <a:latin typeface="Noto Sans"/>
              </a:rPr>
              <a:t> </a:t>
            </a:r>
            <a:r>
              <a:rPr lang="en-US" sz="2350" b="1" strike="noStrike" spc="-1" dirty="0" err="1">
                <a:solidFill>
                  <a:srgbClr val="004899"/>
                </a:solidFill>
                <a:latin typeface="Noto Sans"/>
              </a:rPr>
              <a:t>noch</a:t>
            </a:r>
            <a:r>
              <a:rPr lang="en-US" sz="2350" b="1" strike="noStrike" spc="-1" dirty="0">
                <a:solidFill>
                  <a:srgbClr val="004899"/>
                </a:solidFill>
                <a:latin typeface="Noto Sans"/>
              </a:rPr>
              <a:t> </a:t>
            </a:r>
            <a:r>
              <a:rPr lang="en-US" sz="2350" b="1" strike="noStrike" spc="-1" dirty="0" err="1">
                <a:solidFill>
                  <a:srgbClr val="004899"/>
                </a:solidFill>
                <a:latin typeface="Noto Sans"/>
              </a:rPr>
              <a:t>jeman</a:t>
            </a:r>
            <a:r>
              <a:rPr lang="en-US" sz="2350" b="1" spc="-1" dirty="0" err="1">
                <a:solidFill>
                  <a:srgbClr val="004899"/>
                </a:solidFill>
                <a:latin typeface="Noto Sans"/>
              </a:rPr>
              <a:t>d</a:t>
            </a:r>
            <a:r>
              <a:rPr lang="en-US" sz="2350" b="1" spc="-1" dirty="0">
                <a:solidFill>
                  <a:srgbClr val="004899"/>
                </a:solidFill>
                <a:latin typeface="Noto Sans"/>
              </a:rPr>
              <a:t> </a:t>
            </a:r>
            <a:r>
              <a:rPr lang="en-US" sz="2350" b="1" spc="-1" dirty="0" err="1">
                <a:solidFill>
                  <a:srgbClr val="004899"/>
                </a:solidFill>
                <a:latin typeface="Noto Sans"/>
              </a:rPr>
              <a:t>nicht</a:t>
            </a:r>
            <a:r>
              <a:rPr lang="en-US" sz="2350" b="1" spc="-1" dirty="0">
                <a:solidFill>
                  <a:srgbClr val="004899"/>
                </a:solidFill>
                <a:latin typeface="Noto Sans"/>
              </a:rPr>
              <a:t> dem </a:t>
            </a:r>
            <a:r>
              <a:rPr lang="en-US" sz="2350" b="1" spc="-1" dirty="0" err="1">
                <a:solidFill>
                  <a:srgbClr val="004899"/>
                </a:solidFill>
                <a:latin typeface="Noto Sans"/>
              </a:rPr>
              <a:t>Kurs</a:t>
            </a:r>
            <a:r>
              <a:rPr lang="en-US" sz="2350" b="1" spc="-1" dirty="0">
                <a:solidFill>
                  <a:srgbClr val="004899"/>
                </a:solidFill>
                <a:latin typeface="Noto Sans"/>
              </a:rPr>
              <a:t> </a:t>
            </a:r>
            <a:r>
              <a:rPr lang="en-US" sz="2350" b="1" spc="-1" dirty="0" err="1">
                <a:solidFill>
                  <a:srgbClr val="004899"/>
                </a:solidFill>
                <a:latin typeface="Noto Sans"/>
              </a:rPr>
              <a:t>beigetreten</a:t>
            </a:r>
            <a:r>
              <a:rPr lang="en-US" sz="2350" b="1" spc="-1" dirty="0">
                <a:solidFill>
                  <a:srgbClr val="004899"/>
                </a:solidFill>
                <a:latin typeface="Noto Sans"/>
              </a:rPr>
              <a:t> (Marvin / Ilias) ?</a:t>
            </a:r>
            <a:endParaRPr lang="en-US" sz="2350" b="0" strike="noStrike" spc="-1" dirty="0">
              <a:solidFill>
                <a:srgbClr val="000000"/>
              </a:solidFill>
              <a:latin typeface="Arial"/>
            </a:endParaRPr>
          </a:p>
        </p:txBody>
      </p:sp>
      <p:pic>
        <p:nvPicPr>
          <p:cNvPr id="1026" name="Picture 2">
            <a:extLst>
              <a:ext uri="{FF2B5EF4-FFF2-40B4-BE49-F238E27FC236}">
                <a16:creationId xmlns:a16="http://schemas.microsoft.com/office/drawing/2014/main" id="{AA7DC615-17FF-9F6F-C602-75DD0B228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4896" y="1653866"/>
            <a:ext cx="1775134" cy="1775134"/>
          </a:xfrm>
          <a:prstGeom prst="rect">
            <a:avLst/>
          </a:prstGeom>
          <a:noFill/>
          <a:extLst>
            <a:ext uri="{909E8E84-426E-40DD-AFC4-6F175D3DCCD1}">
              <a14:hiddenFill xmlns:a14="http://schemas.microsoft.com/office/drawing/2010/main">
                <a:solidFill>
                  <a:srgbClr val="FFFFFF"/>
                </a:solidFill>
              </a14:hiddenFill>
            </a:ext>
          </a:extLst>
        </p:spPr>
      </p:pic>
      <p:pic>
        <p:nvPicPr>
          <p:cNvPr id="3" name="Grafik 2">
            <a:extLst>
              <a:ext uri="{FF2B5EF4-FFF2-40B4-BE49-F238E27FC236}">
                <a16:creationId xmlns:a16="http://schemas.microsoft.com/office/drawing/2014/main" id="{DAAF6BE7-0B22-847B-10B0-EC3176896204}"/>
              </a:ext>
            </a:extLst>
          </p:cNvPr>
          <p:cNvPicPr>
            <a:picLocks noChangeAspect="1"/>
          </p:cNvPicPr>
          <p:nvPr/>
        </p:nvPicPr>
        <p:blipFill>
          <a:blip r:embed="rId4"/>
          <a:stretch>
            <a:fillRect/>
          </a:stretch>
        </p:blipFill>
        <p:spPr>
          <a:xfrm>
            <a:off x="7209144" y="1999541"/>
            <a:ext cx="4472316" cy="949677"/>
          </a:xfrm>
          <a:prstGeom prst="rect">
            <a:avLst/>
          </a:prstGeom>
        </p:spPr>
      </p:pic>
      <p:sp>
        <p:nvSpPr>
          <p:cNvPr id="4" name="Textfeld 3">
            <a:extLst>
              <a:ext uri="{FF2B5EF4-FFF2-40B4-BE49-F238E27FC236}">
                <a16:creationId xmlns:a16="http://schemas.microsoft.com/office/drawing/2014/main" id="{A5E0F220-D8EA-7C66-1163-7B8F146BC986}"/>
              </a:ext>
            </a:extLst>
          </p:cNvPr>
          <p:cNvSpPr txBox="1"/>
          <p:nvPr/>
        </p:nvSpPr>
        <p:spPr>
          <a:xfrm>
            <a:off x="7268482" y="3714319"/>
            <a:ext cx="4252958" cy="762120"/>
          </a:xfrm>
          <a:prstGeom prst="rect">
            <a:avLst/>
          </a:prstGeom>
          <a:noFill/>
          <a:ln w="0">
            <a:noFill/>
          </a:ln>
        </p:spPr>
        <p:txBody>
          <a:bodyPr lIns="0" tIns="0" rIns="0" bIns="0" anchor="t">
            <a:noAutofit/>
          </a:bodyPr>
          <a:lstStyle/>
          <a:p>
            <a:pPr marL="177800" indent="-177800">
              <a:buFont typeface="Arial" panose="020B0604020202020204" pitchFamily="34" charset="0"/>
              <a:buChar char="•"/>
            </a:pPr>
            <a:r>
              <a:rPr lang="en-US" sz="1600" b="1" strike="noStrike" spc="-1" dirty="0" err="1">
                <a:solidFill>
                  <a:srgbClr val="000000"/>
                </a:solidFill>
                <a:latin typeface="Noto Sans"/>
              </a:rPr>
              <a:t>Einschreibung</a:t>
            </a:r>
            <a:endParaRPr lang="en-US" sz="1600" b="1" strike="noStrike" spc="-1" dirty="0">
              <a:solidFill>
                <a:srgbClr val="000000"/>
              </a:solidFill>
              <a:latin typeface="Noto Sans"/>
            </a:endParaRPr>
          </a:p>
          <a:p>
            <a:pPr marL="177800" indent="-177800">
              <a:buFont typeface="Arial" panose="020B0604020202020204" pitchFamily="34" charset="0"/>
              <a:buChar char="•"/>
            </a:pPr>
            <a:r>
              <a:rPr lang="en-US" sz="1600" b="1" spc="-1" dirty="0" err="1">
                <a:solidFill>
                  <a:srgbClr val="000000"/>
                </a:solidFill>
                <a:latin typeface="Noto Sans"/>
              </a:rPr>
              <a:t>Bestanden</a:t>
            </a:r>
            <a:r>
              <a:rPr lang="en-US" sz="1600" b="1" spc="-1" dirty="0">
                <a:solidFill>
                  <a:srgbClr val="000000"/>
                </a:solidFill>
                <a:latin typeface="Noto Sans"/>
              </a:rPr>
              <a:t>/</a:t>
            </a:r>
            <a:r>
              <a:rPr lang="en-US" sz="1600" b="1" spc="-1" dirty="0" err="1">
                <a:solidFill>
                  <a:srgbClr val="000000"/>
                </a:solidFill>
                <a:latin typeface="Noto Sans"/>
              </a:rPr>
              <a:t>nicht</a:t>
            </a:r>
            <a:r>
              <a:rPr lang="en-US" sz="1600" b="1" spc="-1" dirty="0">
                <a:solidFill>
                  <a:srgbClr val="000000"/>
                </a:solidFill>
                <a:latin typeface="Noto Sans"/>
              </a:rPr>
              <a:t> </a:t>
            </a:r>
            <a:r>
              <a:rPr lang="en-US" sz="1600" b="1" spc="-1" dirty="0" err="1">
                <a:solidFill>
                  <a:srgbClr val="000000"/>
                </a:solidFill>
                <a:latin typeface="Noto Sans"/>
              </a:rPr>
              <a:t>bestanden</a:t>
            </a:r>
            <a:r>
              <a:rPr lang="en-US" sz="1600" b="1" spc="-1" dirty="0">
                <a:solidFill>
                  <a:srgbClr val="000000"/>
                </a:solidFill>
                <a:latin typeface="Noto Sans"/>
              </a:rPr>
              <a:t> </a:t>
            </a:r>
            <a:r>
              <a:rPr lang="en-US" sz="1600" b="1" spc="-1" dirty="0" err="1">
                <a:solidFill>
                  <a:srgbClr val="000000"/>
                </a:solidFill>
                <a:latin typeface="Noto Sans"/>
              </a:rPr>
              <a:t>Noteneinsicht</a:t>
            </a:r>
            <a:endParaRPr lang="en-US" sz="1600" b="0" strike="noStrike" spc="-1" dirty="0">
              <a:solidFill>
                <a:srgbClr val="000000"/>
              </a:solidFill>
              <a:latin typeface="Arial"/>
            </a:endParaRPr>
          </a:p>
        </p:txBody>
      </p:sp>
      <p:sp>
        <p:nvSpPr>
          <p:cNvPr id="6" name="Textfeld 5">
            <a:extLst>
              <a:ext uri="{FF2B5EF4-FFF2-40B4-BE49-F238E27FC236}">
                <a16:creationId xmlns:a16="http://schemas.microsoft.com/office/drawing/2014/main" id="{F601AB0B-3E14-2A4F-AB4F-BC2D42A4C429}"/>
              </a:ext>
            </a:extLst>
          </p:cNvPr>
          <p:cNvSpPr txBox="1"/>
          <p:nvPr/>
        </p:nvSpPr>
        <p:spPr>
          <a:xfrm>
            <a:off x="2937026" y="4827577"/>
            <a:ext cx="2755437" cy="762120"/>
          </a:xfrm>
          <a:prstGeom prst="rect">
            <a:avLst/>
          </a:prstGeom>
          <a:noFill/>
          <a:ln w="0">
            <a:noFill/>
          </a:ln>
        </p:spPr>
        <p:txBody>
          <a:bodyPr lIns="0" tIns="0" rIns="0" bIns="0" anchor="t">
            <a:noAutofit/>
          </a:bodyPr>
          <a:lstStyle/>
          <a:p>
            <a:r>
              <a:rPr lang="en-US" sz="1600" b="1" strike="noStrike" spc="-1" dirty="0">
                <a:solidFill>
                  <a:srgbClr val="000000"/>
                </a:solidFill>
                <a:latin typeface="Noto Sans"/>
              </a:rPr>
              <a:t>Blended learning</a:t>
            </a:r>
          </a:p>
        </p:txBody>
      </p:sp>
      <p:sp>
        <p:nvSpPr>
          <p:cNvPr id="7" name="Geschweifte Klammer rechts 6">
            <a:extLst>
              <a:ext uri="{FF2B5EF4-FFF2-40B4-BE49-F238E27FC236}">
                <a16:creationId xmlns:a16="http://schemas.microsoft.com/office/drawing/2014/main" id="{3D809A71-3537-28E3-240A-DCD1D67C3ED3}"/>
              </a:ext>
            </a:extLst>
          </p:cNvPr>
          <p:cNvSpPr/>
          <p:nvPr/>
        </p:nvSpPr>
        <p:spPr>
          <a:xfrm rot="5400000">
            <a:off x="3673644" y="1596148"/>
            <a:ext cx="228601" cy="593439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 name="Textfeld 7">
            <a:extLst>
              <a:ext uri="{FF2B5EF4-FFF2-40B4-BE49-F238E27FC236}">
                <a16:creationId xmlns:a16="http://schemas.microsoft.com/office/drawing/2014/main" id="{5E921C75-CF6A-1929-474C-A09579E634D0}"/>
              </a:ext>
            </a:extLst>
          </p:cNvPr>
          <p:cNvSpPr txBox="1"/>
          <p:nvPr/>
        </p:nvSpPr>
        <p:spPr>
          <a:xfrm>
            <a:off x="877566" y="3714319"/>
            <a:ext cx="2755437" cy="762120"/>
          </a:xfrm>
          <a:prstGeom prst="rect">
            <a:avLst/>
          </a:prstGeom>
          <a:noFill/>
          <a:ln w="0">
            <a:noFill/>
          </a:ln>
        </p:spPr>
        <p:txBody>
          <a:bodyPr lIns="0" tIns="0" rIns="0" bIns="0" anchor="t">
            <a:noAutofit/>
          </a:bodyPr>
          <a:lstStyle/>
          <a:p>
            <a:pPr marL="177800" indent="-177800">
              <a:buFont typeface="Arial" panose="020B0604020202020204" pitchFamily="34" charset="0"/>
              <a:buChar char="•"/>
            </a:pPr>
            <a:r>
              <a:rPr lang="en-US" sz="1600" b="1" strike="noStrike" spc="-1" dirty="0">
                <a:solidFill>
                  <a:srgbClr val="000000"/>
                </a:solidFill>
                <a:latin typeface="Noto Sans"/>
              </a:rPr>
              <a:t>In Ilias </a:t>
            </a:r>
            <a:r>
              <a:rPr lang="en-US" sz="1600" b="1" strike="noStrike" spc="-1" dirty="0" err="1">
                <a:solidFill>
                  <a:srgbClr val="000000"/>
                </a:solidFill>
                <a:latin typeface="Noto Sans"/>
              </a:rPr>
              <a:t>verlinkt</a:t>
            </a:r>
            <a:endParaRPr lang="en-US" sz="1600" b="1" strike="noStrike" spc="-1" dirty="0">
              <a:solidFill>
                <a:srgbClr val="000000"/>
              </a:solidFill>
              <a:latin typeface="Noto Sans"/>
            </a:endParaRPr>
          </a:p>
          <a:p>
            <a:pPr marL="177800" indent="-177800">
              <a:buFont typeface="Arial" panose="020B0604020202020204" pitchFamily="34" charset="0"/>
              <a:buChar char="•"/>
            </a:pPr>
            <a:r>
              <a:rPr lang="en-US" sz="1600" b="1" strike="noStrike" spc="-1" dirty="0" err="1">
                <a:solidFill>
                  <a:srgbClr val="000000"/>
                </a:solidFill>
                <a:latin typeface="Noto Sans"/>
              </a:rPr>
              <a:t>Kursinhalte</a:t>
            </a:r>
            <a:endParaRPr lang="en-US" sz="1600" b="1" strike="noStrike" spc="-1" dirty="0">
              <a:solidFill>
                <a:srgbClr val="000000"/>
              </a:solidFill>
              <a:latin typeface="Noto Sans"/>
            </a:endParaRPr>
          </a:p>
        </p:txBody>
      </p:sp>
      <p:pic>
        <p:nvPicPr>
          <p:cNvPr id="9" name="Grafik 8">
            <a:extLst>
              <a:ext uri="{FF2B5EF4-FFF2-40B4-BE49-F238E27FC236}">
                <a16:creationId xmlns:a16="http://schemas.microsoft.com/office/drawing/2014/main" id="{6A097773-549C-F667-E027-9A4F6E73878D}"/>
              </a:ext>
            </a:extLst>
          </p:cNvPr>
          <p:cNvPicPr>
            <a:picLocks noChangeAspect="1"/>
          </p:cNvPicPr>
          <p:nvPr/>
        </p:nvPicPr>
        <p:blipFill>
          <a:blip r:embed="rId5"/>
          <a:srcRect l="6881" r="25268"/>
          <a:stretch/>
        </p:blipFill>
        <p:spPr>
          <a:xfrm>
            <a:off x="355600" y="1647448"/>
            <a:ext cx="3683000" cy="1803784"/>
          </a:xfrm>
          <a:prstGeom prst="rect">
            <a:avLst/>
          </a:prstGeom>
        </p:spPr>
      </p:pic>
    </p:spTree>
    <p:extLst>
      <p:ext uri="{BB962C8B-B14F-4D97-AF65-F5344CB8AC3E}">
        <p14:creationId xmlns:p14="http://schemas.microsoft.com/office/powerpoint/2010/main" val="3626666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ILIAS</a:t>
            </a:r>
            <a:endParaRPr lang="en-US" sz="319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a:solidFill>
                  <a:srgbClr val="414141"/>
                </a:solidFill>
                <a:latin typeface="Noto Sans"/>
              </a:rPr>
              <a:t>Universität Marburg | Fachbereich 19 · Geographie | Geodaten · Unit 09</a:t>
            </a:r>
            <a:endParaRPr lang="en-US" sz="939" b="0" strike="noStrike" spc="-1">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sp>
        <p:nvSpPr>
          <p:cNvPr id="121" name="Rechteck 120"/>
          <p:cNvSpPr/>
          <p:nvPr/>
        </p:nvSpPr>
        <p:spPr>
          <a:xfrm>
            <a:off x="762120" y="1324315"/>
            <a:ext cx="8752583" cy="287698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2" name="Textfeld 121"/>
          <p:cNvSpPr txBox="1"/>
          <p:nvPr/>
        </p:nvSpPr>
        <p:spPr>
          <a:xfrm>
            <a:off x="914280" y="1457183"/>
            <a:ext cx="8230080" cy="442080"/>
          </a:xfrm>
          <a:prstGeom prst="rect">
            <a:avLst/>
          </a:prstGeom>
          <a:noFill/>
          <a:ln w="0">
            <a:noFill/>
          </a:ln>
        </p:spPr>
        <p:txBody>
          <a:bodyPr lIns="0" tIns="0" rIns="0" bIns="0" anchor="t">
            <a:noAutofit/>
          </a:bodyPr>
          <a:lstStyle/>
          <a:p>
            <a:r>
              <a:rPr lang="en-US" sz="2350" b="1" strike="noStrike" spc="-1" dirty="0" err="1">
                <a:solidFill>
                  <a:srgbClr val="004899"/>
                </a:solidFill>
                <a:latin typeface="Noto Sans"/>
              </a:rPr>
              <a:t>Melden</a:t>
            </a:r>
            <a:r>
              <a:rPr lang="en-US" sz="2350" b="1" strike="noStrike" spc="-1" dirty="0">
                <a:solidFill>
                  <a:srgbClr val="004899"/>
                </a:solidFill>
                <a:latin typeface="Noto Sans"/>
              </a:rPr>
              <a:t> Sie </a:t>
            </a:r>
            <a:r>
              <a:rPr lang="en-US" sz="2350" b="1" strike="noStrike" spc="-1" dirty="0" err="1">
                <a:solidFill>
                  <a:srgbClr val="004899"/>
                </a:solidFill>
                <a:latin typeface="Noto Sans"/>
              </a:rPr>
              <a:t>sich</a:t>
            </a:r>
            <a:r>
              <a:rPr lang="en-US" sz="2350" b="1" strike="noStrike" spc="-1" dirty="0">
                <a:solidFill>
                  <a:srgbClr val="004899"/>
                </a:solidFill>
                <a:latin typeface="Noto Sans"/>
              </a:rPr>
              <a:t> in ILIAS an und </a:t>
            </a:r>
            <a:r>
              <a:rPr lang="en-US" sz="2350" b="1" strike="noStrike" spc="-1" dirty="0" err="1">
                <a:solidFill>
                  <a:srgbClr val="004899"/>
                </a:solidFill>
                <a:latin typeface="Noto Sans"/>
              </a:rPr>
              <a:t>rufen</a:t>
            </a:r>
            <a:r>
              <a:rPr lang="en-US" sz="2350" b="1" strike="noStrike" spc="-1" dirty="0">
                <a:solidFill>
                  <a:srgbClr val="004899"/>
                </a:solidFill>
                <a:latin typeface="Noto Sans"/>
              </a:rPr>
              <a:t> Sie die HITML </a:t>
            </a:r>
            <a:r>
              <a:rPr lang="en-US" sz="2350" b="1" strike="noStrike" spc="-1" dirty="0" err="1">
                <a:solidFill>
                  <a:srgbClr val="004899"/>
                </a:solidFill>
                <a:latin typeface="Noto Sans"/>
              </a:rPr>
              <a:t>Lernumgebung</a:t>
            </a:r>
            <a:r>
              <a:rPr lang="en-US" sz="2350" b="1" strike="noStrike" spc="-1" dirty="0">
                <a:solidFill>
                  <a:srgbClr val="004899"/>
                </a:solidFill>
                <a:latin typeface="Noto Sans"/>
              </a:rPr>
              <a:t> auf.</a:t>
            </a:r>
            <a:endParaRPr lang="en-US" sz="2350" b="0" strike="noStrike" spc="-1" dirty="0">
              <a:solidFill>
                <a:srgbClr val="000000"/>
              </a:solidFill>
              <a:latin typeface="Arial"/>
            </a:endParaRPr>
          </a:p>
        </p:txBody>
      </p:sp>
      <p:pic>
        <p:nvPicPr>
          <p:cNvPr id="1026" name="Picture 2">
            <a:extLst>
              <a:ext uri="{FF2B5EF4-FFF2-40B4-BE49-F238E27FC236}">
                <a16:creationId xmlns:a16="http://schemas.microsoft.com/office/drawing/2014/main" id="{AA7DC615-17FF-9F6F-C602-75DD0B228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326" y="346873"/>
            <a:ext cx="1775134" cy="1775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9966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JiTT</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Good to know</a:t>
            </a:r>
            <a:endParaRPr lang="en-US" sz="113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09</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graphicFrame>
        <p:nvGraphicFramePr>
          <p:cNvPr id="7" name="Diagramm 6">
            <a:extLst>
              <a:ext uri="{FF2B5EF4-FFF2-40B4-BE49-F238E27FC236}">
                <a16:creationId xmlns:a16="http://schemas.microsoft.com/office/drawing/2014/main" id="{38C87E9D-BD87-E2C1-F96C-335919611E96}"/>
              </a:ext>
            </a:extLst>
          </p:cNvPr>
          <p:cNvGraphicFramePr/>
          <p:nvPr>
            <p:extLst>
              <p:ext uri="{D42A27DB-BD31-4B8C-83A1-F6EECF244321}">
                <p14:modId xmlns:p14="http://schemas.microsoft.com/office/powerpoint/2010/main" val="2858750223"/>
              </p:ext>
            </p:extLst>
          </p:nvPr>
        </p:nvGraphicFramePr>
        <p:xfrm>
          <a:off x="3901989" y="80010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hteck: abgerundete Ecken 7">
            <a:extLst>
              <a:ext uri="{FF2B5EF4-FFF2-40B4-BE49-F238E27FC236}">
                <a16:creationId xmlns:a16="http://schemas.microsoft.com/office/drawing/2014/main" id="{377C816A-FA72-F2AB-7D9E-D03F7908C4B0}"/>
              </a:ext>
            </a:extLst>
          </p:cNvPr>
          <p:cNvSpPr/>
          <p:nvPr/>
        </p:nvSpPr>
        <p:spPr>
          <a:xfrm>
            <a:off x="729048" y="4693508"/>
            <a:ext cx="1993557" cy="576649"/>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de-DE" dirty="0"/>
              <a:t>4 Tests </a:t>
            </a:r>
          </a:p>
        </p:txBody>
      </p:sp>
      <p:cxnSp>
        <p:nvCxnSpPr>
          <p:cNvPr id="10" name="Gerader Verbinder 9">
            <a:extLst>
              <a:ext uri="{FF2B5EF4-FFF2-40B4-BE49-F238E27FC236}">
                <a16:creationId xmlns:a16="http://schemas.microsoft.com/office/drawing/2014/main" id="{BBA1A3C4-3E60-63FA-EEB3-1DFA1E61E1B0}"/>
              </a:ext>
            </a:extLst>
          </p:cNvPr>
          <p:cNvCxnSpPr>
            <a:cxnSpLocks/>
          </p:cNvCxnSpPr>
          <p:nvPr/>
        </p:nvCxnSpPr>
        <p:spPr>
          <a:xfrm>
            <a:off x="4135394" y="582003"/>
            <a:ext cx="0" cy="54336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EA34B8C-6623-F9DB-5ED5-82A815E9573C}"/>
              </a:ext>
            </a:extLst>
          </p:cNvPr>
          <p:cNvSpPr txBox="1"/>
          <p:nvPr/>
        </p:nvSpPr>
        <p:spPr>
          <a:xfrm>
            <a:off x="10543685" y="5791996"/>
            <a:ext cx="1486304" cy="369332"/>
          </a:xfrm>
          <a:prstGeom prst="rect">
            <a:avLst/>
          </a:prstGeom>
          <a:noFill/>
          <a:ln>
            <a:noFill/>
          </a:ln>
        </p:spPr>
        <p:txBody>
          <a:bodyPr wrap="none" rtlCol="0">
            <a:spAutoFit/>
          </a:bodyPr>
          <a:lstStyle/>
          <a:p>
            <a:r>
              <a:rPr lang="de-DE" dirty="0">
                <a:solidFill>
                  <a:schemeClr val="bg1">
                    <a:lumMod val="50000"/>
                  </a:schemeClr>
                </a:solidFill>
              </a:rPr>
              <a:t>wöchentlich</a:t>
            </a:r>
          </a:p>
        </p:txBody>
      </p:sp>
      <p:sp>
        <p:nvSpPr>
          <p:cNvPr id="13" name="Textfeld 12">
            <a:extLst>
              <a:ext uri="{FF2B5EF4-FFF2-40B4-BE49-F238E27FC236}">
                <a16:creationId xmlns:a16="http://schemas.microsoft.com/office/drawing/2014/main" id="{D1A83661-84EE-63E3-CA5C-5B75DCB1A22F}"/>
              </a:ext>
            </a:extLst>
          </p:cNvPr>
          <p:cNvSpPr txBox="1"/>
          <p:nvPr/>
        </p:nvSpPr>
        <p:spPr>
          <a:xfrm>
            <a:off x="729048" y="5791996"/>
            <a:ext cx="1710725" cy="369332"/>
          </a:xfrm>
          <a:prstGeom prst="rect">
            <a:avLst/>
          </a:prstGeom>
          <a:noFill/>
          <a:ln>
            <a:noFill/>
          </a:ln>
        </p:spPr>
        <p:txBody>
          <a:bodyPr wrap="none" rtlCol="0">
            <a:spAutoFit/>
          </a:bodyPr>
          <a:lstStyle/>
          <a:p>
            <a:r>
              <a:rPr lang="de-DE" dirty="0">
                <a:solidFill>
                  <a:schemeClr val="bg1">
                    <a:lumMod val="50000"/>
                  </a:schemeClr>
                </a:solidFill>
              </a:rPr>
              <a:t>Alle 3 Wochen</a:t>
            </a:r>
          </a:p>
        </p:txBody>
      </p:sp>
      <p:cxnSp>
        <p:nvCxnSpPr>
          <p:cNvPr id="15" name="Gerade Verbindung mit Pfeil 14">
            <a:extLst>
              <a:ext uri="{FF2B5EF4-FFF2-40B4-BE49-F238E27FC236}">
                <a16:creationId xmlns:a16="http://schemas.microsoft.com/office/drawing/2014/main" id="{4088CECC-2069-4F28-5D26-47D658BC082E}"/>
              </a:ext>
            </a:extLst>
          </p:cNvPr>
          <p:cNvCxnSpPr>
            <a:cxnSpLocks/>
          </p:cNvCxnSpPr>
          <p:nvPr/>
        </p:nvCxnSpPr>
        <p:spPr>
          <a:xfrm flipV="1">
            <a:off x="1790356" y="2940908"/>
            <a:ext cx="0" cy="1752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9618820E-0B63-4033-23FB-B7AF7A1FD105}"/>
              </a:ext>
            </a:extLst>
          </p:cNvPr>
          <p:cNvSpPr txBox="1"/>
          <p:nvPr/>
        </p:nvSpPr>
        <p:spPr>
          <a:xfrm>
            <a:off x="1813731" y="3586894"/>
            <a:ext cx="442750" cy="584775"/>
          </a:xfrm>
          <a:prstGeom prst="rect">
            <a:avLst/>
          </a:prstGeom>
          <a:noFill/>
        </p:spPr>
        <p:txBody>
          <a:bodyPr wrap="none" rtlCol="0">
            <a:spAutoFit/>
          </a:bodyPr>
          <a:lstStyle/>
          <a:p>
            <a:r>
              <a:rPr lang="de-DE" sz="3200" dirty="0"/>
              <a:t>∅</a:t>
            </a:r>
          </a:p>
        </p:txBody>
      </p:sp>
      <p:sp>
        <p:nvSpPr>
          <p:cNvPr id="19" name="Textfeld 18">
            <a:extLst>
              <a:ext uri="{FF2B5EF4-FFF2-40B4-BE49-F238E27FC236}">
                <a16:creationId xmlns:a16="http://schemas.microsoft.com/office/drawing/2014/main" id="{935FF7F1-7A3A-2447-0FCB-9A3D52AD62B9}"/>
              </a:ext>
            </a:extLst>
          </p:cNvPr>
          <p:cNvSpPr txBox="1"/>
          <p:nvPr/>
        </p:nvSpPr>
        <p:spPr>
          <a:xfrm>
            <a:off x="12783" y="2150717"/>
            <a:ext cx="3889206" cy="646331"/>
          </a:xfrm>
          <a:prstGeom prst="rect">
            <a:avLst/>
          </a:prstGeom>
          <a:noFill/>
        </p:spPr>
        <p:txBody>
          <a:bodyPr wrap="none" rtlCol="0">
            <a:spAutoFit/>
          </a:bodyPr>
          <a:lstStyle/>
          <a:p>
            <a:pPr algn="ctr"/>
            <a:r>
              <a:rPr lang="de-DE" dirty="0"/>
              <a:t>Note (L3)</a:t>
            </a:r>
          </a:p>
          <a:p>
            <a:pPr algn="ctr"/>
            <a:r>
              <a:rPr lang="de-DE" dirty="0"/>
              <a:t>Bestanden / nicht bestanden (</a:t>
            </a:r>
            <a:r>
              <a:rPr lang="de-DE" dirty="0" err="1"/>
              <a:t>BSc</a:t>
            </a:r>
            <a:r>
              <a:rPr lang="de-DE"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iTT – vollständigen Block ersetzen">
            <a:extLst>
              <a:ext uri="{FF2B5EF4-FFF2-40B4-BE49-F238E27FC236}">
                <a16:creationId xmlns:a16="http://schemas.microsoft.com/office/drawing/2014/main" id="{DEA953B3-45FA-2105-A50F-E4EDD912EBB5}"/>
              </a:ext>
            </a:extLst>
          </p:cNvPr>
          <p:cNvSpPr/>
          <p:nvPr/>
        </p:nvSpPr>
        <p:spPr>
          <a:xfrm>
            <a:off x="762120" y="1806120"/>
            <a:ext cx="10668240" cy="4152960"/>
          </a:xfrm>
          <a:prstGeom prst="rect">
            <a:avLst/>
          </a:prstGeom>
          <a:solidFill>
            <a:srgbClr val="EAF5F7"/>
          </a:solidFill>
          <a:ln w="16200">
            <a:solidFill>
              <a:srgbClr val="A6D9E2"/>
            </a:solidFill>
            <a:round/>
          </a:ln>
        </p:spPr>
        <p:txBody>
          <a:bodyPr lIns="97920" tIns="52920" rIns="97920" bIns="52920" anchor="ctr" anchorCtr="1">
            <a:noAutofit/>
          </a:bodyPr>
          <a:lstStyle/>
          <a:p>
            <a:endParaRPr lang="en-US" sz="1800" b="0" strike="noStrike" spc="-1">
              <a:solidFill>
                <a:srgbClr val="000000"/>
              </a:solidFill>
              <a:latin typeface="Arial"/>
            </a:endParaRPr>
          </a:p>
        </p:txBody>
      </p:sp>
      <p:sp>
        <p:nvSpPr>
          <p:cNvPr id="3" name="Textfeld 2">
            <a:extLst>
              <a:ext uri="{FF2B5EF4-FFF2-40B4-BE49-F238E27FC236}">
                <a16:creationId xmlns:a16="http://schemas.microsoft.com/office/drawing/2014/main" id="{555E9E4B-C4CF-981F-A3E7-062A2DAAE996}"/>
              </a:ext>
            </a:extLst>
          </p:cNvPr>
          <p:cNvSpPr txBox="1"/>
          <p:nvPr/>
        </p:nvSpPr>
        <p:spPr>
          <a:xfrm>
            <a:off x="1371600" y="3276720"/>
            <a:ext cx="9448920" cy="990720"/>
          </a:xfrm>
          <a:prstGeom prst="rect">
            <a:avLst/>
          </a:prstGeom>
          <a:noFill/>
          <a:ln w="0">
            <a:noFill/>
          </a:ln>
        </p:spPr>
        <p:txBody>
          <a:bodyPr lIns="0" tIns="0" rIns="0" bIns="0" anchor="t">
            <a:noAutofit/>
          </a:bodyPr>
          <a:lstStyle/>
          <a:p>
            <a:pPr algn="ctr"/>
            <a:r>
              <a:rPr lang="en-US" sz="3570" b="0" strike="noStrike" spc="-1" dirty="0" err="1">
                <a:solidFill>
                  <a:srgbClr val="004899"/>
                </a:solidFill>
                <a:latin typeface="Noto Sans"/>
              </a:rPr>
              <a:t>Anmeldezeiträume</a:t>
            </a:r>
            <a:r>
              <a:rPr lang="en-US" sz="3570" b="0" strike="noStrike" spc="-1" dirty="0">
                <a:solidFill>
                  <a:srgbClr val="004899"/>
                </a:solidFill>
                <a:latin typeface="Noto Sans"/>
              </a:rPr>
              <a:t> für </a:t>
            </a:r>
            <a:r>
              <a:rPr lang="en-US" sz="3570" b="0" strike="noStrike" spc="-1" dirty="0" err="1">
                <a:solidFill>
                  <a:srgbClr val="004899"/>
                </a:solidFill>
                <a:latin typeface="Noto Sans"/>
              </a:rPr>
              <a:t>Prüfungs</a:t>
            </a:r>
            <a:r>
              <a:rPr lang="en-US" sz="3570" b="0" strike="noStrike" spc="-1" dirty="0">
                <a:solidFill>
                  <a:srgbClr val="004899"/>
                </a:solidFill>
                <a:latin typeface="Noto Sans"/>
              </a:rPr>
              <a:t>- und </a:t>
            </a:r>
            <a:r>
              <a:rPr lang="en-US" sz="3570" b="0" strike="noStrike" spc="-1" dirty="0" err="1">
                <a:solidFill>
                  <a:srgbClr val="004899"/>
                </a:solidFill>
                <a:latin typeface="Noto Sans"/>
              </a:rPr>
              <a:t>Studienleistung</a:t>
            </a:r>
            <a:r>
              <a:rPr lang="en-US" sz="3570" b="0" strike="noStrike" spc="-1" dirty="0">
                <a:solidFill>
                  <a:srgbClr val="004899"/>
                </a:solidFill>
                <a:latin typeface="Noto Sans"/>
              </a:rPr>
              <a:t> </a:t>
            </a:r>
            <a:r>
              <a:rPr lang="en-US" sz="3570" b="0" strike="noStrike" spc="-1" dirty="0" err="1">
                <a:solidFill>
                  <a:srgbClr val="004899"/>
                </a:solidFill>
                <a:latin typeface="Noto Sans"/>
              </a:rPr>
              <a:t>beachten</a:t>
            </a:r>
            <a:r>
              <a:rPr lang="en-US" sz="3570" b="0" strike="noStrike" spc="-1" dirty="0">
                <a:solidFill>
                  <a:srgbClr val="004899"/>
                </a:solidFill>
                <a:latin typeface="Noto Sans"/>
              </a:rPr>
              <a:t>!!! </a:t>
            </a:r>
          </a:p>
          <a:p>
            <a:pPr algn="ctr"/>
            <a:r>
              <a:rPr lang="en-US" sz="3570" b="0" strike="noStrike" spc="-1" dirty="0">
                <a:solidFill>
                  <a:srgbClr val="004899"/>
                </a:solidFill>
                <a:latin typeface="Noto Sans"/>
              </a:rPr>
              <a:t>01.10.2026 – 29.01.2027</a:t>
            </a:r>
            <a:endParaRPr lang="en-US" sz="3570" b="0" strike="noStrike" spc="-1" dirty="0">
              <a:solidFill>
                <a:srgbClr val="000000"/>
              </a:solidFill>
              <a:latin typeface="Arial"/>
            </a:endParaRPr>
          </a:p>
        </p:txBody>
      </p:sp>
      <p:sp>
        <p:nvSpPr>
          <p:cNvPr id="4" name="Textfeld 3">
            <a:extLst>
              <a:ext uri="{FF2B5EF4-FFF2-40B4-BE49-F238E27FC236}">
                <a16:creationId xmlns:a16="http://schemas.microsoft.com/office/drawing/2014/main" id="{41B04965-35BD-09C1-C0D0-E59E606B45E9}"/>
              </a:ext>
            </a:extLst>
          </p:cNvPr>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Organisation</a:t>
            </a:r>
            <a:endParaRPr lang="en-US" sz="3190" b="0" strike="noStrike" spc="-1" dirty="0">
              <a:solidFill>
                <a:srgbClr val="000000"/>
              </a:solidFill>
              <a:latin typeface="Arial"/>
            </a:endParaRPr>
          </a:p>
        </p:txBody>
      </p:sp>
      <p:sp>
        <p:nvSpPr>
          <p:cNvPr id="5" name="Textfeld 4">
            <a:extLst>
              <a:ext uri="{FF2B5EF4-FFF2-40B4-BE49-F238E27FC236}">
                <a16:creationId xmlns:a16="http://schemas.microsoft.com/office/drawing/2014/main" id="{2EF89C34-A485-EBA1-CC70-98EA8D401A58}"/>
              </a:ext>
            </a:extLst>
          </p:cNvPr>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09</a:t>
            </a:r>
            <a:endParaRPr lang="en-US" sz="939" b="0" strike="noStrike" spc="-1" dirty="0">
              <a:solidFill>
                <a:srgbClr val="000000"/>
              </a:solidFill>
              <a:latin typeface="Arial"/>
            </a:endParaRPr>
          </a:p>
        </p:txBody>
      </p:sp>
      <p:sp>
        <p:nvSpPr>
          <p:cNvPr id="6" name="Textfeld 5">
            <a:extLst>
              <a:ext uri="{FF2B5EF4-FFF2-40B4-BE49-F238E27FC236}">
                <a16:creationId xmlns:a16="http://schemas.microsoft.com/office/drawing/2014/main" id="{A9DA268F-1A2F-C094-ECEA-BC24C19A2934}"/>
              </a:ext>
            </a:extLst>
          </p:cNvPr>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spTree>
    <p:extLst>
      <p:ext uri="{BB962C8B-B14F-4D97-AF65-F5344CB8AC3E}">
        <p14:creationId xmlns:p14="http://schemas.microsoft.com/office/powerpoint/2010/main" val="1792604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rafik 90"/>
          <p:cNvPicPr/>
          <p:nvPr/>
        </p:nvPicPr>
        <p:blipFill>
          <a:blip r:embed="rId3"/>
          <a:stretch/>
        </p:blipFill>
        <p:spPr>
          <a:xfrm>
            <a:off x="335160" y="2666880"/>
            <a:ext cx="4107240" cy="1407240"/>
          </a:xfrm>
          <a:prstGeom prst="rect">
            <a:avLst/>
          </a:prstGeom>
          <a:ln w="0">
            <a:noFill/>
          </a:ln>
        </p:spPr>
      </p:pic>
      <p:sp>
        <p:nvSpPr>
          <p:cNvPr id="92" name="Textfeld 91"/>
          <p:cNvSpPr txBox="1"/>
          <p:nvPr/>
        </p:nvSpPr>
        <p:spPr>
          <a:xfrm>
            <a:off x="4762440" y="2171880"/>
            <a:ext cx="6477120" cy="2286000"/>
          </a:xfrm>
          <a:prstGeom prst="rect">
            <a:avLst/>
          </a:prstGeom>
          <a:noFill/>
          <a:ln w="0">
            <a:noFill/>
          </a:ln>
        </p:spPr>
        <p:txBody>
          <a:bodyPr lIns="0" tIns="0" rIns="0" bIns="0" anchor="t">
            <a:noAutofit/>
          </a:bodyPr>
          <a:lstStyle/>
          <a:p>
            <a:r>
              <a:rPr lang="en-US" sz="4140" b="0" strike="noStrike" spc="-1" dirty="0" err="1">
                <a:solidFill>
                  <a:srgbClr val="FFFFFF"/>
                </a:solidFill>
                <a:latin typeface="Noto Sans"/>
              </a:rPr>
              <a:t>Arbeiten</a:t>
            </a:r>
            <a:r>
              <a:rPr lang="en-US" sz="4140" b="0" strike="noStrike" spc="-1" dirty="0">
                <a:solidFill>
                  <a:srgbClr val="FFFFFF"/>
                </a:solidFill>
                <a:latin typeface="Noto Sans"/>
              </a:rPr>
              <a:t> </a:t>
            </a:r>
            <a:r>
              <a:rPr lang="en-US" sz="4140" b="0" strike="noStrike" spc="-1" dirty="0" err="1">
                <a:solidFill>
                  <a:srgbClr val="FFFFFF"/>
                </a:solidFill>
                <a:latin typeface="Noto Sans"/>
              </a:rPr>
              <a:t>mit</a:t>
            </a:r>
            <a:r>
              <a:rPr lang="en-US" sz="4140" b="0" strike="noStrike" spc="-1" dirty="0">
                <a:solidFill>
                  <a:srgbClr val="FFFFFF"/>
                </a:solidFill>
                <a:latin typeface="Noto Sans"/>
              </a:rPr>
              <a:t> </a:t>
            </a:r>
            <a:r>
              <a:rPr lang="en-US" sz="4140" b="0" strike="noStrike" spc="-1" dirty="0" err="1">
                <a:solidFill>
                  <a:srgbClr val="FFFFFF"/>
                </a:solidFill>
                <a:latin typeface="Noto Sans"/>
              </a:rPr>
              <a:t>Geodaten</a:t>
            </a:r>
            <a:endParaRPr lang="en-US" sz="4140" b="0" strike="noStrike" spc="-1" dirty="0">
              <a:solidFill>
                <a:srgbClr val="FFFFFF"/>
              </a:solidFill>
              <a:latin typeface="Noto Sans"/>
            </a:endParaRPr>
          </a:p>
          <a:p>
            <a:r>
              <a:rPr lang="en-US" sz="4140" spc="-1" dirty="0">
                <a:solidFill>
                  <a:srgbClr val="FFFFFF"/>
                </a:solidFill>
                <a:latin typeface="Noto Sans"/>
              </a:rPr>
              <a:t>- Hardware &amp; Software</a:t>
            </a:r>
            <a:endParaRPr lang="en-US" sz="4140" b="0" strike="noStrike" spc="-1" dirty="0">
              <a:solidFill>
                <a:srgbClr val="FFFFFF"/>
              </a:solidFill>
              <a:latin typeface="Arial"/>
            </a:endParaRPr>
          </a:p>
        </p:txBody>
      </p:sp>
      <p:sp>
        <p:nvSpPr>
          <p:cNvPr id="93" name="Textfeld 92"/>
          <p:cNvSpPr txBox="1"/>
          <p:nvPr/>
        </p:nvSpPr>
        <p:spPr>
          <a:xfrm>
            <a:off x="4762440" y="4678560"/>
            <a:ext cx="6400800" cy="533520"/>
          </a:xfrm>
          <a:prstGeom prst="rect">
            <a:avLst/>
          </a:prstGeom>
          <a:noFill/>
          <a:ln w="0">
            <a:noFill/>
          </a:ln>
        </p:spPr>
        <p:txBody>
          <a:bodyPr lIns="0" tIns="0" rIns="0" bIns="0" anchor="t">
            <a:noAutofit/>
          </a:bodyPr>
          <a:lstStyle/>
          <a:p>
            <a:r>
              <a:rPr lang="en-US" sz="2630" b="0" strike="noStrike" spc="-1" dirty="0">
                <a:solidFill>
                  <a:srgbClr val="FFFFFF"/>
                </a:solidFill>
                <a:latin typeface="Noto Sans"/>
              </a:rPr>
              <a:t>Unit 01</a:t>
            </a:r>
            <a:endParaRPr lang="en-US" sz="2630" b="0" strike="noStrike" spc="-1" dirty="0">
              <a:solidFill>
                <a:srgbClr val="FFFFFF"/>
              </a:solidFill>
              <a:latin typeface="Arial"/>
            </a:endParaRPr>
          </a:p>
        </p:txBody>
      </p:sp>
      <p:sp>
        <p:nvSpPr>
          <p:cNvPr id="94" name="Textfeld 93"/>
          <p:cNvSpPr txBox="1"/>
          <p:nvPr/>
        </p:nvSpPr>
        <p:spPr>
          <a:xfrm>
            <a:off x="4762440" y="5669280"/>
            <a:ext cx="6400800" cy="762120"/>
          </a:xfrm>
          <a:prstGeom prst="rect">
            <a:avLst/>
          </a:prstGeom>
          <a:noFill/>
          <a:ln w="0">
            <a:noFill/>
          </a:ln>
        </p:spPr>
        <p:txBody>
          <a:bodyPr lIns="0" tIns="0" rIns="0" bIns="0" anchor="t">
            <a:noAutofit/>
          </a:bodyPr>
          <a:lstStyle/>
          <a:p>
            <a:r>
              <a:rPr lang="en-US" sz="1790" b="0" strike="noStrike" spc="-1">
                <a:solidFill>
                  <a:srgbClr val="FFFFFF"/>
                </a:solidFill>
                <a:latin typeface="Noto Sans"/>
              </a:rPr>
              <a:t>Fachbereich 19 · Geographie</a:t>
            </a:r>
            <a:endParaRPr lang="en-US" sz="1790" b="0" strike="noStrike" spc="-1">
              <a:solidFill>
                <a:srgbClr val="FFFFFF"/>
              </a:solidFill>
              <a:latin typeface="Arial"/>
            </a:endParaRPr>
          </a:p>
          <a:p>
            <a:r>
              <a:rPr lang="en-US" sz="1790" b="0" strike="noStrike" spc="-1">
                <a:solidFill>
                  <a:srgbClr val="FFFFFF"/>
                </a:solidFill>
                <a:latin typeface="Noto Sans"/>
              </a:rPr>
              <a:t>Philipps-Universität Marburg</a:t>
            </a:r>
            <a:endParaRPr lang="en-US" sz="1790" b="0" strike="noStrike" spc="-1">
              <a:solidFill>
                <a:srgbClr val="FFFFFF"/>
              </a:solidFill>
              <a:latin typeface="Arial"/>
            </a:endParaRPr>
          </a:p>
        </p:txBody>
      </p:sp>
    </p:spTree>
    <p:extLst>
      <p:ext uri="{BB962C8B-B14F-4D97-AF65-F5344CB8AC3E}">
        <p14:creationId xmlns:p14="http://schemas.microsoft.com/office/powerpoint/2010/main" val="756128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feld 12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Warum</a:t>
            </a:r>
            <a:r>
              <a:rPr lang="en-US" sz="3190" b="1" strike="noStrike" spc="-1" dirty="0">
                <a:solidFill>
                  <a:srgbClr val="000000"/>
                </a:solidFill>
                <a:latin typeface="Noto Sans"/>
              </a:rPr>
              <a:t> </a:t>
            </a:r>
            <a:r>
              <a:rPr lang="en-US" sz="3190" b="1" strike="noStrike" spc="-1" dirty="0" err="1">
                <a:solidFill>
                  <a:srgbClr val="000000"/>
                </a:solidFill>
                <a:latin typeface="Noto Sans"/>
              </a:rPr>
              <a:t>Geodaten</a:t>
            </a:r>
            <a:r>
              <a:rPr lang="en-US" sz="3190" b="1" strike="noStrike" spc="-1" dirty="0">
                <a:solidFill>
                  <a:srgbClr val="000000"/>
                </a:solidFill>
                <a:latin typeface="Noto Sans"/>
              </a:rPr>
              <a:t>?</a:t>
            </a:r>
            <a:endParaRPr lang="en-US" sz="3190" b="0" strike="noStrike" spc="-1" dirty="0">
              <a:solidFill>
                <a:srgbClr val="000000"/>
              </a:solidFill>
              <a:latin typeface="Arial"/>
            </a:endParaRPr>
          </a:p>
        </p:txBody>
      </p:sp>
      <p:sp>
        <p:nvSpPr>
          <p:cNvPr id="124" name="Textfeld 12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01 · ÜBERBLICK</a:t>
            </a:r>
            <a:endParaRPr lang="en-US" sz="1130" b="0" strike="noStrike" spc="-1" dirty="0">
              <a:solidFill>
                <a:srgbClr val="000000"/>
              </a:solidFill>
              <a:latin typeface="Arial"/>
            </a:endParaRPr>
          </a:p>
        </p:txBody>
      </p:sp>
      <p:sp>
        <p:nvSpPr>
          <p:cNvPr id="125" name="Textfeld 12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26" name="Textfeld 12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5</a:t>
            </a:r>
            <a:endParaRPr lang="en-US" sz="939" b="0" strike="noStrike" spc="-1">
              <a:solidFill>
                <a:srgbClr val="000000"/>
              </a:solidFill>
              <a:latin typeface="Arial"/>
            </a:endParaRPr>
          </a:p>
        </p:txBody>
      </p:sp>
      <p:pic>
        <p:nvPicPr>
          <p:cNvPr id="1026" name="Picture 2">
            <a:extLst>
              <a:ext uri="{FF2B5EF4-FFF2-40B4-BE49-F238E27FC236}">
                <a16:creationId xmlns:a16="http://schemas.microsoft.com/office/drawing/2014/main" id="{1B997D13-00F2-7D79-D8F7-9C93AA4D10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872318"/>
            <a:ext cx="5963910" cy="4341043"/>
          </a:xfrm>
          <a:prstGeom prst="rect">
            <a:avLst/>
          </a:prstGeom>
          <a:noFill/>
          <a:extLst>
            <a:ext uri="{909E8E84-426E-40DD-AFC4-6F175D3DCCD1}">
              <a14:hiddenFill xmlns:a14="http://schemas.microsoft.com/office/drawing/2010/main">
                <a:solidFill>
                  <a:srgbClr val="FFFFFF"/>
                </a:solidFill>
              </a14:hiddenFill>
            </a:ext>
          </a:extLst>
        </p:spPr>
      </p:pic>
      <p:sp>
        <p:nvSpPr>
          <p:cNvPr id="17" name="Textfeld 16">
            <a:extLst>
              <a:ext uri="{FF2B5EF4-FFF2-40B4-BE49-F238E27FC236}">
                <a16:creationId xmlns:a16="http://schemas.microsoft.com/office/drawing/2014/main" id="{126467D5-DB55-7F1A-B3A3-2CD9452CA401}"/>
              </a:ext>
            </a:extLst>
          </p:cNvPr>
          <p:cNvSpPr txBox="1"/>
          <p:nvPr/>
        </p:nvSpPr>
        <p:spPr>
          <a:xfrm>
            <a:off x="6004287" y="6227991"/>
            <a:ext cx="5989635" cy="461665"/>
          </a:xfrm>
          <a:prstGeom prst="rect">
            <a:avLst/>
          </a:prstGeom>
          <a:noFill/>
        </p:spPr>
        <p:txBody>
          <a:bodyPr wrap="square" rtlCol="0">
            <a:spAutoFit/>
          </a:bodyPr>
          <a:lstStyle/>
          <a:p>
            <a:r>
              <a:rPr lang="en-US" sz="800" dirty="0"/>
              <a:t>Antonello Romano (2025), “Synthetic geospatial data and fake geography: A case study on the implications of AI-derived data in a data-intensive society”,</a:t>
            </a:r>
          </a:p>
          <a:p>
            <a:r>
              <a:rPr lang="en-US" sz="800" i="1" dirty="0"/>
              <a:t>Digital Geography and Society</a:t>
            </a:r>
            <a:r>
              <a:rPr lang="en-US" sz="800" dirty="0"/>
              <a:t>, Vol 8, 100108, https://doi.org/10.1016/j.diggeo.2024.1001</a:t>
            </a:r>
            <a:endParaRPr lang="de-DE" sz="800" dirty="0"/>
          </a:p>
        </p:txBody>
      </p:sp>
      <p:sp>
        <p:nvSpPr>
          <p:cNvPr id="19" name="Textfeld 18">
            <a:extLst>
              <a:ext uri="{FF2B5EF4-FFF2-40B4-BE49-F238E27FC236}">
                <a16:creationId xmlns:a16="http://schemas.microsoft.com/office/drawing/2014/main" id="{04299558-42A7-C41E-1088-FEB6BE25A465}"/>
              </a:ext>
            </a:extLst>
          </p:cNvPr>
          <p:cNvSpPr txBox="1"/>
          <p:nvPr/>
        </p:nvSpPr>
        <p:spPr>
          <a:xfrm>
            <a:off x="539213" y="1872318"/>
            <a:ext cx="5465074" cy="2462213"/>
          </a:xfrm>
          <a:prstGeom prst="rect">
            <a:avLst/>
          </a:prstGeom>
          <a:noFill/>
        </p:spPr>
        <p:txBody>
          <a:bodyPr wrap="square" rtlCol="0">
            <a:spAutoFit/>
          </a:bodyPr>
          <a:lstStyle/>
          <a:p>
            <a:pPr algn="l"/>
            <a:r>
              <a:rPr lang="de-DE" sz="1400" b="1" i="0" dirty="0">
                <a:effectLst/>
                <a:latin typeface="Roboto Condensed" panose="02000000000000000000" pitchFamily="2" charset="0"/>
                <a:ea typeface="Roboto Condensed" panose="02000000000000000000" pitchFamily="2" charset="0"/>
                <a:cs typeface="Roboto Condensed" panose="02000000000000000000" pitchFamily="2" charset="0"/>
              </a:rPr>
              <a:t>Daten</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E </a:t>
            </a:r>
            <a:r>
              <a:rPr lang="de-DE" sz="1400" b="0" i="0" dirty="0" err="1">
                <a:effectLst/>
                <a:latin typeface="Roboto Condensed" panose="02000000000000000000" pitchFamily="2" charset="0"/>
                <a:ea typeface="Roboto Condensed" panose="02000000000000000000" pitchFamily="2" charset="0"/>
                <a:cs typeface="Roboto Condensed" panose="02000000000000000000" pitchFamily="2" charset="0"/>
              </a:rPr>
              <a:t>data</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a:t>
            </a:r>
            <a:r>
              <a:rPr lang="de-DE" sz="1400" b="0" i="0" dirty="0" err="1">
                <a:effectLst/>
                <a:latin typeface="Roboto Condensed" panose="02000000000000000000" pitchFamily="2" charset="0"/>
                <a:ea typeface="Roboto Condensed" panose="02000000000000000000" pitchFamily="2" charset="0"/>
                <a:cs typeface="Roboto Condensed" panose="02000000000000000000" pitchFamily="2" charset="0"/>
              </a:rPr>
              <a:t>singular</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Datum, durch </a:t>
            </a:r>
            <a:r>
              <a:rPr lang="de-DE" sz="1400" b="0" i="0" u="sng" dirty="0">
                <a:effectLst/>
                <a:latin typeface="Roboto Condensed" panose="02000000000000000000" pitchFamily="2" charset="0"/>
                <a:ea typeface="Roboto Condensed" panose="02000000000000000000" pitchFamily="2" charset="0"/>
                <a:cs typeface="Roboto Condensed" panose="02000000000000000000" pitchFamily="2" charset="0"/>
                <a:hlinkClick r:id="rId4">
                  <a:extLst>
                    <a:ext uri="{A12FA001-AC4F-418D-AE19-62706E023703}">
                      <ahyp:hlinkClr xmlns:ahyp="http://schemas.microsoft.com/office/drawing/2018/hyperlinkcolor" val="tx"/>
                    </a:ext>
                  </a:extLst>
                </a:hlinkClick>
              </a:rPr>
              <a:t>Zeichen</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codierte Informationen, die als numerische oder alphanumerische Angaben zu Sachverhalten und Gegebenheiten gebildet werden. In Datenverarbeitungssystemen wird durch Daten all das ausgedrückt, was innerhalb des Systems codiert und somit verarbeitet werden soll. […] In Datenverarbeitungssystemen wird durch Daten all das ausgedrückt, was innerhalb des Systems codiert und somit verarbeitet werden soll. “ </a:t>
            </a:r>
          </a:p>
          <a:p>
            <a:pPr algn="l"/>
            <a:endParaRPr lang="de-DE" sz="1400" dirty="0">
              <a:latin typeface="Roboto Condensed" panose="02000000000000000000" pitchFamily="2" charset="0"/>
              <a:ea typeface="Roboto Condensed" panose="02000000000000000000" pitchFamily="2" charset="0"/>
              <a:cs typeface="Roboto Condensed" panose="02000000000000000000" pitchFamily="2" charset="0"/>
            </a:endParaRPr>
          </a:p>
          <a:p>
            <a:pPr algn="l"/>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Spektrum.de, </a:t>
            </a:r>
            <a:r>
              <a:rPr lang="de-DE" sz="1400" b="0" i="0" cap="all" dirty="0">
                <a:effectLst/>
                <a:latin typeface="Roboto Condensed" panose="02000000000000000000" pitchFamily="2" charset="0"/>
                <a:ea typeface="Roboto Condensed" panose="02000000000000000000" pitchFamily="2" charset="0"/>
                <a:cs typeface="Roboto Condensed" panose="02000000000000000000" pitchFamily="2" charset="0"/>
              </a:rPr>
              <a:t>Lexikon der Kartographie und Geomatik</a:t>
            </a:r>
            <a:r>
              <a:rPr lang="de-DE" sz="1400" dirty="0">
                <a:latin typeface="Roboto Condensed" panose="02000000000000000000" pitchFamily="2" charset="0"/>
                <a:ea typeface="Roboto Condensed" panose="02000000000000000000" pitchFamily="2" charset="0"/>
                <a:cs typeface="Roboto Condensed" panose="02000000000000000000" pitchFamily="2" charset="0"/>
              </a:rPr>
              <a:t>, </a:t>
            </a:r>
            <a:r>
              <a:rPr lang="de-DE" sz="1400" dirty="0">
                <a:latin typeface="Roboto Condensed" panose="02000000000000000000" pitchFamily="2" charset="0"/>
                <a:ea typeface="Roboto Condensed" panose="02000000000000000000" pitchFamily="2" charset="0"/>
                <a:cs typeface="Roboto Condensed" panose="02000000000000000000" pitchFamily="2" charset="0"/>
                <a:hlinkClick r:id="rId5">
                  <a:extLst>
                    <a:ext uri="{A12FA001-AC4F-418D-AE19-62706E023703}">
                      <ahyp:hlinkClr xmlns:ahyp="http://schemas.microsoft.com/office/drawing/2018/hyperlinkcolor" val="tx"/>
                    </a:ext>
                  </a:extLst>
                </a:hlinkClick>
              </a:rPr>
              <a:t>https://www.spektrum.de/lexikon/kartographie-geomatik/daten/825</a:t>
            </a:r>
            <a:r>
              <a:rPr lang="de-DE" sz="1400" dirty="0">
                <a:latin typeface="Roboto Condensed" panose="02000000000000000000" pitchFamily="2" charset="0"/>
                <a:ea typeface="Roboto Condensed" panose="02000000000000000000" pitchFamily="2" charset="0"/>
                <a:cs typeface="Roboto Condensed" panose="02000000000000000000" pitchFamily="2" charset="0"/>
              </a:rPr>
              <a:t>, aufgerufen am 05.10.2026</a:t>
            </a:r>
          </a:p>
        </p:txBody>
      </p:sp>
    </p:spTree>
    <p:extLst>
      <p:ext uri="{BB962C8B-B14F-4D97-AF65-F5344CB8AC3E}">
        <p14:creationId xmlns:p14="http://schemas.microsoft.com/office/powerpoint/2010/main" val="1803240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feld 12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Warum</a:t>
            </a:r>
            <a:r>
              <a:rPr lang="en-US" sz="3190" b="1" strike="noStrike" spc="-1" dirty="0">
                <a:solidFill>
                  <a:srgbClr val="000000"/>
                </a:solidFill>
                <a:latin typeface="Noto Sans"/>
              </a:rPr>
              <a:t> </a:t>
            </a:r>
            <a:r>
              <a:rPr lang="en-US" sz="3190" b="1" strike="noStrike" spc="-1" dirty="0" err="1">
                <a:solidFill>
                  <a:srgbClr val="000000"/>
                </a:solidFill>
                <a:latin typeface="Noto Sans"/>
              </a:rPr>
              <a:t>Geodaten</a:t>
            </a:r>
            <a:r>
              <a:rPr lang="en-US" sz="3190" b="1" strike="noStrike" spc="-1" dirty="0">
                <a:solidFill>
                  <a:srgbClr val="000000"/>
                </a:solidFill>
                <a:latin typeface="Noto Sans"/>
              </a:rPr>
              <a:t>?</a:t>
            </a:r>
            <a:endParaRPr lang="en-US" sz="3190" b="0" strike="noStrike" spc="-1" dirty="0">
              <a:solidFill>
                <a:srgbClr val="000000"/>
              </a:solidFill>
              <a:latin typeface="Arial"/>
            </a:endParaRPr>
          </a:p>
        </p:txBody>
      </p:sp>
      <p:sp>
        <p:nvSpPr>
          <p:cNvPr id="124" name="Textfeld 12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01 · ÜBERBLICK</a:t>
            </a:r>
            <a:endParaRPr lang="en-US" sz="1130" b="0" strike="noStrike" spc="-1" dirty="0">
              <a:solidFill>
                <a:srgbClr val="000000"/>
              </a:solidFill>
              <a:latin typeface="Arial"/>
            </a:endParaRPr>
          </a:p>
        </p:txBody>
      </p:sp>
      <p:sp>
        <p:nvSpPr>
          <p:cNvPr id="125" name="Textfeld 12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26" name="Textfeld 12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5</a:t>
            </a:r>
            <a:endParaRPr lang="en-US" sz="939" b="0" strike="noStrike" spc="-1">
              <a:solidFill>
                <a:srgbClr val="000000"/>
              </a:solidFill>
              <a:latin typeface="Arial"/>
            </a:endParaRPr>
          </a:p>
        </p:txBody>
      </p:sp>
      <p:pic>
        <p:nvPicPr>
          <p:cNvPr id="1026" name="Picture 2">
            <a:extLst>
              <a:ext uri="{FF2B5EF4-FFF2-40B4-BE49-F238E27FC236}">
                <a16:creationId xmlns:a16="http://schemas.microsoft.com/office/drawing/2014/main" id="{1B997D13-00F2-7D79-D8F7-9C93AA4D10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872318"/>
            <a:ext cx="5963910" cy="4341043"/>
          </a:xfrm>
          <a:prstGeom prst="rect">
            <a:avLst/>
          </a:prstGeom>
          <a:noFill/>
          <a:extLst>
            <a:ext uri="{909E8E84-426E-40DD-AFC4-6F175D3DCCD1}">
              <a14:hiddenFill xmlns:a14="http://schemas.microsoft.com/office/drawing/2010/main">
                <a:solidFill>
                  <a:srgbClr val="FFFFFF"/>
                </a:solidFill>
              </a14:hiddenFill>
            </a:ext>
          </a:extLst>
        </p:spPr>
      </p:pic>
      <p:sp>
        <p:nvSpPr>
          <p:cNvPr id="17" name="Textfeld 16">
            <a:extLst>
              <a:ext uri="{FF2B5EF4-FFF2-40B4-BE49-F238E27FC236}">
                <a16:creationId xmlns:a16="http://schemas.microsoft.com/office/drawing/2014/main" id="{126467D5-DB55-7F1A-B3A3-2CD9452CA401}"/>
              </a:ext>
            </a:extLst>
          </p:cNvPr>
          <p:cNvSpPr txBox="1"/>
          <p:nvPr/>
        </p:nvSpPr>
        <p:spPr>
          <a:xfrm>
            <a:off x="6004287" y="6227991"/>
            <a:ext cx="5989635" cy="461665"/>
          </a:xfrm>
          <a:prstGeom prst="rect">
            <a:avLst/>
          </a:prstGeom>
          <a:noFill/>
        </p:spPr>
        <p:txBody>
          <a:bodyPr wrap="square" rtlCol="0">
            <a:spAutoFit/>
          </a:bodyPr>
          <a:lstStyle/>
          <a:p>
            <a:r>
              <a:rPr lang="en-US" sz="800" dirty="0"/>
              <a:t>Antonello Romano (2025), “Synthetic geospatial data and fake geography: A case study on the implications of AI-derived data in a data-intensive society”,</a:t>
            </a:r>
          </a:p>
          <a:p>
            <a:r>
              <a:rPr lang="en-US" sz="800" i="1" dirty="0"/>
              <a:t>Digital Geography and Society</a:t>
            </a:r>
            <a:r>
              <a:rPr lang="en-US" sz="800" dirty="0"/>
              <a:t>, Vol 8, 100108, https://doi.org/10.1016/j.diggeo.2024.1001</a:t>
            </a:r>
            <a:endParaRPr lang="de-DE" sz="800" dirty="0"/>
          </a:p>
        </p:txBody>
      </p:sp>
      <p:sp>
        <p:nvSpPr>
          <p:cNvPr id="19" name="Textfeld 18">
            <a:extLst>
              <a:ext uri="{FF2B5EF4-FFF2-40B4-BE49-F238E27FC236}">
                <a16:creationId xmlns:a16="http://schemas.microsoft.com/office/drawing/2014/main" id="{04299558-42A7-C41E-1088-FEB6BE25A465}"/>
              </a:ext>
            </a:extLst>
          </p:cNvPr>
          <p:cNvSpPr txBox="1"/>
          <p:nvPr/>
        </p:nvSpPr>
        <p:spPr>
          <a:xfrm>
            <a:off x="539213" y="1872318"/>
            <a:ext cx="5465074" cy="2462213"/>
          </a:xfrm>
          <a:prstGeom prst="rect">
            <a:avLst/>
          </a:prstGeom>
          <a:noFill/>
        </p:spPr>
        <p:txBody>
          <a:bodyPr wrap="square" rtlCol="0">
            <a:spAutoFit/>
          </a:bodyPr>
          <a:lstStyle/>
          <a:p>
            <a:pPr algn="l"/>
            <a:r>
              <a:rPr lang="de-DE" sz="1400" b="1" i="0" dirty="0">
                <a:effectLst/>
                <a:latin typeface="Roboto Condensed" panose="02000000000000000000" pitchFamily="2" charset="0"/>
                <a:ea typeface="Roboto Condensed" panose="02000000000000000000" pitchFamily="2" charset="0"/>
                <a:cs typeface="Roboto Condensed" panose="02000000000000000000" pitchFamily="2" charset="0"/>
              </a:rPr>
              <a:t>Daten</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E </a:t>
            </a:r>
            <a:r>
              <a:rPr lang="de-DE" sz="1400" b="0" i="0" dirty="0" err="1">
                <a:effectLst/>
                <a:latin typeface="Roboto Condensed" panose="02000000000000000000" pitchFamily="2" charset="0"/>
                <a:ea typeface="Roboto Condensed" panose="02000000000000000000" pitchFamily="2" charset="0"/>
                <a:cs typeface="Roboto Condensed" panose="02000000000000000000" pitchFamily="2" charset="0"/>
              </a:rPr>
              <a:t>data</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a:t>
            </a:r>
            <a:r>
              <a:rPr lang="de-DE" sz="1400" b="0" i="0" dirty="0" err="1">
                <a:effectLst/>
                <a:latin typeface="Roboto Condensed" panose="02000000000000000000" pitchFamily="2" charset="0"/>
                <a:ea typeface="Roboto Condensed" panose="02000000000000000000" pitchFamily="2" charset="0"/>
                <a:cs typeface="Roboto Condensed" panose="02000000000000000000" pitchFamily="2" charset="0"/>
              </a:rPr>
              <a:t>singular</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Datum, durch </a:t>
            </a:r>
            <a:r>
              <a:rPr lang="de-DE" sz="1400" b="0" i="0" u="sng" dirty="0">
                <a:effectLst/>
                <a:latin typeface="Roboto Condensed" panose="02000000000000000000" pitchFamily="2" charset="0"/>
                <a:ea typeface="Roboto Condensed" panose="02000000000000000000" pitchFamily="2" charset="0"/>
                <a:cs typeface="Roboto Condensed" panose="02000000000000000000" pitchFamily="2" charset="0"/>
                <a:hlinkClick r:id="rId4">
                  <a:extLst>
                    <a:ext uri="{A12FA001-AC4F-418D-AE19-62706E023703}">
                      <ahyp:hlinkClr xmlns:ahyp="http://schemas.microsoft.com/office/drawing/2018/hyperlinkcolor" val="tx"/>
                    </a:ext>
                  </a:extLst>
                </a:hlinkClick>
              </a:rPr>
              <a:t>Zeichen</a:t>
            </a:r>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codierte Informationen, die als numerische oder alphanumerische Angaben zu Sachverhalten und Gegebenheiten gebildet werden. In Datenverarbeitungssystemen wird durch Daten all das ausgedrückt, was innerhalb des Systems codiert und somit verarbeitet werden soll. […] In Datenverarbeitungssystemen wird durch Daten all das ausgedrückt, was innerhalb des Systems codiert und somit verarbeitet werden soll. “ </a:t>
            </a:r>
          </a:p>
          <a:p>
            <a:pPr algn="l"/>
            <a:endParaRPr lang="de-DE" sz="1400" dirty="0">
              <a:latin typeface="Roboto Condensed" panose="02000000000000000000" pitchFamily="2" charset="0"/>
              <a:ea typeface="Roboto Condensed" panose="02000000000000000000" pitchFamily="2" charset="0"/>
              <a:cs typeface="Roboto Condensed" panose="02000000000000000000" pitchFamily="2" charset="0"/>
            </a:endParaRPr>
          </a:p>
          <a:p>
            <a:pPr algn="l"/>
            <a:r>
              <a:rPr lang="de-DE" sz="1400" b="0" i="0" dirty="0">
                <a:effectLst/>
                <a:latin typeface="Roboto Condensed" panose="02000000000000000000" pitchFamily="2" charset="0"/>
                <a:ea typeface="Roboto Condensed" panose="02000000000000000000" pitchFamily="2" charset="0"/>
                <a:cs typeface="Roboto Condensed" panose="02000000000000000000" pitchFamily="2" charset="0"/>
              </a:rPr>
              <a:t>– Spektrum.de, </a:t>
            </a:r>
            <a:r>
              <a:rPr lang="de-DE" sz="1400" b="0" i="0" cap="all" dirty="0">
                <a:effectLst/>
                <a:latin typeface="Roboto Condensed" panose="02000000000000000000" pitchFamily="2" charset="0"/>
                <a:ea typeface="Roboto Condensed" panose="02000000000000000000" pitchFamily="2" charset="0"/>
                <a:cs typeface="Roboto Condensed" panose="02000000000000000000" pitchFamily="2" charset="0"/>
              </a:rPr>
              <a:t>Lexikon der Kartographie und Geomatik</a:t>
            </a:r>
            <a:r>
              <a:rPr lang="de-DE" sz="1400" dirty="0">
                <a:latin typeface="Roboto Condensed" panose="02000000000000000000" pitchFamily="2" charset="0"/>
                <a:ea typeface="Roboto Condensed" panose="02000000000000000000" pitchFamily="2" charset="0"/>
                <a:cs typeface="Roboto Condensed" panose="02000000000000000000" pitchFamily="2" charset="0"/>
              </a:rPr>
              <a:t>, </a:t>
            </a:r>
            <a:r>
              <a:rPr lang="de-DE" sz="1400" dirty="0">
                <a:latin typeface="Roboto Condensed" panose="02000000000000000000" pitchFamily="2" charset="0"/>
                <a:ea typeface="Roboto Condensed" panose="02000000000000000000" pitchFamily="2" charset="0"/>
                <a:cs typeface="Roboto Condensed" panose="02000000000000000000" pitchFamily="2" charset="0"/>
                <a:hlinkClick r:id="rId5">
                  <a:extLst>
                    <a:ext uri="{A12FA001-AC4F-418D-AE19-62706E023703}">
                      <ahyp:hlinkClr xmlns:ahyp="http://schemas.microsoft.com/office/drawing/2018/hyperlinkcolor" val="tx"/>
                    </a:ext>
                  </a:extLst>
                </a:hlinkClick>
              </a:rPr>
              <a:t>https://www.spektrum.de/lexikon/kartographie-geomatik/daten/825</a:t>
            </a:r>
            <a:r>
              <a:rPr lang="de-DE" sz="1400" dirty="0">
                <a:latin typeface="Roboto Condensed" panose="02000000000000000000" pitchFamily="2" charset="0"/>
                <a:ea typeface="Roboto Condensed" panose="02000000000000000000" pitchFamily="2" charset="0"/>
                <a:cs typeface="Roboto Condensed" panose="02000000000000000000" pitchFamily="2" charset="0"/>
              </a:rPr>
              <a:t>, aufgerufen am 05.10.2026</a:t>
            </a:r>
          </a:p>
        </p:txBody>
      </p:sp>
      <p:pic>
        <p:nvPicPr>
          <p:cNvPr id="20" name="Grafik 19">
            <a:extLst>
              <a:ext uri="{FF2B5EF4-FFF2-40B4-BE49-F238E27FC236}">
                <a16:creationId xmlns:a16="http://schemas.microsoft.com/office/drawing/2014/main" id="{4053A1AF-2A2F-0634-A786-19B46E9DDDA6}"/>
              </a:ext>
            </a:extLst>
          </p:cNvPr>
          <p:cNvPicPr>
            <a:picLocks noChangeAspect="1"/>
          </p:cNvPicPr>
          <p:nvPr/>
        </p:nvPicPr>
        <p:blipFill>
          <a:blip r:embed="rId6">
            <a:alphaModFix/>
            <a:extLst>
              <a:ext uri="{28A0092B-C50C-407E-A947-70E740481C1C}">
                <a14:useLocalDpi xmlns:a14="http://schemas.microsoft.com/office/drawing/2010/main" val="0"/>
              </a:ext>
            </a:extLst>
          </a:blip>
          <a:stretch>
            <a:fillRect/>
          </a:stretch>
        </p:blipFill>
        <p:spPr>
          <a:xfrm>
            <a:off x="0" y="-59046"/>
            <a:ext cx="12192000" cy="1768665"/>
          </a:xfrm>
          <a:prstGeom prst="rect">
            <a:avLst/>
          </a:prstGeom>
        </p:spPr>
      </p:pic>
    </p:spTree>
    <p:extLst>
      <p:ext uri="{BB962C8B-B14F-4D97-AF65-F5344CB8AC3E}">
        <p14:creationId xmlns:p14="http://schemas.microsoft.com/office/powerpoint/2010/main" val="2652949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feld 12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Warum</a:t>
            </a:r>
            <a:r>
              <a:rPr lang="en-US" sz="3190" b="1" strike="noStrike" spc="-1" dirty="0">
                <a:solidFill>
                  <a:srgbClr val="000000"/>
                </a:solidFill>
                <a:latin typeface="Noto Sans"/>
              </a:rPr>
              <a:t> </a:t>
            </a:r>
            <a:r>
              <a:rPr lang="en-US" sz="3190" b="1" strike="noStrike" spc="-1" dirty="0" err="1">
                <a:solidFill>
                  <a:srgbClr val="000000"/>
                </a:solidFill>
                <a:latin typeface="Noto Sans"/>
              </a:rPr>
              <a:t>Geodaten</a:t>
            </a:r>
            <a:r>
              <a:rPr lang="en-US" sz="3190" b="1" strike="noStrike" spc="-1" dirty="0">
                <a:solidFill>
                  <a:srgbClr val="000000"/>
                </a:solidFill>
                <a:latin typeface="Noto Sans"/>
              </a:rPr>
              <a:t>?</a:t>
            </a:r>
            <a:endParaRPr lang="en-US" sz="3190" b="0" strike="noStrike" spc="-1" dirty="0">
              <a:solidFill>
                <a:srgbClr val="000000"/>
              </a:solidFill>
              <a:latin typeface="Arial"/>
            </a:endParaRPr>
          </a:p>
        </p:txBody>
      </p:sp>
      <p:sp>
        <p:nvSpPr>
          <p:cNvPr id="124" name="Textfeld 12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01 · ÜBERBLICK</a:t>
            </a:r>
            <a:endParaRPr lang="en-US" sz="1130" b="0" strike="noStrike" spc="-1" dirty="0">
              <a:solidFill>
                <a:srgbClr val="000000"/>
              </a:solidFill>
              <a:latin typeface="Arial"/>
            </a:endParaRPr>
          </a:p>
        </p:txBody>
      </p:sp>
      <p:sp>
        <p:nvSpPr>
          <p:cNvPr id="125" name="Textfeld 12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26" name="Textfeld 12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5</a:t>
            </a:r>
            <a:endParaRPr lang="en-US" sz="939" b="0" strike="noStrike" spc="-1">
              <a:solidFill>
                <a:srgbClr val="000000"/>
              </a:solidFill>
              <a:latin typeface="Arial"/>
            </a:endParaRPr>
          </a:p>
        </p:txBody>
      </p:sp>
      <p:sp>
        <p:nvSpPr>
          <p:cNvPr id="128" name="Rechteck 127"/>
          <p:cNvSpPr/>
          <p:nvPr/>
        </p:nvSpPr>
        <p:spPr>
          <a:xfrm>
            <a:off x="624600" y="1546920"/>
            <a:ext cx="10896840" cy="4136775"/>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9" name="Textfeld 128"/>
          <p:cNvSpPr txBox="1"/>
          <p:nvPr/>
        </p:nvSpPr>
        <p:spPr>
          <a:xfrm>
            <a:off x="838200" y="1722591"/>
            <a:ext cx="10515600" cy="3961103"/>
          </a:xfrm>
          <a:prstGeom prst="rect">
            <a:avLst/>
          </a:prstGeom>
          <a:noFill/>
          <a:ln w="0">
            <a:noFill/>
          </a:ln>
        </p:spPr>
        <p:txBody>
          <a:bodyPr lIns="0" tIns="0" rIns="0" bIns="0" anchor="t">
            <a:noAutofit/>
          </a:bodyPr>
          <a:lstStyle/>
          <a:p>
            <a:pPr marL="342900" indent="-342900">
              <a:buFont typeface="Arial" panose="020B0604020202020204" pitchFamily="34" charset="0"/>
              <a:buChar char="•"/>
            </a:pPr>
            <a:r>
              <a:rPr lang="de-DE" sz="2350" b="1" strike="noStrike" spc="-1" dirty="0">
                <a:solidFill>
                  <a:srgbClr val="004899"/>
                </a:solidFill>
                <a:latin typeface="Noto Sans"/>
              </a:rPr>
              <a:t>grundlegende Kenntnisse im Umgang mit digitalen, raumbezogenen Daten (Geodaten).</a:t>
            </a:r>
          </a:p>
          <a:p>
            <a:r>
              <a:rPr lang="de-DE" sz="2350" b="1" strike="noStrike" spc="-1" dirty="0">
                <a:solidFill>
                  <a:srgbClr val="004899"/>
                </a:solidFill>
                <a:latin typeface="Noto Sans"/>
              </a:rPr>
              <a:t> </a:t>
            </a:r>
          </a:p>
          <a:p>
            <a:pPr marL="342900" indent="-342900">
              <a:buFont typeface="Arial" panose="020B0604020202020204" pitchFamily="34" charset="0"/>
              <a:buChar char="•"/>
            </a:pPr>
            <a:r>
              <a:rPr lang="de-DE" sz="2350" b="1" strike="noStrike" spc="-1" dirty="0">
                <a:solidFill>
                  <a:srgbClr val="004899"/>
                </a:solidFill>
                <a:latin typeface="Noto Sans"/>
              </a:rPr>
              <a:t>Sie sind in der Lage, Geodaten aus unterschiedlichen Quellen zu recherchieren, deren Qualität und Eignung kritisch zu bewerten, Geodaten zu pflegen und diese für die visuelle Darstellung und Analyse aufzubereiten.</a:t>
            </a:r>
          </a:p>
          <a:p>
            <a:r>
              <a:rPr lang="de-DE" sz="2350" b="1" strike="noStrike" spc="-1" dirty="0">
                <a:solidFill>
                  <a:srgbClr val="004899"/>
                </a:solidFill>
                <a:latin typeface="Noto Sans"/>
              </a:rPr>
              <a:t> </a:t>
            </a:r>
          </a:p>
          <a:p>
            <a:pPr marL="342900" indent="-342900">
              <a:buFont typeface="Arial" panose="020B0604020202020204" pitchFamily="34" charset="0"/>
              <a:buChar char="•"/>
            </a:pPr>
            <a:r>
              <a:rPr lang="de-DE" sz="2350" b="1" strike="noStrike" spc="-1" dirty="0">
                <a:solidFill>
                  <a:srgbClr val="004899"/>
                </a:solidFill>
                <a:latin typeface="Noto Sans"/>
              </a:rPr>
              <a:t>Kenntnis grundlegender Methoden der Analyse und Visualisierung.</a:t>
            </a:r>
            <a:endParaRPr lang="en-US" sz="2350" b="0" strike="noStrike" spc="-1" dirty="0">
              <a:solidFill>
                <a:srgbClr val="000000"/>
              </a:solidFill>
              <a:latin typeface="Arial"/>
            </a:endParaRPr>
          </a:p>
        </p:txBody>
      </p:sp>
    </p:spTree>
    <p:extLst>
      <p:ext uri="{BB962C8B-B14F-4D97-AF65-F5344CB8AC3E}">
        <p14:creationId xmlns:p14="http://schemas.microsoft.com/office/powerpoint/2010/main" val="1305378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LiveVoting</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 &amp; Software</a:t>
            </a:r>
            <a:endParaRPr lang="en-US" sz="113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09</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sp>
        <p:nvSpPr>
          <p:cNvPr id="2" name="Rechteck 1">
            <a:extLst>
              <a:ext uri="{FF2B5EF4-FFF2-40B4-BE49-F238E27FC236}">
                <a16:creationId xmlns:a16="http://schemas.microsoft.com/office/drawing/2014/main" id="{BEA35536-C971-5D3D-C9CE-AF04F76215C6}"/>
              </a:ext>
            </a:extLst>
          </p:cNvPr>
          <p:cNvSpPr/>
          <p:nvPr/>
        </p:nvSpPr>
        <p:spPr>
          <a:xfrm>
            <a:off x="3789405" y="1647568"/>
            <a:ext cx="4143633" cy="40694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QR EINFÜGEN!!!!</a:t>
            </a:r>
          </a:p>
        </p:txBody>
      </p:sp>
    </p:spTree>
    <p:extLst>
      <p:ext uri="{BB962C8B-B14F-4D97-AF65-F5344CB8AC3E}">
        <p14:creationId xmlns:p14="http://schemas.microsoft.com/office/powerpoint/2010/main" val="908264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Codierung</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01- Hardware &amp; Software</a:t>
            </a:r>
            <a:endParaRPr lang="en-US" sz="113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09</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pic>
        <p:nvPicPr>
          <p:cNvPr id="4" name="soundreality-sos-signal-137144">
            <a:hlinkClick r:id="" action="ppaction://media"/>
            <a:extLst>
              <a:ext uri="{FF2B5EF4-FFF2-40B4-BE49-F238E27FC236}">
                <a16:creationId xmlns:a16="http://schemas.microsoft.com/office/drawing/2014/main" id="{A969591C-38A1-232A-2696-6BE0C078E75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484436" y="2784462"/>
            <a:ext cx="1845276" cy="1845276"/>
          </a:xfrm>
          <a:prstGeom prst="rect">
            <a:avLst/>
          </a:prstGeom>
        </p:spPr>
      </p:pic>
      <p:pic>
        <p:nvPicPr>
          <p:cNvPr id="6" name="Grafik 5">
            <a:extLst>
              <a:ext uri="{FF2B5EF4-FFF2-40B4-BE49-F238E27FC236}">
                <a16:creationId xmlns:a16="http://schemas.microsoft.com/office/drawing/2014/main" id="{6AAEA0D1-96A1-CA0F-BA28-F8FC1888FAE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0589" y="1884672"/>
            <a:ext cx="4356484" cy="4118361"/>
          </a:xfrm>
          <a:prstGeom prst="rect">
            <a:avLst/>
          </a:prstGeom>
        </p:spPr>
      </p:pic>
      <p:sp>
        <p:nvSpPr>
          <p:cNvPr id="7" name="Textfeld 6">
            <a:extLst>
              <a:ext uri="{FF2B5EF4-FFF2-40B4-BE49-F238E27FC236}">
                <a16:creationId xmlns:a16="http://schemas.microsoft.com/office/drawing/2014/main" id="{36283604-B40C-FC90-2B79-8C8728F250FA}"/>
              </a:ext>
            </a:extLst>
          </p:cNvPr>
          <p:cNvSpPr txBox="1"/>
          <p:nvPr/>
        </p:nvSpPr>
        <p:spPr>
          <a:xfrm>
            <a:off x="1181378" y="5937404"/>
            <a:ext cx="3185552" cy="369332"/>
          </a:xfrm>
          <a:prstGeom prst="rect">
            <a:avLst/>
          </a:prstGeom>
          <a:noFill/>
        </p:spPr>
        <p:txBody>
          <a:bodyPr wrap="none" rtlCol="0">
            <a:spAutoFit/>
          </a:bodyPr>
          <a:lstStyle/>
          <a:p>
            <a:pPr algn="l"/>
            <a:r>
              <a:rPr lang="de-DE" b="0" i="0" dirty="0">
                <a:solidFill>
                  <a:srgbClr val="202122"/>
                </a:solidFill>
                <a:effectLst/>
                <a:latin typeface="Arial" panose="020B0604020202020204" pitchFamily="34" charset="0"/>
              </a:rPr>
              <a:t>Morses erster Apparat (1837)</a:t>
            </a:r>
          </a:p>
        </p:txBody>
      </p:sp>
      <p:sp>
        <p:nvSpPr>
          <p:cNvPr id="2" name="Rechteck 1">
            <a:extLst>
              <a:ext uri="{FF2B5EF4-FFF2-40B4-BE49-F238E27FC236}">
                <a16:creationId xmlns:a16="http://schemas.microsoft.com/office/drawing/2014/main" id="{7F020FDA-C6E8-3C1F-518D-625A5FF99FD3}"/>
              </a:ext>
            </a:extLst>
          </p:cNvPr>
          <p:cNvSpPr/>
          <p:nvPr/>
        </p:nvSpPr>
        <p:spPr>
          <a:xfrm>
            <a:off x="3881292" y="182176"/>
            <a:ext cx="8118450" cy="67279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3" name="Textfeld 2">
            <a:extLst>
              <a:ext uri="{FF2B5EF4-FFF2-40B4-BE49-F238E27FC236}">
                <a16:creationId xmlns:a16="http://schemas.microsoft.com/office/drawing/2014/main" id="{B65B44AD-090E-9CA0-F7FB-357D7CB172A8}"/>
              </a:ext>
            </a:extLst>
          </p:cNvPr>
          <p:cNvSpPr txBox="1"/>
          <p:nvPr/>
        </p:nvSpPr>
        <p:spPr>
          <a:xfrm>
            <a:off x="4071732" y="288737"/>
            <a:ext cx="7928010" cy="442080"/>
          </a:xfrm>
          <a:prstGeom prst="rect">
            <a:avLst/>
          </a:prstGeom>
          <a:noFill/>
          <a:ln w="0">
            <a:noFill/>
          </a:ln>
        </p:spPr>
        <p:txBody>
          <a:bodyPr lIns="0" tIns="0" rIns="0" bIns="0" anchor="t">
            <a:noAutofit/>
          </a:bodyPr>
          <a:lstStyle/>
          <a:p>
            <a:r>
              <a:rPr lang="en-US" sz="2350" b="1" strike="noStrike" spc="-1" dirty="0">
                <a:solidFill>
                  <a:srgbClr val="004899"/>
                </a:solidFill>
                <a:latin typeface="Noto Sans"/>
              </a:rPr>
              <a:t>Wie </a:t>
            </a:r>
            <a:r>
              <a:rPr lang="en-US" sz="2350" b="1" strike="noStrike" spc="-1" dirty="0" err="1">
                <a:solidFill>
                  <a:srgbClr val="004899"/>
                </a:solidFill>
                <a:latin typeface="Noto Sans"/>
              </a:rPr>
              <a:t>werden</a:t>
            </a:r>
            <a:r>
              <a:rPr lang="en-US" sz="2350" b="1" strike="noStrike" spc="-1" dirty="0">
                <a:solidFill>
                  <a:srgbClr val="004899"/>
                </a:solidFill>
                <a:latin typeface="Noto Sans"/>
              </a:rPr>
              <a:t> </a:t>
            </a:r>
            <a:r>
              <a:rPr lang="en-US" sz="2350" b="1" strike="noStrike" spc="-1" dirty="0" err="1">
                <a:solidFill>
                  <a:srgbClr val="004899"/>
                </a:solidFill>
                <a:latin typeface="Noto Sans"/>
              </a:rPr>
              <a:t>Daten</a:t>
            </a:r>
            <a:r>
              <a:rPr lang="en-US" sz="2350" b="1" strike="noStrike" spc="-1" dirty="0">
                <a:solidFill>
                  <a:srgbClr val="004899"/>
                </a:solidFill>
                <a:latin typeface="Noto Sans"/>
              </a:rPr>
              <a:t> </a:t>
            </a:r>
            <a:r>
              <a:rPr lang="en-US" sz="2350" b="1" strike="noStrike" spc="-1" dirty="0" err="1">
                <a:solidFill>
                  <a:srgbClr val="004899"/>
                </a:solidFill>
                <a:latin typeface="Noto Sans"/>
              </a:rPr>
              <a:t>übertragen</a:t>
            </a:r>
            <a:r>
              <a:rPr lang="en-US" sz="2350" b="1" spc="-1" dirty="0">
                <a:solidFill>
                  <a:srgbClr val="004899"/>
                </a:solidFill>
                <a:latin typeface="Noto Sans"/>
              </a:rPr>
              <a:t> und </a:t>
            </a:r>
            <a:r>
              <a:rPr lang="en-US" sz="2350" b="1" spc="-1" dirty="0" err="1">
                <a:solidFill>
                  <a:srgbClr val="004899"/>
                </a:solidFill>
                <a:latin typeface="Noto Sans"/>
              </a:rPr>
              <a:t>prozessiert</a:t>
            </a:r>
            <a:r>
              <a:rPr lang="en-US" sz="2350" b="1" spc="-1" dirty="0">
                <a:solidFill>
                  <a:srgbClr val="004899"/>
                </a:solidFill>
                <a:latin typeface="Noto Sans"/>
              </a:rPr>
              <a:t>?</a:t>
            </a:r>
            <a:endParaRPr lang="en-US" sz="2350" b="0" strike="noStrike" spc="-1" dirty="0">
              <a:solidFill>
                <a:srgbClr val="000000"/>
              </a:solidFill>
              <a:latin typeface="Arial"/>
            </a:endParaRPr>
          </a:p>
        </p:txBody>
      </p:sp>
    </p:spTree>
    <p:extLst>
      <p:ext uri="{BB962C8B-B14F-4D97-AF65-F5344CB8AC3E}">
        <p14:creationId xmlns:p14="http://schemas.microsoft.com/office/powerpoint/2010/main" val="74053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032"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4"/>
                </p:tgtEl>
              </p:cMediaNode>
            </p:audio>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Codierung</a:t>
            </a:r>
            <a:endParaRPr lang="en-US" sz="3190" b="0" strike="noStrike" spc="-1" dirty="0">
              <a:solidFill>
                <a:srgbClr val="000000"/>
              </a:solidFill>
              <a:latin typeface="Arial"/>
            </a:endParaRPr>
          </a:p>
        </p:txBody>
      </p:sp>
      <p:sp>
        <p:nvSpPr>
          <p:cNvPr id="116" name="Textfeld 115"/>
          <p:cNvSpPr txBox="1"/>
          <p:nvPr/>
        </p:nvSpPr>
        <p:spPr>
          <a:xfrm>
            <a:off x="761880" y="1314464"/>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 &amp; Software</a:t>
            </a:r>
            <a:endParaRPr lang="en-US" sz="113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09</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pic>
        <p:nvPicPr>
          <p:cNvPr id="3" name="Grafik 2">
            <a:extLst>
              <a:ext uri="{FF2B5EF4-FFF2-40B4-BE49-F238E27FC236}">
                <a16:creationId xmlns:a16="http://schemas.microsoft.com/office/drawing/2014/main" id="{6D95925F-788A-ED8E-0E91-03122DFF7D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072" y="1753333"/>
            <a:ext cx="3764281" cy="4819007"/>
          </a:xfrm>
          <a:prstGeom prst="rect">
            <a:avLst/>
          </a:prstGeom>
        </p:spPr>
      </p:pic>
      <p:sp>
        <p:nvSpPr>
          <p:cNvPr id="12" name="Rechteck 11">
            <a:extLst>
              <a:ext uri="{FF2B5EF4-FFF2-40B4-BE49-F238E27FC236}">
                <a16:creationId xmlns:a16="http://schemas.microsoft.com/office/drawing/2014/main" id="{4F3E7E70-8E59-9B9A-C805-F80FB603DAB5}"/>
              </a:ext>
            </a:extLst>
          </p:cNvPr>
          <p:cNvSpPr/>
          <p:nvPr/>
        </p:nvSpPr>
        <p:spPr>
          <a:xfrm>
            <a:off x="5053687" y="1623088"/>
            <a:ext cx="6492520" cy="594360"/>
          </a:xfrm>
          <a:prstGeom prst="rect">
            <a:avLst/>
          </a:prstGeom>
          <a:solidFill>
            <a:srgbClr val="EAF5F7"/>
          </a:solidFill>
          <a:ln w="0">
            <a:noFill/>
          </a:ln>
        </p:spPr>
        <p:txBody>
          <a:bodyPr lIns="90000" tIns="45000" rIns="90000" bIns="45000" anchor="ctr" anchorCtr="1">
            <a:noAutofit/>
          </a:bodyPr>
          <a:lstStyle/>
          <a:p>
            <a:r>
              <a:rPr lang="en-US" sz="1800" b="0" strike="noStrike" spc="-1" dirty="0">
                <a:solidFill>
                  <a:srgbClr val="000000"/>
                </a:solidFill>
                <a:latin typeface="Arial"/>
              </a:rPr>
              <a:t>2 </a:t>
            </a:r>
            <a:r>
              <a:rPr lang="en-US" sz="1800" b="0" strike="noStrike" spc="-1" dirty="0" err="1">
                <a:solidFill>
                  <a:srgbClr val="000000"/>
                </a:solidFill>
                <a:latin typeface="Arial"/>
              </a:rPr>
              <a:t>Zustände</a:t>
            </a:r>
            <a:r>
              <a:rPr lang="en-US" sz="1800" b="0" strike="noStrike" spc="-1" dirty="0">
                <a:solidFill>
                  <a:srgbClr val="000000"/>
                </a:solidFill>
                <a:latin typeface="Arial"/>
              </a:rPr>
              <a:t> + </a:t>
            </a:r>
            <a:r>
              <a:rPr lang="en-US" sz="1800" b="0" strike="noStrike" spc="-1" dirty="0" err="1">
                <a:solidFill>
                  <a:srgbClr val="000000"/>
                </a:solidFill>
                <a:latin typeface="Arial"/>
              </a:rPr>
              <a:t>vereinbarte</a:t>
            </a:r>
            <a:r>
              <a:rPr lang="en-US" sz="1800" b="0" strike="noStrike" spc="-1" dirty="0">
                <a:solidFill>
                  <a:srgbClr val="000000"/>
                </a:solidFill>
                <a:latin typeface="Arial"/>
              </a:rPr>
              <a:t> </a:t>
            </a:r>
            <a:r>
              <a:rPr lang="en-US" sz="1800" b="0" strike="noStrike" spc="-1" dirty="0" err="1">
                <a:solidFill>
                  <a:srgbClr val="000000"/>
                </a:solidFill>
                <a:latin typeface="Arial"/>
              </a:rPr>
              <a:t>Zuordnung</a:t>
            </a:r>
            <a:r>
              <a:rPr lang="en-US" sz="1800" b="0" strike="noStrike" spc="-1" dirty="0">
                <a:solidFill>
                  <a:srgbClr val="000000"/>
                </a:solidFill>
                <a:latin typeface="Arial"/>
              </a:rPr>
              <a:t> = Information</a:t>
            </a:r>
          </a:p>
        </p:txBody>
      </p:sp>
      <p:sp>
        <p:nvSpPr>
          <p:cNvPr id="13" name="Rechteck 12">
            <a:extLst>
              <a:ext uri="{FF2B5EF4-FFF2-40B4-BE49-F238E27FC236}">
                <a16:creationId xmlns:a16="http://schemas.microsoft.com/office/drawing/2014/main" id="{8FD31BF6-C97C-6336-4364-B546DB0F9798}"/>
              </a:ext>
            </a:extLst>
          </p:cNvPr>
          <p:cNvSpPr/>
          <p:nvPr/>
        </p:nvSpPr>
        <p:spPr>
          <a:xfrm>
            <a:off x="645793" y="1623088"/>
            <a:ext cx="3959763" cy="481900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FE6A651C-8556-5A7F-9E2A-CAE0888D446F}"/>
              </a:ext>
            </a:extLst>
          </p:cNvPr>
          <p:cNvSpPr txBox="1"/>
          <p:nvPr/>
        </p:nvSpPr>
        <p:spPr>
          <a:xfrm>
            <a:off x="5726673" y="4190410"/>
            <a:ext cx="2031325" cy="523220"/>
          </a:xfrm>
          <a:prstGeom prst="rect">
            <a:avLst/>
          </a:prstGeom>
          <a:noFill/>
        </p:spPr>
        <p:txBody>
          <a:bodyPr wrap="none" rtlCol="0">
            <a:spAutoFit/>
          </a:bodyPr>
          <a:lstStyle/>
          <a:p>
            <a:r>
              <a:rPr lang="de-DE" sz="2800" b="1" dirty="0">
                <a:solidFill>
                  <a:schemeClr val="accent2">
                    <a:lumMod val="50000"/>
                  </a:schemeClr>
                </a:solidFill>
              </a:rPr>
              <a:t>ASCII = A	</a:t>
            </a:r>
          </a:p>
        </p:txBody>
      </p:sp>
      <p:cxnSp>
        <p:nvCxnSpPr>
          <p:cNvPr id="18" name="Gerade Verbindung mit Pfeil 17">
            <a:extLst>
              <a:ext uri="{FF2B5EF4-FFF2-40B4-BE49-F238E27FC236}">
                <a16:creationId xmlns:a16="http://schemas.microsoft.com/office/drawing/2014/main" id="{3B9F582F-28A1-5E71-9E62-2C2BE1A38B44}"/>
              </a:ext>
            </a:extLst>
          </p:cNvPr>
          <p:cNvCxnSpPr>
            <a:cxnSpLocks/>
            <a:stCxn id="26" idx="0"/>
          </p:cNvCxnSpPr>
          <p:nvPr/>
        </p:nvCxnSpPr>
        <p:spPr>
          <a:xfrm flipH="1" flipV="1">
            <a:off x="5918701" y="2795532"/>
            <a:ext cx="4732" cy="9512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Geschweifte Klammer rechts 21">
            <a:extLst>
              <a:ext uri="{FF2B5EF4-FFF2-40B4-BE49-F238E27FC236}">
                <a16:creationId xmlns:a16="http://schemas.microsoft.com/office/drawing/2014/main" id="{278D5AB5-DD74-A459-709F-DD7FD8335E8B}"/>
              </a:ext>
            </a:extLst>
          </p:cNvPr>
          <p:cNvSpPr/>
          <p:nvPr/>
        </p:nvSpPr>
        <p:spPr>
          <a:xfrm rot="5400000">
            <a:off x="6972777" y="2226090"/>
            <a:ext cx="207711" cy="2635914"/>
          </a:xfrm>
          <a:prstGeom prst="rightBrace">
            <a:avLst>
              <a:gd name="adj1" fmla="val 7240"/>
              <a:gd name="adj2" fmla="val 49404"/>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3" name="Textfeld 22">
            <a:extLst>
              <a:ext uri="{FF2B5EF4-FFF2-40B4-BE49-F238E27FC236}">
                <a16:creationId xmlns:a16="http://schemas.microsoft.com/office/drawing/2014/main" id="{84005CCB-9381-D0CB-1B20-52330BC4782D}"/>
              </a:ext>
            </a:extLst>
          </p:cNvPr>
          <p:cNvSpPr txBox="1"/>
          <p:nvPr/>
        </p:nvSpPr>
        <p:spPr>
          <a:xfrm>
            <a:off x="6833291" y="3716497"/>
            <a:ext cx="665567" cy="646331"/>
          </a:xfrm>
          <a:prstGeom prst="rect">
            <a:avLst/>
          </a:prstGeom>
          <a:noFill/>
        </p:spPr>
        <p:txBody>
          <a:bodyPr wrap="none" rtlCol="0">
            <a:spAutoFit/>
          </a:bodyPr>
          <a:lstStyle/>
          <a:p>
            <a:r>
              <a:rPr lang="de-DE" dirty="0"/>
              <a:t>Byte</a:t>
            </a:r>
          </a:p>
          <a:p>
            <a:endParaRPr lang="de-DE" dirty="0"/>
          </a:p>
        </p:txBody>
      </p:sp>
      <p:sp>
        <p:nvSpPr>
          <p:cNvPr id="24" name="Textfeld 23">
            <a:extLst>
              <a:ext uri="{FF2B5EF4-FFF2-40B4-BE49-F238E27FC236}">
                <a16:creationId xmlns:a16="http://schemas.microsoft.com/office/drawing/2014/main" id="{0C7A75A0-6C71-3291-1C43-660448A9705C}"/>
              </a:ext>
            </a:extLst>
          </p:cNvPr>
          <p:cNvSpPr txBox="1"/>
          <p:nvPr/>
        </p:nvSpPr>
        <p:spPr>
          <a:xfrm>
            <a:off x="5679693" y="2527656"/>
            <a:ext cx="478016" cy="646331"/>
          </a:xfrm>
          <a:prstGeom prst="rect">
            <a:avLst/>
          </a:prstGeom>
          <a:noFill/>
        </p:spPr>
        <p:txBody>
          <a:bodyPr wrap="none" rtlCol="0">
            <a:spAutoFit/>
          </a:bodyPr>
          <a:lstStyle/>
          <a:p>
            <a:r>
              <a:rPr lang="de-DE" dirty="0"/>
              <a:t>Bit</a:t>
            </a:r>
          </a:p>
          <a:p>
            <a:endParaRPr lang="de-DE" dirty="0"/>
          </a:p>
        </p:txBody>
      </p:sp>
      <p:grpSp>
        <p:nvGrpSpPr>
          <p:cNvPr id="34" name="Gruppieren 33">
            <a:extLst>
              <a:ext uri="{FF2B5EF4-FFF2-40B4-BE49-F238E27FC236}">
                <a16:creationId xmlns:a16="http://schemas.microsoft.com/office/drawing/2014/main" id="{D29D11F2-29D6-9B93-8DCF-D459DC2BFA23}"/>
              </a:ext>
            </a:extLst>
          </p:cNvPr>
          <p:cNvGrpSpPr/>
          <p:nvPr/>
        </p:nvGrpSpPr>
        <p:grpSpPr>
          <a:xfrm>
            <a:off x="5758676" y="2890652"/>
            <a:ext cx="2635914" cy="501380"/>
            <a:chOff x="5083174" y="2997746"/>
            <a:chExt cx="2635914" cy="501380"/>
          </a:xfrm>
        </p:grpSpPr>
        <p:sp>
          <p:nvSpPr>
            <p:cNvPr id="26" name="Rechteck: abgerundete Ecken 25">
              <a:extLst>
                <a:ext uri="{FF2B5EF4-FFF2-40B4-BE49-F238E27FC236}">
                  <a16:creationId xmlns:a16="http://schemas.microsoft.com/office/drawing/2014/main" id="{1AB63F64-7970-D62E-3B5B-97711B9B9570}"/>
                </a:ext>
              </a:extLst>
            </p:cNvPr>
            <p:cNvSpPr/>
            <p:nvPr/>
          </p:nvSpPr>
          <p:spPr>
            <a:xfrm>
              <a:off x="508317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27" name="Rechteck: abgerundete Ecken 26">
              <a:extLst>
                <a:ext uri="{FF2B5EF4-FFF2-40B4-BE49-F238E27FC236}">
                  <a16:creationId xmlns:a16="http://schemas.microsoft.com/office/drawing/2014/main" id="{45D76BB4-4A27-8653-5D8E-A5E5DED8336B}"/>
                </a:ext>
              </a:extLst>
            </p:cNvPr>
            <p:cNvSpPr/>
            <p:nvPr/>
          </p:nvSpPr>
          <p:spPr>
            <a:xfrm>
              <a:off x="5413837"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1</a:t>
              </a:r>
            </a:p>
          </p:txBody>
        </p:sp>
        <p:sp>
          <p:nvSpPr>
            <p:cNvPr id="28" name="Rechteck: abgerundete Ecken 27">
              <a:extLst>
                <a:ext uri="{FF2B5EF4-FFF2-40B4-BE49-F238E27FC236}">
                  <a16:creationId xmlns:a16="http://schemas.microsoft.com/office/drawing/2014/main" id="{D4B9D43B-9233-F152-CE9A-939E486ACC9B}"/>
                </a:ext>
              </a:extLst>
            </p:cNvPr>
            <p:cNvSpPr/>
            <p:nvPr/>
          </p:nvSpPr>
          <p:spPr>
            <a:xfrm>
              <a:off x="5744500"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29" name="Rechteck: abgerundete Ecken 28">
              <a:extLst>
                <a:ext uri="{FF2B5EF4-FFF2-40B4-BE49-F238E27FC236}">
                  <a16:creationId xmlns:a16="http://schemas.microsoft.com/office/drawing/2014/main" id="{6D9DE148-F58D-A181-1299-57A9F6A89B1A}"/>
                </a:ext>
              </a:extLst>
            </p:cNvPr>
            <p:cNvSpPr/>
            <p:nvPr/>
          </p:nvSpPr>
          <p:spPr>
            <a:xfrm>
              <a:off x="6075163"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0" name="Rechteck: abgerundete Ecken 29">
              <a:extLst>
                <a:ext uri="{FF2B5EF4-FFF2-40B4-BE49-F238E27FC236}">
                  <a16:creationId xmlns:a16="http://schemas.microsoft.com/office/drawing/2014/main" id="{226A015D-AE91-7A0D-F6F5-0A1496F1D107}"/>
                </a:ext>
              </a:extLst>
            </p:cNvPr>
            <p:cNvSpPr/>
            <p:nvPr/>
          </p:nvSpPr>
          <p:spPr>
            <a:xfrm>
              <a:off x="6397588"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1" name="Rechteck: abgerundete Ecken 30">
              <a:extLst>
                <a:ext uri="{FF2B5EF4-FFF2-40B4-BE49-F238E27FC236}">
                  <a16:creationId xmlns:a16="http://schemas.microsoft.com/office/drawing/2014/main" id="{21448FDF-62B4-7828-09C4-E8B3B92C285B}"/>
                </a:ext>
              </a:extLst>
            </p:cNvPr>
            <p:cNvSpPr/>
            <p:nvPr/>
          </p:nvSpPr>
          <p:spPr>
            <a:xfrm>
              <a:off x="6728251"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2" name="Rechteck: abgerundete Ecken 31">
              <a:extLst>
                <a:ext uri="{FF2B5EF4-FFF2-40B4-BE49-F238E27FC236}">
                  <a16:creationId xmlns:a16="http://schemas.microsoft.com/office/drawing/2014/main" id="{D9E78036-1499-3501-0305-DD6DCF3D64BD}"/>
                </a:ext>
              </a:extLst>
            </p:cNvPr>
            <p:cNvSpPr/>
            <p:nvPr/>
          </p:nvSpPr>
          <p:spPr>
            <a:xfrm>
              <a:off x="705891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3" name="Rechteck: abgerundete Ecken 32">
              <a:extLst>
                <a:ext uri="{FF2B5EF4-FFF2-40B4-BE49-F238E27FC236}">
                  <a16:creationId xmlns:a16="http://schemas.microsoft.com/office/drawing/2014/main" id="{28314A63-9CB1-9613-9C0B-334519F52DC4}"/>
                </a:ext>
              </a:extLst>
            </p:cNvPr>
            <p:cNvSpPr/>
            <p:nvPr/>
          </p:nvSpPr>
          <p:spPr>
            <a:xfrm>
              <a:off x="7389575"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1</a:t>
              </a:r>
            </a:p>
          </p:txBody>
        </p:sp>
      </p:grpSp>
      <p:grpSp>
        <p:nvGrpSpPr>
          <p:cNvPr id="35" name="Gruppieren 34">
            <a:extLst>
              <a:ext uri="{FF2B5EF4-FFF2-40B4-BE49-F238E27FC236}">
                <a16:creationId xmlns:a16="http://schemas.microsoft.com/office/drawing/2014/main" id="{E46833B0-4325-ECA3-CA38-BED1DC020CD3}"/>
              </a:ext>
            </a:extLst>
          </p:cNvPr>
          <p:cNvGrpSpPr/>
          <p:nvPr/>
        </p:nvGrpSpPr>
        <p:grpSpPr>
          <a:xfrm>
            <a:off x="8423840" y="2891964"/>
            <a:ext cx="2635914" cy="501380"/>
            <a:chOff x="5083174" y="2997746"/>
            <a:chExt cx="2635914" cy="501380"/>
          </a:xfrm>
        </p:grpSpPr>
        <p:sp>
          <p:nvSpPr>
            <p:cNvPr id="36" name="Rechteck: abgerundete Ecken 35">
              <a:extLst>
                <a:ext uri="{FF2B5EF4-FFF2-40B4-BE49-F238E27FC236}">
                  <a16:creationId xmlns:a16="http://schemas.microsoft.com/office/drawing/2014/main" id="{DBF55B8D-C1CE-2457-58B5-FF18E50EBD6A}"/>
                </a:ext>
              </a:extLst>
            </p:cNvPr>
            <p:cNvSpPr/>
            <p:nvPr/>
          </p:nvSpPr>
          <p:spPr>
            <a:xfrm>
              <a:off x="508317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37" name="Rechteck: abgerundete Ecken 36">
              <a:extLst>
                <a:ext uri="{FF2B5EF4-FFF2-40B4-BE49-F238E27FC236}">
                  <a16:creationId xmlns:a16="http://schemas.microsoft.com/office/drawing/2014/main" id="{525987C5-CAFC-BB90-47F6-7F94189534F0}"/>
                </a:ext>
              </a:extLst>
            </p:cNvPr>
            <p:cNvSpPr/>
            <p:nvPr/>
          </p:nvSpPr>
          <p:spPr>
            <a:xfrm>
              <a:off x="5413837"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38" name="Rechteck: abgerundete Ecken 37">
              <a:extLst>
                <a:ext uri="{FF2B5EF4-FFF2-40B4-BE49-F238E27FC236}">
                  <a16:creationId xmlns:a16="http://schemas.microsoft.com/office/drawing/2014/main" id="{1D72241A-9107-A558-3DA3-BC25E57D7DC3}"/>
                </a:ext>
              </a:extLst>
            </p:cNvPr>
            <p:cNvSpPr/>
            <p:nvPr/>
          </p:nvSpPr>
          <p:spPr>
            <a:xfrm>
              <a:off x="5744500"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39" name="Rechteck: abgerundete Ecken 38">
              <a:extLst>
                <a:ext uri="{FF2B5EF4-FFF2-40B4-BE49-F238E27FC236}">
                  <a16:creationId xmlns:a16="http://schemas.microsoft.com/office/drawing/2014/main" id="{555267F1-C912-A1DD-5C19-ABEAA1A082A9}"/>
                </a:ext>
              </a:extLst>
            </p:cNvPr>
            <p:cNvSpPr/>
            <p:nvPr/>
          </p:nvSpPr>
          <p:spPr>
            <a:xfrm>
              <a:off x="6075163"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0" name="Rechteck: abgerundete Ecken 39">
              <a:extLst>
                <a:ext uri="{FF2B5EF4-FFF2-40B4-BE49-F238E27FC236}">
                  <a16:creationId xmlns:a16="http://schemas.microsoft.com/office/drawing/2014/main" id="{C003DCBD-C0AA-382E-E34D-0118D4EE0600}"/>
                </a:ext>
              </a:extLst>
            </p:cNvPr>
            <p:cNvSpPr/>
            <p:nvPr/>
          </p:nvSpPr>
          <p:spPr>
            <a:xfrm>
              <a:off x="6397588"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1" name="Rechteck: abgerundete Ecken 40">
              <a:extLst>
                <a:ext uri="{FF2B5EF4-FFF2-40B4-BE49-F238E27FC236}">
                  <a16:creationId xmlns:a16="http://schemas.microsoft.com/office/drawing/2014/main" id="{BE1F8FA7-1534-A371-A0F0-A53A2FE2FF76}"/>
                </a:ext>
              </a:extLst>
            </p:cNvPr>
            <p:cNvSpPr/>
            <p:nvPr/>
          </p:nvSpPr>
          <p:spPr>
            <a:xfrm>
              <a:off x="6728251"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2" name="Rechteck: abgerundete Ecken 41">
              <a:extLst>
                <a:ext uri="{FF2B5EF4-FFF2-40B4-BE49-F238E27FC236}">
                  <a16:creationId xmlns:a16="http://schemas.microsoft.com/office/drawing/2014/main" id="{F1E725E2-7DF7-BEED-B2C1-B45EC07D11B4}"/>
                </a:ext>
              </a:extLst>
            </p:cNvPr>
            <p:cNvSpPr/>
            <p:nvPr/>
          </p:nvSpPr>
          <p:spPr>
            <a:xfrm>
              <a:off x="705891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3" name="Rechteck: abgerundete Ecken 42">
              <a:extLst>
                <a:ext uri="{FF2B5EF4-FFF2-40B4-BE49-F238E27FC236}">
                  <a16:creationId xmlns:a16="http://schemas.microsoft.com/office/drawing/2014/main" id="{08C67615-3E16-A1C2-B61C-1E64E4F39D57}"/>
                </a:ext>
              </a:extLst>
            </p:cNvPr>
            <p:cNvSpPr/>
            <p:nvPr/>
          </p:nvSpPr>
          <p:spPr>
            <a:xfrm>
              <a:off x="7389575"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grpSp>
      <p:graphicFrame>
        <p:nvGraphicFramePr>
          <p:cNvPr id="45" name="Tabelle 44">
            <a:extLst>
              <a:ext uri="{FF2B5EF4-FFF2-40B4-BE49-F238E27FC236}">
                <a16:creationId xmlns:a16="http://schemas.microsoft.com/office/drawing/2014/main" id="{184F6F40-E37E-A934-DDA9-9E667C9BAE82}"/>
              </a:ext>
            </a:extLst>
          </p:cNvPr>
          <p:cNvGraphicFramePr>
            <a:graphicFrameLocks noGrp="1"/>
          </p:cNvGraphicFramePr>
          <p:nvPr>
            <p:extLst>
              <p:ext uri="{D42A27DB-BD31-4B8C-83A1-F6EECF244321}">
                <p14:modId xmlns:p14="http://schemas.microsoft.com/office/powerpoint/2010/main" val="3545220079"/>
              </p:ext>
            </p:extLst>
          </p:nvPr>
        </p:nvGraphicFramePr>
        <p:xfrm>
          <a:off x="8423840" y="3805126"/>
          <a:ext cx="2635914" cy="2262594"/>
        </p:xfrm>
        <a:graphic>
          <a:graphicData uri="http://schemas.openxmlformats.org/drawingml/2006/table">
            <a:tbl>
              <a:tblPr firstRow="1" bandRow="1">
                <a:tableStyleId>{21E4AEA4-8DFA-4A89-87EB-49C32662AFE0}</a:tableStyleId>
              </a:tblPr>
              <a:tblGrid>
                <a:gridCol w="620635">
                  <a:extLst>
                    <a:ext uri="{9D8B030D-6E8A-4147-A177-3AD203B41FA5}">
                      <a16:colId xmlns:a16="http://schemas.microsoft.com/office/drawing/2014/main" val="630276662"/>
                    </a:ext>
                  </a:extLst>
                </a:gridCol>
                <a:gridCol w="2015279">
                  <a:extLst>
                    <a:ext uri="{9D8B030D-6E8A-4147-A177-3AD203B41FA5}">
                      <a16:colId xmlns:a16="http://schemas.microsoft.com/office/drawing/2014/main" val="3801347752"/>
                    </a:ext>
                  </a:extLst>
                </a:gridCol>
              </a:tblGrid>
              <a:tr h="373204">
                <a:tc>
                  <a:txBody>
                    <a:bodyPr/>
                    <a:lstStyle/>
                    <a:p>
                      <a:r>
                        <a:rPr lang="de-DE" sz="1600" dirty="0"/>
                        <a:t>Bits</a:t>
                      </a:r>
                      <a:endParaRPr lang="de-DE" dirty="0"/>
                    </a:p>
                  </a:txBody>
                  <a:tcPr/>
                </a:tc>
                <a:tc>
                  <a:txBody>
                    <a:bodyPr/>
                    <a:lstStyle/>
                    <a:p>
                      <a:r>
                        <a:rPr lang="de-DE" sz="1600" dirty="0"/>
                        <a:t>Kombinationen</a:t>
                      </a:r>
                    </a:p>
                  </a:txBody>
                  <a:tcPr/>
                </a:tc>
                <a:extLst>
                  <a:ext uri="{0D108BD9-81ED-4DB2-BD59-A6C34878D82A}">
                    <a16:rowId xmlns:a16="http://schemas.microsoft.com/office/drawing/2014/main" val="1213878313"/>
                  </a:ext>
                </a:extLst>
              </a:tr>
              <a:tr h="377878">
                <a:tc>
                  <a:txBody>
                    <a:bodyPr/>
                    <a:lstStyle/>
                    <a:p>
                      <a:pPr algn="r"/>
                      <a:r>
                        <a:rPr lang="de-DE" dirty="0"/>
                        <a:t>1</a:t>
                      </a:r>
                    </a:p>
                  </a:txBody>
                  <a:tcPr/>
                </a:tc>
                <a:tc>
                  <a:txBody>
                    <a:bodyPr/>
                    <a:lstStyle/>
                    <a:p>
                      <a:pPr algn="r"/>
                      <a:r>
                        <a:rPr lang="de-DE" dirty="0"/>
                        <a:t>2</a:t>
                      </a:r>
                    </a:p>
                  </a:txBody>
                  <a:tcPr/>
                </a:tc>
                <a:extLst>
                  <a:ext uri="{0D108BD9-81ED-4DB2-BD59-A6C34878D82A}">
                    <a16:rowId xmlns:a16="http://schemas.microsoft.com/office/drawing/2014/main" val="3045331997"/>
                  </a:ext>
                </a:extLst>
              </a:tr>
              <a:tr h="377878">
                <a:tc>
                  <a:txBody>
                    <a:bodyPr/>
                    <a:lstStyle/>
                    <a:p>
                      <a:pPr algn="r"/>
                      <a:r>
                        <a:rPr lang="de-DE" dirty="0"/>
                        <a:t>2</a:t>
                      </a:r>
                    </a:p>
                  </a:txBody>
                  <a:tcPr/>
                </a:tc>
                <a:tc>
                  <a:txBody>
                    <a:bodyPr/>
                    <a:lstStyle/>
                    <a:p>
                      <a:pPr algn="r"/>
                      <a:r>
                        <a:rPr lang="de-DE" dirty="0"/>
                        <a:t>4</a:t>
                      </a:r>
                    </a:p>
                  </a:txBody>
                  <a:tcPr/>
                </a:tc>
                <a:extLst>
                  <a:ext uri="{0D108BD9-81ED-4DB2-BD59-A6C34878D82A}">
                    <a16:rowId xmlns:a16="http://schemas.microsoft.com/office/drawing/2014/main" val="4010564105"/>
                  </a:ext>
                </a:extLst>
              </a:tr>
              <a:tr h="377878">
                <a:tc>
                  <a:txBody>
                    <a:bodyPr/>
                    <a:lstStyle/>
                    <a:p>
                      <a:pPr algn="r"/>
                      <a:r>
                        <a:rPr lang="de-DE" dirty="0"/>
                        <a:t>4</a:t>
                      </a:r>
                    </a:p>
                  </a:txBody>
                  <a:tcPr/>
                </a:tc>
                <a:tc>
                  <a:txBody>
                    <a:bodyPr/>
                    <a:lstStyle/>
                    <a:p>
                      <a:pPr algn="r"/>
                      <a:r>
                        <a:rPr lang="de-DE" dirty="0"/>
                        <a:t>16</a:t>
                      </a:r>
                    </a:p>
                  </a:txBody>
                  <a:tcPr/>
                </a:tc>
                <a:extLst>
                  <a:ext uri="{0D108BD9-81ED-4DB2-BD59-A6C34878D82A}">
                    <a16:rowId xmlns:a16="http://schemas.microsoft.com/office/drawing/2014/main" val="4227011272"/>
                  </a:ext>
                </a:extLst>
              </a:tr>
              <a:tr h="377878">
                <a:tc>
                  <a:txBody>
                    <a:bodyPr/>
                    <a:lstStyle/>
                    <a:p>
                      <a:pPr algn="r"/>
                      <a:r>
                        <a:rPr lang="de-DE" dirty="0"/>
                        <a:t>8</a:t>
                      </a:r>
                    </a:p>
                  </a:txBody>
                  <a:tcPr/>
                </a:tc>
                <a:tc>
                  <a:txBody>
                    <a:bodyPr/>
                    <a:lstStyle/>
                    <a:p>
                      <a:pPr algn="r"/>
                      <a:r>
                        <a:rPr lang="de-DE" dirty="0"/>
                        <a:t>256</a:t>
                      </a:r>
                    </a:p>
                  </a:txBody>
                  <a:tcPr/>
                </a:tc>
                <a:extLst>
                  <a:ext uri="{0D108BD9-81ED-4DB2-BD59-A6C34878D82A}">
                    <a16:rowId xmlns:a16="http://schemas.microsoft.com/office/drawing/2014/main" val="266139601"/>
                  </a:ext>
                </a:extLst>
              </a:tr>
              <a:tr h="377878">
                <a:tc>
                  <a:txBody>
                    <a:bodyPr/>
                    <a:lstStyle/>
                    <a:p>
                      <a:pPr algn="r"/>
                      <a:r>
                        <a:rPr lang="de-DE" dirty="0"/>
                        <a:t>16</a:t>
                      </a:r>
                    </a:p>
                  </a:txBody>
                  <a:tcPr/>
                </a:tc>
                <a:tc>
                  <a:txBody>
                    <a:bodyPr/>
                    <a:lstStyle/>
                    <a:p>
                      <a:pPr algn="r"/>
                      <a:r>
                        <a:rPr lang="de-DE" dirty="0"/>
                        <a:t>65.536</a:t>
                      </a:r>
                    </a:p>
                  </a:txBody>
                  <a:tcPr/>
                </a:tc>
                <a:extLst>
                  <a:ext uri="{0D108BD9-81ED-4DB2-BD59-A6C34878D82A}">
                    <a16:rowId xmlns:a16="http://schemas.microsoft.com/office/drawing/2014/main" val="2464992632"/>
                  </a:ext>
                </a:extLst>
              </a:tr>
            </a:tbl>
          </a:graphicData>
        </a:graphic>
      </p:graphicFrame>
      <p:sp>
        <p:nvSpPr>
          <p:cNvPr id="46" name="Textfeld 45">
            <a:extLst>
              <a:ext uri="{FF2B5EF4-FFF2-40B4-BE49-F238E27FC236}">
                <a16:creationId xmlns:a16="http://schemas.microsoft.com/office/drawing/2014/main" id="{B4CEDC86-47A9-35A3-52CC-D599F2153CCF}"/>
              </a:ext>
            </a:extLst>
          </p:cNvPr>
          <p:cNvSpPr txBox="1"/>
          <p:nvPr/>
        </p:nvSpPr>
        <p:spPr>
          <a:xfrm>
            <a:off x="5699823" y="4721869"/>
            <a:ext cx="2635915" cy="1384995"/>
          </a:xfrm>
          <a:prstGeom prst="rect">
            <a:avLst/>
          </a:prstGeom>
          <a:noFill/>
        </p:spPr>
        <p:txBody>
          <a:bodyPr wrap="square" rtlCol="0">
            <a:spAutoFit/>
          </a:bodyPr>
          <a:lstStyle/>
          <a:p>
            <a:r>
              <a:rPr lang="de-DE" sz="1400" dirty="0"/>
              <a:t>Ein Code– z. B. ASCII oder UTF-8 – legt fest, welche Bitfolge welchem Zeichen entspricht. Dasselbe Prinzip gilt auch für Zahlen, Bilder und Töne</a:t>
            </a:r>
          </a:p>
        </p:txBody>
      </p:sp>
      <p:sp>
        <p:nvSpPr>
          <p:cNvPr id="2" name="Rechteck 1">
            <a:extLst>
              <a:ext uri="{FF2B5EF4-FFF2-40B4-BE49-F238E27FC236}">
                <a16:creationId xmlns:a16="http://schemas.microsoft.com/office/drawing/2014/main" id="{48FD8B27-087E-60F9-5D6F-C15502E89B2F}"/>
              </a:ext>
            </a:extLst>
          </p:cNvPr>
          <p:cNvSpPr/>
          <p:nvPr/>
        </p:nvSpPr>
        <p:spPr>
          <a:xfrm>
            <a:off x="3881292" y="182176"/>
            <a:ext cx="8118450" cy="67279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4" name="Textfeld 3">
            <a:extLst>
              <a:ext uri="{FF2B5EF4-FFF2-40B4-BE49-F238E27FC236}">
                <a16:creationId xmlns:a16="http://schemas.microsoft.com/office/drawing/2014/main" id="{5A98D73D-7A74-B247-F2D3-B8912CC40FEB}"/>
              </a:ext>
            </a:extLst>
          </p:cNvPr>
          <p:cNvSpPr txBox="1"/>
          <p:nvPr/>
        </p:nvSpPr>
        <p:spPr>
          <a:xfrm>
            <a:off x="4071732" y="288737"/>
            <a:ext cx="7928010" cy="442080"/>
          </a:xfrm>
          <a:prstGeom prst="rect">
            <a:avLst/>
          </a:prstGeom>
          <a:noFill/>
          <a:ln w="0">
            <a:noFill/>
          </a:ln>
        </p:spPr>
        <p:txBody>
          <a:bodyPr lIns="0" tIns="0" rIns="0" bIns="0" anchor="t">
            <a:noAutofit/>
          </a:bodyPr>
          <a:lstStyle/>
          <a:p>
            <a:r>
              <a:rPr lang="en-US" sz="2350" b="1" strike="noStrike" spc="-1" dirty="0">
                <a:solidFill>
                  <a:srgbClr val="004899"/>
                </a:solidFill>
                <a:latin typeface="Noto Sans"/>
              </a:rPr>
              <a:t>Wie </a:t>
            </a:r>
            <a:r>
              <a:rPr lang="en-US" sz="2350" b="1" strike="noStrike" spc="-1" dirty="0" err="1">
                <a:solidFill>
                  <a:srgbClr val="004899"/>
                </a:solidFill>
                <a:latin typeface="Noto Sans"/>
              </a:rPr>
              <a:t>werden</a:t>
            </a:r>
            <a:r>
              <a:rPr lang="en-US" sz="2350" b="1" strike="noStrike" spc="-1" dirty="0">
                <a:solidFill>
                  <a:srgbClr val="004899"/>
                </a:solidFill>
                <a:latin typeface="Noto Sans"/>
              </a:rPr>
              <a:t> </a:t>
            </a:r>
            <a:r>
              <a:rPr lang="en-US" sz="2350" b="1" strike="noStrike" spc="-1" dirty="0" err="1">
                <a:solidFill>
                  <a:srgbClr val="004899"/>
                </a:solidFill>
                <a:latin typeface="Noto Sans"/>
              </a:rPr>
              <a:t>Daten</a:t>
            </a:r>
            <a:r>
              <a:rPr lang="en-US" sz="2350" b="1" strike="noStrike" spc="-1" dirty="0">
                <a:solidFill>
                  <a:srgbClr val="004899"/>
                </a:solidFill>
                <a:latin typeface="Noto Sans"/>
              </a:rPr>
              <a:t> </a:t>
            </a:r>
            <a:r>
              <a:rPr lang="en-US" sz="2350" b="1" strike="noStrike" spc="-1" dirty="0" err="1">
                <a:solidFill>
                  <a:srgbClr val="004899"/>
                </a:solidFill>
                <a:latin typeface="Noto Sans"/>
              </a:rPr>
              <a:t>übertragen</a:t>
            </a:r>
            <a:r>
              <a:rPr lang="en-US" sz="2350" b="1" spc="-1" dirty="0">
                <a:solidFill>
                  <a:srgbClr val="004899"/>
                </a:solidFill>
                <a:latin typeface="Noto Sans"/>
              </a:rPr>
              <a:t> und </a:t>
            </a:r>
            <a:r>
              <a:rPr lang="en-US" sz="2350" b="1" spc="-1" dirty="0" err="1">
                <a:solidFill>
                  <a:srgbClr val="004899"/>
                </a:solidFill>
                <a:latin typeface="Noto Sans"/>
              </a:rPr>
              <a:t>prozessiert</a:t>
            </a:r>
            <a:r>
              <a:rPr lang="en-US" sz="2350" b="1" spc="-1" dirty="0">
                <a:solidFill>
                  <a:srgbClr val="004899"/>
                </a:solidFill>
                <a:latin typeface="Noto Sans"/>
              </a:rPr>
              <a:t>?</a:t>
            </a:r>
            <a:endParaRPr lang="en-US" sz="2350" b="0" strike="noStrike" spc="-1" dirty="0">
              <a:solidFill>
                <a:srgbClr val="000000"/>
              </a:solidFill>
              <a:latin typeface="Arial"/>
            </a:endParaRPr>
          </a:p>
        </p:txBody>
      </p:sp>
    </p:spTree>
    <p:extLst>
      <p:ext uri="{BB962C8B-B14F-4D97-AF65-F5344CB8AC3E}">
        <p14:creationId xmlns:p14="http://schemas.microsoft.com/office/powerpoint/2010/main" val="3407338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Dateiformat</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 &amp; Software</a:t>
            </a:r>
            <a:endParaRPr lang="en-US" sz="113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09</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4</a:t>
            </a:r>
            <a:endParaRPr lang="en-US" sz="939" b="0" strike="noStrike" spc="-1">
              <a:solidFill>
                <a:srgbClr val="000000"/>
              </a:solidFill>
              <a:latin typeface="Arial"/>
            </a:endParaRPr>
          </a:p>
        </p:txBody>
      </p:sp>
      <p:sp>
        <p:nvSpPr>
          <p:cNvPr id="2" name="Textfeld 1">
            <a:extLst>
              <a:ext uri="{FF2B5EF4-FFF2-40B4-BE49-F238E27FC236}">
                <a16:creationId xmlns:a16="http://schemas.microsoft.com/office/drawing/2014/main" id="{0735257A-C512-43AA-141F-5B95EBC53717}"/>
              </a:ext>
            </a:extLst>
          </p:cNvPr>
          <p:cNvSpPr txBox="1"/>
          <p:nvPr/>
        </p:nvSpPr>
        <p:spPr>
          <a:xfrm>
            <a:off x="762120" y="1951471"/>
            <a:ext cx="7584127" cy="369332"/>
          </a:xfrm>
          <a:prstGeom prst="rect">
            <a:avLst/>
          </a:prstGeom>
          <a:noFill/>
        </p:spPr>
        <p:txBody>
          <a:bodyPr wrap="none" rtlCol="0">
            <a:spAutoFit/>
          </a:bodyPr>
          <a:lstStyle/>
          <a:p>
            <a:r>
              <a:rPr lang="de-DE" dirty="0"/>
              <a:t>Eine lange Bitfolge braucht zusätzlich eine Struktur: das Dateiformat</a:t>
            </a:r>
          </a:p>
        </p:txBody>
      </p:sp>
      <p:sp>
        <p:nvSpPr>
          <p:cNvPr id="3" name="Textfeld 2">
            <a:extLst>
              <a:ext uri="{FF2B5EF4-FFF2-40B4-BE49-F238E27FC236}">
                <a16:creationId xmlns:a16="http://schemas.microsoft.com/office/drawing/2014/main" id="{30D4381B-8D84-043A-9DE0-389E39D181A4}"/>
              </a:ext>
            </a:extLst>
          </p:cNvPr>
          <p:cNvSpPr txBox="1"/>
          <p:nvPr/>
        </p:nvSpPr>
        <p:spPr>
          <a:xfrm>
            <a:off x="762120" y="2402188"/>
            <a:ext cx="8131106" cy="646331"/>
          </a:xfrm>
          <a:prstGeom prst="rect">
            <a:avLst/>
          </a:prstGeom>
          <a:noFill/>
        </p:spPr>
        <p:txBody>
          <a:bodyPr wrap="square" rtlCol="0">
            <a:spAutoFit/>
          </a:bodyPr>
          <a:lstStyle/>
          <a:p>
            <a:r>
              <a:rPr lang="de-DE" b="0" i="0" dirty="0">
                <a:solidFill>
                  <a:srgbClr val="4B5563"/>
                </a:solidFill>
                <a:effectLst/>
                <a:latin typeface="Inter"/>
              </a:rPr>
              <a:t>Es legt fest, wie eine Datei aufgebaut ist – nicht nur, wie einzelne Zeichen kodiert sind, sondern wie viele zusammengehören und was sie insgesamt bedeuten.</a:t>
            </a:r>
            <a:endParaRPr lang="de-DE" dirty="0"/>
          </a:p>
        </p:txBody>
      </p:sp>
      <p:sp>
        <p:nvSpPr>
          <p:cNvPr id="6" name="Shape 2">
            <a:extLst>
              <a:ext uri="{FF2B5EF4-FFF2-40B4-BE49-F238E27FC236}">
                <a16:creationId xmlns:a16="http://schemas.microsoft.com/office/drawing/2014/main" id="{6A0039AC-A010-37FB-657C-FF524F134590}"/>
              </a:ext>
            </a:extLst>
          </p:cNvPr>
          <p:cNvSpPr/>
          <p:nvPr/>
        </p:nvSpPr>
        <p:spPr>
          <a:xfrm>
            <a:off x="822260" y="3343771"/>
            <a:ext cx="3376125" cy="1646870"/>
          </a:xfrm>
          <a:prstGeom prst="roundRect">
            <a:avLst>
              <a:gd name="adj" fmla="val 5976"/>
            </a:avLst>
          </a:prstGeom>
          <a:solidFill>
            <a:srgbClr val="FFFFFF"/>
          </a:solidFill>
          <a:ln w="19050">
            <a:solidFill>
              <a:schemeClr val="accent2">
                <a:lumMod val="50000"/>
              </a:schemeClr>
            </a:solidFill>
            <a:prstDash val="solid"/>
          </a:ln>
        </p:spPr>
        <p:txBody>
          <a:bodyPr/>
          <a:lstStyle/>
          <a:p>
            <a:endParaRPr lang="de-DE"/>
          </a:p>
        </p:txBody>
      </p:sp>
      <p:sp>
        <p:nvSpPr>
          <p:cNvPr id="7" name="Text 3">
            <a:extLst>
              <a:ext uri="{FF2B5EF4-FFF2-40B4-BE49-F238E27FC236}">
                <a16:creationId xmlns:a16="http://schemas.microsoft.com/office/drawing/2014/main" id="{70DDF35F-8724-EE84-1CEC-EA6CE8455552}"/>
              </a:ext>
            </a:extLst>
          </p:cNvPr>
          <p:cNvSpPr/>
          <p:nvPr/>
        </p:nvSpPr>
        <p:spPr>
          <a:xfrm>
            <a:off x="1028525" y="3550038"/>
            <a:ext cx="3052503" cy="22354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300" b="1" dirty="0">
                <a:solidFill>
                  <a:srgbClr val="1C2430"/>
                </a:solidFill>
                <a:latin typeface="Inter" pitchFamily="34" charset="0"/>
                <a:ea typeface="Inter" pitchFamily="34" charset="-122"/>
                <a:cs typeface="Inter" pitchFamily="34" charset="-120"/>
              </a:rPr>
              <a:t>Allgemein</a:t>
            </a:r>
            <a:endParaRPr lang="en-US" sz="1300" dirty="0"/>
          </a:p>
        </p:txBody>
      </p:sp>
      <p:sp>
        <p:nvSpPr>
          <p:cNvPr id="8" name="Text 4">
            <a:extLst>
              <a:ext uri="{FF2B5EF4-FFF2-40B4-BE49-F238E27FC236}">
                <a16:creationId xmlns:a16="http://schemas.microsoft.com/office/drawing/2014/main" id="{746E6E00-CE5A-2098-F622-6A344DF56334}"/>
              </a:ext>
            </a:extLst>
          </p:cNvPr>
          <p:cNvSpPr/>
          <p:nvPr/>
        </p:nvSpPr>
        <p:spPr>
          <a:xfrm>
            <a:off x="1028525" y="3836985"/>
            <a:ext cx="3052503" cy="960217"/>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.txt</a:t>
            </a:r>
            <a:r>
              <a:rPr lang="en-US" sz="1150" dirty="0">
                <a:solidFill>
                  <a:srgbClr val="4B5563"/>
                </a:solidFill>
                <a:latin typeface="Inter" pitchFamily="34" charset="0"/>
                <a:ea typeface="Inter" pitchFamily="34" charset="-122"/>
                <a:cs typeface="Inter" pitchFamily="34" charset="-120"/>
              </a:rPr>
              <a:t> – reiner Text</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.csv</a:t>
            </a:r>
            <a:r>
              <a:rPr lang="en-US" sz="1150" dirty="0">
                <a:solidFill>
                  <a:srgbClr val="4B5563"/>
                </a:solidFill>
                <a:latin typeface="Inter" pitchFamily="34" charset="0"/>
                <a:ea typeface="Inter" pitchFamily="34" charset="-122"/>
                <a:cs typeface="Inter" pitchFamily="34" charset="-120"/>
              </a:rPr>
              <a:t> – Tabelle, Komma-getrennt</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.docx</a:t>
            </a:r>
            <a:r>
              <a:rPr lang="en-US" sz="1150" dirty="0">
                <a:solidFill>
                  <a:srgbClr val="4B5563"/>
                </a:solidFill>
                <a:latin typeface="Inter" pitchFamily="34" charset="0"/>
                <a:ea typeface="Inter" pitchFamily="34" charset="-122"/>
                <a:cs typeface="Inter" pitchFamily="34" charset="-120"/>
              </a:rPr>
              <a:t> – Word-Dokument</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.pdf</a:t>
            </a:r>
            <a:r>
              <a:rPr lang="en-US" sz="1150" dirty="0">
                <a:solidFill>
                  <a:srgbClr val="4B5563"/>
                </a:solidFill>
                <a:latin typeface="Inter" pitchFamily="34" charset="0"/>
                <a:ea typeface="Inter" pitchFamily="34" charset="-122"/>
                <a:cs typeface="Inter" pitchFamily="34" charset="-120"/>
              </a:rPr>
              <a:t> – layoutfixiertes Dokument</a:t>
            </a:r>
            <a:endParaRPr lang="en-US" sz="1150" dirty="0"/>
          </a:p>
        </p:txBody>
      </p:sp>
      <p:sp>
        <p:nvSpPr>
          <p:cNvPr id="9" name="Shape 5">
            <a:extLst>
              <a:ext uri="{FF2B5EF4-FFF2-40B4-BE49-F238E27FC236}">
                <a16:creationId xmlns:a16="http://schemas.microsoft.com/office/drawing/2014/main" id="{237552A4-F7C3-025E-96B9-9F6A50E56D51}"/>
              </a:ext>
            </a:extLst>
          </p:cNvPr>
          <p:cNvSpPr/>
          <p:nvPr/>
        </p:nvSpPr>
        <p:spPr>
          <a:xfrm>
            <a:off x="4407888" y="3343771"/>
            <a:ext cx="3376223" cy="1646870"/>
          </a:xfrm>
          <a:prstGeom prst="roundRect">
            <a:avLst>
              <a:gd name="adj" fmla="val 5976"/>
            </a:avLst>
          </a:prstGeom>
          <a:solidFill>
            <a:srgbClr val="FFFFFF"/>
          </a:solidFill>
          <a:ln w="12700">
            <a:solidFill>
              <a:schemeClr val="accent2">
                <a:lumMod val="50000"/>
              </a:schemeClr>
            </a:solidFill>
            <a:prstDash val="solid"/>
          </a:ln>
        </p:spPr>
        <p:txBody>
          <a:bodyPr/>
          <a:lstStyle/>
          <a:p>
            <a:endParaRPr lang="de-DE"/>
          </a:p>
        </p:txBody>
      </p:sp>
      <p:sp>
        <p:nvSpPr>
          <p:cNvPr id="10" name="Text 6">
            <a:extLst>
              <a:ext uri="{FF2B5EF4-FFF2-40B4-BE49-F238E27FC236}">
                <a16:creationId xmlns:a16="http://schemas.microsoft.com/office/drawing/2014/main" id="{E8FB8A4E-A49A-C890-278D-76D8220DD055}"/>
              </a:ext>
            </a:extLst>
          </p:cNvPr>
          <p:cNvSpPr/>
          <p:nvPr/>
        </p:nvSpPr>
        <p:spPr>
          <a:xfrm>
            <a:off x="4614153" y="3550038"/>
            <a:ext cx="3052604" cy="22354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300" b="1" dirty="0">
                <a:solidFill>
                  <a:srgbClr val="1C2430"/>
                </a:solidFill>
                <a:latin typeface="Inter" pitchFamily="34" charset="0"/>
                <a:ea typeface="Inter" pitchFamily="34" charset="-122"/>
                <a:cs typeface="Inter" pitchFamily="34" charset="-120"/>
              </a:rPr>
              <a:t>Bild &amp; Ton</a:t>
            </a:r>
            <a:endParaRPr lang="en-US" sz="1300" dirty="0"/>
          </a:p>
        </p:txBody>
      </p:sp>
      <p:sp>
        <p:nvSpPr>
          <p:cNvPr id="11" name="Text 7">
            <a:extLst>
              <a:ext uri="{FF2B5EF4-FFF2-40B4-BE49-F238E27FC236}">
                <a16:creationId xmlns:a16="http://schemas.microsoft.com/office/drawing/2014/main" id="{A345C072-3585-7DEB-C394-240C6AA49137}"/>
              </a:ext>
            </a:extLst>
          </p:cNvPr>
          <p:cNvSpPr/>
          <p:nvPr/>
        </p:nvSpPr>
        <p:spPr>
          <a:xfrm>
            <a:off x="4614153" y="3836985"/>
            <a:ext cx="3052604" cy="72651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.jpg / .png</a:t>
            </a:r>
            <a:r>
              <a:rPr lang="en-US" sz="1150" dirty="0">
                <a:solidFill>
                  <a:srgbClr val="4B5563"/>
                </a:solidFill>
                <a:latin typeface="Inter" pitchFamily="34" charset="0"/>
                <a:ea typeface="Inter" pitchFamily="34" charset="-122"/>
                <a:cs typeface="Inter" pitchFamily="34" charset="-120"/>
              </a:rPr>
              <a:t> – Bilder</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.mp3</a:t>
            </a:r>
            <a:r>
              <a:rPr lang="en-US" sz="1150" dirty="0">
                <a:solidFill>
                  <a:srgbClr val="4B5563"/>
                </a:solidFill>
                <a:latin typeface="Inter" pitchFamily="34" charset="0"/>
                <a:ea typeface="Inter" pitchFamily="34" charset="-122"/>
                <a:cs typeface="Inter" pitchFamily="34" charset="-120"/>
              </a:rPr>
              <a:t> – komprimiertes Audio</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.wav</a:t>
            </a:r>
            <a:r>
              <a:rPr lang="en-US" sz="1150" dirty="0">
                <a:solidFill>
                  <a:srgbClr val="4B5563"/>
                </a:solidFill>
                <a:latin typeface="Inter" pitchFamily="34" charset="0"/>
                <a:ea typeface="Inter" pitchFamily="34" charset="-122"/>
                <a:cs typeface="Inter" pitchFamily="34" charset="-120"/>
              </a:rPr>
              <a:t> – unkomprimiertes Audio</a:t>
            </a:r>
            <a:endParaRPr lang="en-US" sz="1150" dirty="0"/>
          </a:p>
        </p:txBody>
      </p:sp>
      <p:sp>
        <p:nvSpPr>
          <p:cNvPr id="12" name="Shape 8">
            <a:extLst>
              <a:ext uri="{FF2B5EF4-FFF2-40B4-BE49-F238E27FC236}">
                <a16:creationId xmlns:a16="http://schemas.microsoft.com/office/drawing/2014/main" id="{CC5872E1-974E-3A0D-CE1F-A354AB08DCF5}"/>
              </a:ext>
            </a:extLst>
          </p:cNvPr>
          <p:cNvSpPr/>
          <p:nvPr/>
        </p:nvSpPr>
        <p:spPr>
          <a:xfrm>
            <a:off x="7996789" y="3346946"/>
            <a:ext cx="3382448" cy="1640520"/>
          </a:xfrm>
          <a:prstGeom prst="roundRect">
            <a:avLst>
              <a:gd name="adj" fmla="val 5806"/>
            </a:avLst>
          </a:prstGeom>
          <a:solidFill>
            <a:srgbClr val="FFFFFF"/>
          </a:solidFill>
          <a:ln w="12700">
            <a:solidFill>
              <a:srgbClr val="2E8B84"/>
            </a:solidFill>
            <a:prstDash val="solid"/>
          </a:ln>
        </p:spPr>
        <p:txBody>
          <a:bodyPr/>
          <a:lstStyle/>
          <a:p>
            <a:endParaRPr lang="de-DE"/>
          </a:p>
        </p:txBody>
      </p:sp>
      <p:sp>
        <p:nvSpPr>
          <p:cNvPr id="13" name="Text 9">
            <a:extLst>
              <a:ext uri="{FF2B5EF4-FFF2-40B4-BE49-F238E27FC236}">
                <a16:creationId xmlns:a16="http://schemas.microsoft.com/office/drawing/2014/main" id="{968D90A7-2198-FD38-71DF-EE1ECD3D82D4}"/>
              </a:ext>
            </a:extLst>
          </p:cNvPr>
          <p:cNvSpPr/>
          <p:nvPr/>
        </p:nvSpPr>
        <p:spPr>
          <a:xfrm>
            <a:off x="8206166" y="3556323"/>
            <a:ext cx="3052604" cy="22354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300" b="1" dirty="0">
                <a:solidFill>
                  <a:srgbClr val="2E8B84"/>
                </a:solidFill>
                <a:latin typeface="Inter" pitchFamily="34" charset="0"/>
                <a:ea typeface="Inter" pitchFamily="34" charset="-122"/>
                <a:cs typeface="Inter" pitchFamily="34" charset="-120"/>
              </a:rPr>
              <a:t>Geodaten</a:t>
            </a:r>
            <a:endParaRPr lang="en-US" sz="1300" dirty="0"/>
          </a:p>
        </p:txBody>
      </p:sp>
      <p:sp>
        <p:nvSpPr>
          <p:cNvPr id="14" name="Text 10">
            <a:extLst>
              <a:ext uri="{FF2B5EF4-FFF2-40B4-BE49-F238E27FC236}">
                <a16:creationId xmlns:a16="http://schemas.microsoft.com/office/drawing/2014/main" id="{46C11D60-A5D1-EA38-3276-3DAAA54DF408}"/>
              </a:ext>
            </a:extLst>
          </p:cNvPr>
          <p:cNvSpPr/>
          <p:nvPr/>
        </p:nvSpPr>
        <p:spPr>
          <a:xfrm>
            <a:off x="8206166" y="3843273"/>
            <a:ext cx="3052604" cy="960217"/>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.shp</a:t>
            </a:r>
            <a:r>
              <a:rPr lang="en-US" sz="1150" dirty="0">
                <a:solidFill>
                  <a:srgbClr val="4B5563"/>
                </a:solidFill>
                <a:latin typeface="Inter" pitchFamily="34" charset="0"/>
                <a:ea typeface="Inter" pitchFamily="34" charset="-122"/>
                <a:cs typeface="Inter" pitchFamily="34" charset="-120"/>
              </a:rPr>
              <a:t> – Shapefile (Vektordaten)</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.geojson</a:t>
            </a:r>
            <a:r>
              <a:rPr lang="en-US" sz="1150" dirty="0">
                <a:solidFill>
                  <a:srgbClr val="4B5563"/>
                </a:solidFill>
                <a:latin typeface="Inter" pitchFamily="34" charset="0"/>
                <a:ea typeface="Inter" pitchFamily="34" charset="-122"/>
                <a:cs typeface="Inter" pitchFamily="34" charset="-120"/>
              </a:rPr>
              <a:t> – Geometrien als Text</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.tif / GeoTIFF</a:t>
            </a:r>
            <a:r>
              <a:rPr lang="en-US" sz="1150" dirty="0">
                <a:solidFill>
                  <a:srgbClr val="4B5563"/>
                </a:solidFill>
                <a:latin typeface="Inter" pitchFamily="34" charset="0"/>
                <a:ea typeface="Inter" pitchFamily="34" charset="-122"/>
                <a:cs typeface="Inter" pitchFamily="34" charset="-120"/>
              </a:rPr>
              <a:t> – georeferenziertes Raster</a:t>
            </a:r>
            <a:endParaRPr lang="en-US" sz="1150" dirty="0"/>
          </a:p>
          <a:p>
            <a:pPr marL="0" indent="0" algn="l">
              <a:lnSpc>
                <a:spcPts val="1840"/>
              </a:lnSpc>
              <a:buNone/>
            </a:pPr>
            <a:r>
              <a:rPr lang="en-US" sz="1150" b="1" dirty="0">
                <a:solidFill>
                  <a:srgbClr val="4B5563"/>
                </a:solidFill>
                <a:latin typeface="Inter" pitchFamily="34" charset="0"/>
                <a:ea typeface="Inter" pitchFamily="34" charset="-122"/>
                <a:cs typeface="Inter" pitchFamily="34" charset="-120"/>
              </a:rPr>
              <a:t>.kml</a:t>
            </a:r>
            <a:r>
              <a:rPr lang="en-US" sz="1150" dirty="0">
                <a:solidFill>
                  <a:srgbClr val="4B5563"/>
                </a:solidFill>
                <a:latin typeface="Inter" pitchFamily="34" charset="0"/>
                <a:ea typeface="Inter" pitchFamily="34" charset="-122"/>
                <a:cs typeface="Inter" pitchFamily="34" charset="-120"/>
              </a:rPr>
              <a:t> – Orte für Google Earth</a:t>
            </a:r>
            <a:endParaRPr lang="en-US" sz="1150" dirty="0"/>
          </a:p>
        </p:txBody>
      </p:sp>
      <p:sp>
        <p:nvSpPr>
          <p:cNvPr id="15" name="Text 11">
            <a:extLst>
              <a:ext uri="{FF2B5EF4-FFF2-40B4-BE49-F238E27FC236}">
                <a16:creationId xmlns:a16="http://schemas.microsoft.com/office/drawing/2014/main" id="{ACD65D7C-1AE3-EF48-0294-6FB8826F49F5}"/>
              </a:ext>
            </a:extLst>
          </p:cNvPr>
          <p:cNvSpPr/>
          <p:nvPr/>
        </p:nvSpPr>
        <p:spPr>
          <a:xfrm>
            <a:off x="819085" y="5247757"/>
            <a:ext cx="9810750" cy="451942"/>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80"/>
              </a:lnSpc>
              <a:buNone/>
            </a:pPr>
            <a:r>
              <a:rPr lang="en-US" sz="1200" dirty="0">
                <a:solidFill>
                  <a:srgbClr val="6B7280"/>
                </a:solidFill>
                <a:latin typeface="Inter" pitchFamily="34" charset="0"/>
                <a:ea typeface="Inter" pitchFamily="34" charset="-122"/>
                <a:cs typeface="Inter" pitchFamily="34" charset="-120"/>
              </a:rPr>
              <a:t>Jedes Format legt fest, wie die Bitfolge intern aufgebaut ist – ein Shapefile speichert z. B. zusätzlich zur Geometrie auch das Koordinatenreferenzsystem mit.</a:t>
            </a:r>
            <a:endParaRPr lang="en-US" sz="1200" dirty="0"/>
          </a:p>
        </p:txBody>
      </p:sp>
      <p:sp>
        <p:nvSpPr>
          <p:cNvPr id="4" name="Rechteck 3">
            <a:extLst>
              <a:ext uri="{FF2B5EF4-FFF2-40B4-BE49-F238E27FC236}">
                <a16:creationId xmlns:a16="http://schemas.microsoft.com/office/drawing/2014/main" id="{9FA55596-CD84-8065-651C-44BF42E1501A}"/>
              </a:ext>
            </a:extLst>
          </p:cNvPr>
          <p:cNvSpPr/>
          <p:nvPr/>
        </p:nvSpPr>
        <p:spPr>
          <a:xfrm>
            <a:off x="3881292" y="182176"/>
            <a:ext cx="8118450" cy="67279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5" name="Textfeld 4">
            <a:extLst>
              <a:ext uri="{FF2B5EF4-FFF2-40B4-BE49-F238E27FC236}">
                <a16:creationId xmlns:a16="http://schemas.microsoft.com/office/drawing/2014/main" id="{2806ABA8-13A7-C248-71B6-CC88C65C2882}"/>
              </a:ext>
            </a:extLst>
          </p:cNvPr>
          <p:cNvSpPr txBox="1"/>
          <p:nvPr/>
        </p:nvSpPr>
        <p:spPr>
          <a:xfrm>
            <a:off x="4071732" y="288737"/>
            <a:ext cx="7928010" cy="442080"/>
          </a:xfrm>
          <a:prstGeom prst="rect">
            <a:avLst/>
          </a:prstGeom>
          <a:noFill/>
          <a:ln w="0">
            <a:noFill/>
          </a:ln>
        </p:spPr>
        <p:txBody>
          <a:bodyPr lIns="0" tIns="0" rIns="0" bIns="0" anchor="t">
            <a:noAutofit/>
          </a:bodyPr>
          <a:lstStyle/>
          <a:p>
            <a:r>
              <a:rPr lang="en-US" sz="2350" b="1" strike="noStrike" spc="-1" dirty="0">
                <a:solidFill>
                  <a:srgbClr val="004899"/>
                </a:solidFill>
                <a:latin typeface="Noto Sans"/>
              </a:rPr>
              <a:t>Wie </a:t>
            </a:r>
            <a:r>
              <a:rPr lang="en-US" sz="2350" b="1" strike="noStrike" spc="-1" dirty="0" err="1">
                <a:solidFill>
                  <a:srgbClr val="004899"/>
                </a:solidFill>
                <a:latin typeface="Noto Sans"/>
              </a:rPr>
              <a:t>werden</a:t>
            </a:r>
            <a:r>
              <a:rPr lang="en-US" sz="2350" b="1" strike="noStrike" spc="-1" dirty="0">
                <a:solidFill>
                  <a:srgbClr val="004899"/>
                </a:solidFill>
                <a:latin typeface="Noto Sans"/>
              </a:rPr>
              <a:t> </a:t>
            </a:r>
            <a:r>
              <a:rPr lang="en-US" sz="2350" b="1" strike="noStrike" spc="-1" dirty="0" err="1">
                <a:solidFill>
                  <a:srgbClr val="004899"/>
                </a:solidFill>
                <a:latin typeface="Noto Sans"/>
              </a:rPr>
              <a:t>Daten</a:t>
            </a:r>
            <a:r>
              <a:rPr lang="en-US" sz="2350" b="1" strike="noStrike" spc="-1" dirty="0">
                <a:solidFill>
                  <a:srgbClr val="004899"/>
                </a:solidFill>
                <a:latin typeface="Noto Sans"/>
              </a:rPr>
              <a:t> </a:t>
            </a:r>
            <a:r>
              <a:rPr lang="en-US" sz="2350" b="1" strike="noStrike" spc="-1" dirty="0" err="1">
                <a:solidFill>
                  <a:srgbClr val="004899"/>
                </a:solidFill>
                <a:latin typeface="Noto Sans"/>
              </a:rPr>
              <a:t>übertragen</a:t>
            </a:r>
            <a:r>
              <a:rPr lang="en-US" sz="2350" b="1" spc="-1" dirty="0">
                <a:solidFill>
                  <a:srgbClr val="004899"/>
                </a:solidFill>
                <a:latin typeface="Noto Sans"/>
              </a:rPr>
              <a:t> und </a:t>
            </a:r>
            <a:r>
              <a:rPr lang="en-US" sz="2350" b="1" spc="-1" dirty="0" err="1">
                <a:solidFill>
                  <a:srgbClr val="004899"/>
                </a:solidFill>
                <a:latin typeface="Noto Sans"/>
              </a:rPr>
              <a:t>prozessiert</a:t>
            </a:r>
            <a:r>
              <a:rPr lang="en-US" sz="2350" b="1" spc="-1" dirty="0">
                <a:solidFill>
                  <a:srgbClr val="004899"/>
                </a:solidFill>
                <a:latin typeface="Noto Sans"/>
              </a:rPr>
              <a:t>?</a:t>
            </a:r>
            <a:endParaRPr lang="en-US" sz="2350" b="0" strike="noStrike" spc="-1" dirty="0">
              <a:solidFill>
                <a:srgbClr val="000000"/>
              </a:solidFill>
              <a:latin typeface="Arial"/>
            </a:endParaRPr>
          </a:p>
        </p:txBody>
      </p:sp>
    </p:spTree>
    <p:extLst>
      <p:ext uri="{BB962C8B-B14F-4D97-AF65-F5344CB8AC3E}">
        <p14:creationId xmlns:p14="http://schemas.microsoft.com/office/powerpoint/2010/main" val="1384664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Welche</a:t>
            </a:r>
            <a:r>
              <a:rPr lang="en-US" sz="3190" b="1" strike="noStrike" spc="-1" dirty="0">
                <a:solidFill>
                  <a:srgbClr val="000000"/>
                </a:solidFill>
                <a:latin typeface="Noto Sans"/>
              </a:rPr>
              <a:t> </a:t>
            </a:r>
            <a:r>
              <a:rPr lang="en-US" sz="3190" b="1" strike="noStrike" spc="-1" dirty="0" err="1">
                <a:solidFill>
                  <a:srgbClr val="000000"/>
                </a:solidFill>
                <a:latin typeface="Noto Sans"/>
              </a:rPr>
              <a:t>Codierung</a:t>
            </a:r>
            <a:r>
              <a:rPr lang="en-US" sz="3190" b="1" strike="noStrike" spc="-1" dirty="0">
                <a:solidFill>
                  <a:srgbClr val="000000"/>
                </a:solidFill>
                <a:latin typeface="Noto Sans"/>
              </a:rPr>
              <a:t> hat die </a:t>
            </a:r>
            <a:r>
              <a:rPr lang="en-US" sz="3190" b="1" strike="noStrike" spc="-1" dirty="0" err="1">
                <a:solidFill>
                  <a:srgbClr val="000000"/>
                </a:solidFill>
                <a:latin typeface="Noto Sans"/>
              </a:rPr>
              <a:t>Datei</a:t>
            </a:r>
            <a:r>
              <a:rPr lang="en-US" sz="3190" b="1" strike="noStrike" spc="-1" dirty="0">
                <a:solidFill>
                  <a:srgbClr val="000000"/>
                </a:solidFill>
                <a:latin typeface="Noto Sans"/>
              </a:rPr>
              <a:t>?</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ÜBUNG · CODIERUNG</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3" name="Textfeld 2">
            <a:extLst>
              <a:ext uri="{FF2B5EF4-FFF2-40B4-BE49-F238E27FC236}">
                <a16:creationId xmlns:a16="http://schemas.microsoft.com/office/drawing/2014/main" id="{F2B1432E-8C8C-A8E1-EC68-D2F1308D05F0}"/>
              </a:ext>
            </a:extLst>
          </p:cNvPr>
          <p:cNvSpPr txBox="1"/>
          <p:nvPr/>
        </p:nvSpPr>
        <p:spPr>
          <a:xfrm>
            <a:off x="3046828" y="425891"/>
            <a:ext cx="6098344" cy="1231106"/>
          </a:xfrm>
          <a:prstGeom prst="rect">
            <a:avLst/>
          </a:prstGeom>
          <a:noFill/>
        </p:spPr>
        <p:txBody>
          <a:bodyPr wrap="square">
            <a:spAutoFit/>
          </a:bodyPr>
          <a:lstStyle/>
          <a:p>
            <a:pPr marL="473075" lvl="1" indent="0">
              <a:buNone/>
            </a:pPr>
            <a:endParaRPr lang="de-DE" sz="2000" dirty="0"/>
          </a:p>
          <a:p>
            <a:pPr lvl="0">
              <a:buFont typeface="Wingdings" pitchFamily="2" charset="2"/>
              <a:buChar char="6"/>
            </a:pPr>
            <a:r>
              <a:rPr lang="de-DE" sz="5400" dirty="0">
                <a:solidFill>
                  <a:schemeClr val="accent1"/>
                </a:solidFill>
                <a:sym typeface="Wingdings" pitchFamily="2" charset="2"/>
              </a:rPr>
              <a:t> </a:t>
            </a:r>
            <a:r>
              <a:rPr lang="de-DE" sz="3600" dirty="0">
                <a:solidFill>
                  <a:schemeClr val="accent1"/>
                </a:solidFill>
                <a:sym typeface="Wingdings" pitchFamily="2" charset="2"/>
              </a:rPr>
              <a:t>7 min</a:t>
            </a:r>
            <a:endParaRPr lang="de-DE" sz="4800" dirty="0">
              <a:solidFill>
                <a:schemeClr val="accent1"/>
              </a:solidFill>
            </a:endParaRPr>
          </a:p>
        </p:txBody>
      </p:sp>
      <p:sp>
        <p:nvSpPr>
          <p:cNvPr id="4" name="Textfeld 3">
            <a:extLst>
              <a:ext uri="{FF2B5EF4-FFF2-40B4-BE49-F238E27FC236}">
                <a16:creationId xmlns:a16="http://schemas.microsoft.com/office/drawing/2014/main" id="{EBB1501E-BE00-5229-6174-10D9CE8EA68E}"/>
              </a:ext>
            </a:extLst>
          </p:cNvPr>
          <p:cNvSpPr txBox="1"/>
          <p:nvPr/>
        </p:nvSpPr>
        <p:spPr>
          <a:xfrm>
            <a:off x="762120" y="2037877"/>
            <a:ext cx="10885929" cy="3416320"/>
          </a:xfrm>
          <a:prstGeom prst="rect">
            <a:avLst/>
          </a:prstGeom>
          <a:noFill/>
        </p:spPr>
        <p:txBody>
          <a:bodyPr wrap="square" rtlCol="0">
            <a:spAutoFit/>
          </a:bodyPr>
          <a:lstStyle/>
          <a:p>
            <a:pPr algn="l">
              <a:buFont typeface="+mj-lt"/>
              <a:buAutoNum type="arabicPeriod"/>
            </a:pPr>
            <a:r>
              <a:rPr lang="de-DE" sz="2400" b="0" i="0" dirty="0">
                <a:solidFill>
                  <a:srgbClr val="3D4144"/>
                </a:solidFill>
                <a:effectLst/>
                <a:latin typeface="-apple-system"/>
              </a:rPr>
              <a:t>Laden Sie die “Uebung01.txt Datei aus [ILIAS PFAD ]</a:t>
            </a:r>
          </a:p>
          <a:p>
            <a:pPr algn="l">
              <a:buFont typeface="+mj-lt"/>
              <a:buAutoNum type="arabicPeriod"/>
            </a:pPr>
            <a:r>
              <a:rPr lang="de-DE" sz="2400" b="0" i="0" dirty="0">
                <a:solidFill>
                  <a:srgbClr val="3D4144"/>
                </a:solidFill>
                <a:effectLst/>
                <a:latin typeface="-apple-system"/>
              </a:rPr>
              <a:t>Öffnen Sie die Datei per Rechtsklick -&gt; öffnen mit Notepad++</a:t>
            </a:r>
          </a:p>
          <a:p>
            <a:pPr algn="l">
              <a:buFont typeface="+mj-lt"/>
              <a:buAutoNum type="arabicPeriod"/>
            </a:pPr>
            <a:r>
              <a:rPr lang="de-DE" sz="2400" b="0" i="0" dirty="0">
                <a:solidFill>
                  <a:srgbClr val="3D4144"/>
                </a:solidFill>
                <a:effectLst/>
                <a:latin typeface="-apple-system"/>
              </a:rPr>
              <a:t>In Notepad ++ können Sie unterschiedliche Codierungen auswählen. Testen Sie verschiedene Codierungen.</a:t>
            </a:r>
          </a:p>
          <a:p>
            <a:pPr algn="l">
              <a:buFont typeface="+mj-lt"/>
              <a:buAutoNum type="arabicPeriod"/>
            </a:pPr>
            <a:r>
              <a:rPr lang="de-DE" sz="2400" b="0" i="0" dirty="0">
                <a:solidFill>
                  <a:srgbClr val="3D4144"/>
                </a:solidFill>
                <a:effectLst/>
                <a:latin typeface="-apple-system"/>
              </a:rPr>
              <a:t>Erstellen Sie im Texteditor eine Datei, und schreiben Sie 0! hinein und speichern Sie diese als </a:t>
            </a:r>
            <a:r>
              <a:rPr lang="de-DE" sz="2400" b="0" i="0" dirty="0" err="1">
                <a:solidFill>
                  <a:srgbClr val="3D4144"/>
                </a:solidFill>
                <a:effectLst/>
                <a:latin typeface="-apple-system"/>
              </a:rPr>
              <a:t>txt</a:t>
            </a:r>
            <a:r>
              <a:rPr lang="de-DE" sz="2400" b="0" i="0" dirty="0">
                <a:solidFill>
                  <a:srgbClr val="3D4144"/>
                </a:solidFill>
                <a:effectLst/>
                <a:latin typeface="-apple-system"/>
              </a:rPr>
              <a:t>.</a:t>
            </a:r>
          </a:p>
          <a:p>
            <a:pPr algn="l">
              <a:buFont typeface="+mj-lt"/>
              <a:buAutoNum type="arabicPeriod"/>
            </a:pPr>
            <a:r>
              <a:rPr lang="de-DE" sz="2400" b="0" i="0" dirty="0">
                <a:solidFill>
                  <a:srgbClr val="3D4144"/>
                </a:solidFill>
                <a:effectLst/>
                <a:latin typeface="-apple-system"/>
              </a:rPr>
              <a:t>Machen Sie das gleiche mit einer Worddatei</a:t>
            </a:r>
          </a:p>
          <a:p>
            <a:pPr algn="l">
              <a:buFont typeface="+mj-lt"/>
              <a:buAutoNum type="arabicPeriod"/>
            </a:pPr>
            <a:r>
              <a:rPr lang="de-DE" sz="2400" b="0" i="0" dirty="0">
                <a:solidFill>
                  <a:srgbClr val="3D4144"/>
                </a:solidFill>
                <a:effectLst/>
                <a:latin typeface="-apple-system"/>
              </a:rPr>
              <a:t>Vergleichen Sie die Dateigröße beider Dateien durch Aufrufen der Details in den Eigenschaften (ALT + ENTER)</a:t>
            </a:r>
          </a:p>
        </p:txBody>
      </p:sp>
    </p:spTree>
    <p:extLst>
      <p:ext uri="{BB962C8B-B14F-4D97-AF65-F5344CB8AC3E}">
        <p14:creationId xmlns:p14="http://schemas.microsoft.com/office/powerpoint/2010/main" val="4177990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1383B49D-3FEE-F2B6-7194-17B6753B2BC7}"/>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5" name="Text 3">
            <a:extLst>
              <a:ext uri="{FF2B5EF4-FFF2-40B4-BE49-F238E27FC236}">
                <a16:creationId xmlns:a16="http://schemas.microsoft.com/office/drawing/2014/main" id="{CB9C2383-7446-E499-5CBB-92B7B8585ED3}"/>
              </a:ext>
            </a:extLst>
          </p:cNvPr>
          <p:cNvSpPr/>
          <p:nvPr/>
        </p:nvSpPr>
        <p:spPr>
          <a:xfrm>
            <a:off x="965074" y="1610190"/>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6" name="Shape 4">
            <a:extLst>
              <a:ext uri="{FF2B5EF4-FFF2-40B4-BE49-F238E27FC236}">
                <a16:creationId xmlns:a16="http://schemas.microsoft.com/office/drawing/2014/main" id="{2870A345-4590-7A2C-3EA6-9587E0810307}"/>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7" name="Shape 5">
            <a:extLst>
              <a:ext uri="{FF2B5EF4-FFF2-40B4-BE49-F238E27FC236}">
                <a16:creationId xmlns:a16="http://schemas.microsoft.com/office/drawing/2014/main" id="{AB98E82C-ED95-F29B-42A5-D3A79E53B6BB}"/>
              </a:ext>
            </a:extLst>
          </p:cNvPr>
          <p:cNvSpPr/>
          <p:nvPr/>
        </p:nvSpPr>
        <p:spPr>
          <a:xfrm>
            <a:off x="1072938" y="2175247"/>
            <a:ext cx="279384" cy="279384"/>
          </a:xfrm>
          <a:prstGeom prst="roundRect">
            <a:avLst>
              <a:gd name="adj" fmla="val 50000"/>
            </a:avLst>
          </a:prstGeom>
          <a:solidFill>
            <a:srgbClr val="16213E">
              <a:alpha val="40000"/>
            </a:srgbClr>
          </a:solidFill>
          <a:ln/>
        </p:spPr>
      </p:sp>
      <p:pic>
        <p:nvPicPr>
          <p:cNvPr id="8" name="Image 0" descr="preencoded.png">
            <a:extLst>
              <a:ext uri="{FF2B5EF4-FFF2-40B4-BE49-F238E27FC236}">
                <a16:creationId xmlns:a16="http://schemas.microsoft.com/office/drawing/2014/main" id="{E8E1A79E-1EF6-02B7-5E62-F4EB96AA7F87}"/>
              </a:ext>
            </a:extLst>
          </p:cNvPr>
          <p:cNvPicPr>
            <a:picLocks noChangeAspect="1"/>
          </p:cNvPicPr>
          <p:nvPr/>
        </p:nvPicPr>
        <p:blipFill>
          <a:blip r:embed="rId3">
            <a:alphaModFix amt="40000"/>
          </a:blip>
          <a:srcRect/>
          <a:stretch/>
        </p:blipFill>
        <p:spPr>
          <a:xfrm>
            <a:off x="1136399" y="2238707"/>
            <a:ext cx="152365" cy="152365"/>
          </a:xfrm>
          <a:prstGeom prst="rect">
            <a:avLst/>
          </a:prstGeom>
        </p:spPr>
      </p:pic>
      <p:sp>
        <p:nvSpPr>
          <p:cNvPr id="9" name="Text 6">
            <a:extLst>
              <a:ext uri="{FF2B5EF4-FFF2-40B4-BE49-F238E27FC236}">
                <a16:creationId xmlns:a16="http://schemas.microsoft.com/office/drawing/2014/main" id="{CA63BAA2-EA6C-DAB8-4F03-4788344599F7}"/>
              </a:ext>
            </a:extLst>
          </p:cNvPr>
          <p:cNvSpPr/>
          <p:nvPr/>
        </p:nvSpPr>
        <p:spPr>
          <a:xfrm>
            <a:off x="1072938" y="2505419"/>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10" name="Text 7">
            <a:extLst>
              <a:ext uri="{FF2B5EF4-FFF2-40B4-BE49-F238E27FC236}">
                <a16:creationId xmlns:a16="http://schemas.microsoft.com/office/drawing/2014/main" id="{358CA786-9A12-879F-C611-AEEA960FB809}"/>
              </a:ext>
            </a:extLst>
          </p:cNvPr>
          <p:cNvSpPr/>
          <p:nvPr/>
        </p:nvSpPr>
        <p:spPr>
          <a:xfrm>
            <a:off x="1072938" y="2731461"/>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11" name="Shape 8">
            <a:extLst>
              <a:ext uri="{FF2B5EF4-FFF2-40B4-BE49-F238E27FC236}">
                <a16:creationId xmlns:a16="http://schemas.microsoft.com/office/drawing/2014/main" id="{BDC3BEC3-1229-48E1-CD92-87F2FEC27B88}"/>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2" name="Shape 9">
            <a:extLst>
              <a:ext uri="{FF2B5EF4-FFF2-40B4-BE49-F238E27FC236}">
                <a16:creationId xmlns:a16="http://schemas.microsoft.com/office/drawing/2014/main" id="{8B937A73-6A56-8AB4-4C80-5DA5E68FC73E}"/>
              </a:ext>
            </a:extLst>
          </p:cNvPr>
          <p:cNvSpPr/>
          <p:nvPr/>
        </p:nvSpPr>
        <p:spPr>
          <a:xfrm>
            <a:off x="2838147" y="2187823"/>
            <a:ext cx="279384" cy="279384"/>
          </a:xfrm>
          <a:prstGeom prst="roundRect">
            <a:avLst>
              <a:gd name="adj" fmla="val 50000"/>
            </a:avLst>
          </a:prstGeom>
          <a:solidFill>
            <a:srgbClr val="16213E"/>
          </a:solidFill>
          <a:ln/>
        </p:spPr>
      </p:sp>
      <p:pic>
        <p:nvPicPr>
          <p:cNvPr id="13" name="Image 1" descr="preencoded.png">
            <a:extLst>
              <a:ext uri="{FF2B5EF4-FFF2-40B4-BE49-F238E27FC236}">
                <a16:creationId xmlns:a16="http://schemas.microsoft.com/office/drawing/2014/main" id="{EAA4CE31-28D2-7C42-8FCD-5BD64669D3B9}"/>
              </a:ext>
            </a:extLst>
          </p:cNvPr>
          <p:cNvPicPr>
            <a:picLocks noChangeAspect="1"/>
          </p:cNvPicPr>
          <p:nvPr/>
        </p:nvPicPr>
        <p:blipFill>
          <a:blip r:embed="rId4"/>
          <a:srcRect/>
          <a:stretch/>
        </p:blipFill>
        <p:spPr>
          <a:xfrm>
            <a:off x="2901608" y="2251283"/>
            <a:ext cx="152365" cy="152365"/>
          </a:xfrm>
          <a:prstGeom prst="rect">
            <a:avLst/>
          </a:prstGeom>
        </p:spPr>
      </p:pic>
      <p:sp>
        <p:nvSpPr>
          <p:cNvPr id="14" name="Text 10">
            <a:extLst>
              <a:ext uri="{FF2B5EF4-FFF2-40B4-BE49-F238E27FC236}">
                <a16:creationId xmlns:a16="http://schemas.microsoft.com/office/drawing/2014/main" id="{EDEEEAB9-3113-1F44-F2E6-4DB191BB4A0E}"/>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5" name="Text 11">
            <a:extLst>
              <a:ext uri="{FF2B5EF4-FFF2-40B4-BE49-F238E27FC236}">
                <a16:creationId xmlns:a16="http://schemas.microsoft.com/office/drawing/2014/main" id="{2DE7F8E5-057D-1AFC-3668-2232468C10E9}"/>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6" name="Shape 12">
            <a:extLst>
              <a:ext uri="{FF2B5EF4-FFF2-40B4-BE49-F238E27FC236}">
                <a16:creationId xmlns:a16="http://schemas.microsoft.com/office/drawing/2014/main" id="{33B8F168-95A1-8ECC-D41A-FB5D157DCFD8}"/>
              </a:ext>
            </a:extLst>
          </p:cNvPr>
          <p:cNvSpPr/>
          <p:nvPr/>
        </p:nvSpPr>
        <p:spPr>
          <a:xfrm>
            <a:off x="4625885" y="2070559"/>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17" name="Shape 13">
            <a:extLst>
              <a:ext uri="{FF2B5EF4-FFF2-40B4-BE49-F238E27FC236}">
                <a16:creationId xmlns:a16="http://schemas.microsoft.com/office/drawing/2014/main" id="{FA44CB3D-F368-6126-9827-071673B90221}"/>
              </a:ext>
            </a:extLst>
          </p:cNvPr>
          <p:cNvSpPr/>
          <p:nvPr/>
        </p:nvSpPr>
        <p:spPr>
          <a:xfrm>
            <a:off x="4730573" y="2175247"/>
            <a:ext cx="279384" cy="279384"/>
          </a:xfrm>
          <a:prstGeom prst="roundRect">
            <a:avLst>
              <a:gd name="adj" fmla="val 50000"/>
            </a:avLst>
          </a:prstGeom>
          <a:solidFill>
            <a:srgbClr val="16213E">
              <a:alpha val="40000"/>
            </a:srgbClr>
          </a:solidFill>
          <a:ln/>
        </p:spPr>
      </p:sp>
      <p:pic>
        <p:nvPicPr>
          <p:cNvPr id="18" name="Image 2" descr="preencoded.png">
            <a:extLst>
              <a:ext uri="{FF2B5EF4-FFF2-40B4-BE49-F238E27FC236}">
                <a16:creationId xmlns:a16="http://schemas.microsoft.com/office/drawing/2014/main" id="{BCCD3898-B7ED-1426-E1AE-51EF12DC39D5}"/>
              </a:ext>
            </a:extLst>
          </p:cNvPr>
          <p:cNvPicPr>
            <a:picLocks noChangeAspect="1"/>
          </p:cNvPicPr>
          <p:nvPr/>
        </p:nvPicPr>
        <p:blipFill>
          <a:blip r:embed="rId5">
            <a:alphaModFix amt="40000"/>
          </a:blip>
          <a:srcRect/>
          <a:stretch/>
        </p:blipFill>
        <p:spPr>
          <a:xfrm>
            <a:off x="4794034" y="2238707"/>
            <a:ext cx="152365" cy="152365"/>
          </a:xfrm>
          <a:prstGeom prst="rect">
            <a:avLst/>
          </a:prstGeom>
        </p:spPr>
      </p:pic>
      <p:sp>
        <p:nvSpPr>
          <p:cNvPr id="19" name="Text 14">
            <a:extLst>
              <a:ext uri="{FF2B5EF4-FFF2-40B4-BE49-F238E27FC236}">
                <a16:creationId xmlns:a16="http://schemas.microsoft.com/office/drawing/2014/main" id="{1DF3DFE4-5929-211C-388D-D3B44DE0B737}"/>
              </a:ext>
            </a:extLst>
          </p:cNvPr>
          <p:cNvSpPr/>
          <p:nvPr/>
        </p:nvSpPr>
        <p:spPr>
          <a:xfrm>
            <a:off x="4730573" y="2505419"/>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20" name="Text 15">
            <a:extLst>
              <a:ext uri="{FF2B5EF4-FFF2-40B4-BE49-F238E27FC236}">
                <a16:creationId xmlns:a16="http://schemas.microsoft.com/office/drawing/2014/main" id="{4EBF35A1-A105-2475-BF33-D385E9460C55}"/>
              </a:ext>
            </a:extLst>
          </p:cNvPr>
          <p:cNvSpPr/>
          <p:nvPr/>
        </p:nvSpPr>
        <p:spPr>
          <a:xfrm>
            <a:off x="4730573" y="2731461"/>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21" name="Shape 16">
            <a:extLst>
              <a:ext uri="{FF2B5EF4-FFF2-40B4-BE49-F238E27FC236}">
                <a16:creationId xmlns:a16="http://schemas.microsoft.com/office/drawing/2014/main" id="{DA5407D1-7CB2-7DDC-6127-5287A8771ED3}"/>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2" name="Shape 17">
            <a:extLst>
              <a:ext uri="{FF2B5EF4-FFF2-40B4-BE49-F238E27FC236}">
                <a16:creationId xmlns:a16="http://schemas.microsoft.com/office/drawing/2014/main" id="{D0177058-536B-295A-C072-A21B9D7E98BE}"/>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3" name="Image 3" descr="preencoded.png">
            <a:extLst>
              <a:ext uri="{FF2B5EF4-FFF2-40B4-BE49-F238E27FC236}">
                <a16:creationId xmlns:a16="http://schemas.microsoft.com/office/drawing/2014/main" id="{117B255E-E8BC-6876-B331-8C97972368D0}"/>
              </a:ext>
            </a:extLst>
          </p:cNvPr>
          <p:cNvPicPr>
            <a:picLocks noChangeAspect="1"/>
          </p:cNvPicPr>
          <p:nvPr/>
        </p:nvPicPr>
        <p:blipFill>
          <a:blip r:embed="rId6">
            <a:alphaModFix amt="40000"/>
          </a:blip>
          <a:srcRect/>
          <a:stretch/>
        </p:blipFill>
        <p:spPr>
          <a:xfrm>
            <a:off x="1136399" y="3699188"/>
            <a:ext cx="152365" cy="152365"/>
          </a:xfrm>
          <a:prstGeom prst="rect">
            <a:avLst/>
          </a:prstGeom>
        </p:spPr>
      </p:pic>
      <p:sp>
        <p:nvSpPr>
          <p:cNvPr id="24" name="Text 18">
            <a:extLst>
              <a:ext uri="{FF2B5EF4-FFF2-40B4-BE49-F238E27FC236}">
                <a16:creationId xmlns:a16="http://schemas.microsoft.com/office/drawing/2014/main" id="{D390380A-0B79-F82A-0D81-B754982BD08A}"/>
              </a:ext>
            </a:extLst>
          </p:cNvPr>
          <p:cNvSpPr/>
          <p:nvPr/>
        </p:nvSpPr>
        <p:spPr>
          <a:xfrm>
            <a:off x="1072938" y="396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5" name="Text 19">
            <a:extLst>
              <a:ext uri="{FF2B5EF4-FFF2-40B4-BE49-F238E27FC236}">
                <a16:creationId xmlns:a16="http://schemas.microsoft.com/office/drawing/2014/main" id="{F39EDF40-1666-5C16-FFA1-6D6803C221ED}"/>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6" name="Shape 20">
            <a:extLst>
              <a:ext uri="{FF2B5EF4-FFF2-40B4-BE49-F238E27FC236}">
                <a16:creationId xmlns:a16="http://schemas.microsoft.com/office/drawing/2014/main" id="{E06D8C08-3448-71C9-ACF9-F2B841BDD04F}"/>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7" name="Shape 21">
            <a:extLst>
              <a:ext uri="{FF2B5EF4-FFF2-40B4-BE49-F238E27FC236}">
                <a16:creationId xmlns:a16="http://schemas.microsoft.com/office/drawing/2014/main" id="{86E29D35-91AB-020E-8E5B-F9D9A487AB05}"/>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8" name="Image 4" descr="preencoded.png">
            <a:extLst>
              <a:ext uri="{FF2B5EF4-FFF2-40B4-BE49-F238E27FC236}">
                <a16:creationId xmlns:a16="http://schemas.microsoft.com/office/drawing/2014/main" id="{4699EA8C-4096-5939-B149-0CDBAEA3CF61}"/>
              </a:ext>
            </a:extLst>
          </p:cNvPr>
          <p:cNvPicPr>
            <a:picLocks noChangeAspect="1"/>
          </p:cNvPicPr>
          <p:nvPr/>
        </p:nvPicPr>
        <p:blipFill>
          <a:blip r:embed="rId7">
            <a:alphaModFix amt="40000"/>
          </a:blip>
          <a:srcRect/>
          <a:stretch/>
        </p:blipFill>
        <p:spPr>
          <a:xfrm>
            <a:off x="4794034" y="3699188"/>
            <a:ext cx="152365" cy="152365"/>
          </a:xfrm>
          <a:prstGeom prst="rect">
            <a:avLst/>
          </a:prstGeom>
        </p:spPr>
      </p:pic>
      <p:sp>
        <p:nvSpPr>
          <p:cNvPr id="29" name="Text 22">
            <a:extLst>
              <a:ext uri="{FF2B5EF4-FFF2-40B4-BE49-F238E27FC236}">
                <a16:creationId xmlns:a16="http://schemas.microsoft.com/office/drawing/2014/main" id="{C288DE54-4936-84DE-2CA2-A44B2C0A9BF8}"/>
              </a:ext>
            </a:extLst>
          </p:cNvPr>
          <p:cNvSpPr/>
          <p:nvPr/>
        </p:nvSpPr>
        <p:spPr>
          <a:xfrm>
            <a:off x="4730573" y="3965901"/>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30" name="Text 23">
            <a:extLst>
              <a:ext uri="{FF2B5EF4-FFF2-40B4-BE49-F238E27FC236}">
                <a16:creationId xmlns:a16="http://schemas.microsoft.com/office/drawing/2014/main" id="{552AF9D2-32F5-8148-03B3-A74C063DF78C}"/>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31" name="Shape 24">
            <a:extLst>
              <a:ext uri="{FF2B5EF4-FFF2-40B4-BE49-F238E27FC236}">
                <a16:creationId xmlns:a16="http://schemas.microsoft.com/office/drawing/2014/main" id="{26B2AA65-1C7E-475E-20A9-D89F856BFE54}"/>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2" name="Shape 25">
            <a:extLst>
              <a:ext uri="{FF2B5EF4-FFF2-40B4-BE49-F238E27FC236}">
                <a16:creationId xmlns:a16="http://schemas.microsoft.com/office/drawing/2014/main" id="{37B7B43B-016E-0CE1-49A2-4DAD4E153BF4}"/>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3" name="Image 5" descr="preencoded.png">
            <a:extLst>
              <a:ext uri="{FF2B5EF4-FFF2-40B4-BE49-F238E27FC236}">
                <a16:creationId xmlns:a16="http://schemas.microsoft.com/office/drawing/2014/main" id="{E53589B0-36D2-621D-CD14-EA98423D60BE}"/>
              </a:ext>
            </a:extLst>
          </p:cNvPr>
          <p:cNvPicPr>
            <a:picLocks noChangeAspect="1"/>
          </p:cNvPicPr>
          <p:nvPr/>
        </p:nvPicPr>
        <p:blipFill>
          <a:blip r:embed="rId8">
            <a:alphaModFix amt="40000"/>
          </a:blip>
          <a:srcRect/>
          <a:stretch/>
        </p:blipFill>
        <p:spPr>
          <a:xfrm>
            <a:off x="1136399" y="4969188"/>
            <a:ext cx="152365" cy="152365"/>
          </a:xfrm>
          <a:prstGeom prst="rect">
            <a:avLst/>
          </a:prstGeom>
        </p:spPr>
      </p:pic>
      <p:sp>
        <p:nvSpPr>
          <p:cNvPr id="34" name="Text 26">
            <a:extLst>
              <a:ext uri="{FF2B5EF4-FFF2-40B4-BE49-F238E27FC236}">
                <a16:creationId xmlns:a16="http://schemas.microsoft.com/office/drawing/2014/main" id="{F83E9580-CD14-280D-D3EF-8D9A980BB676}"/>
              </a:ext>
            </a:extLst>
          </p:cNvPr>
          <p:cNvSpPr/>
          <p:nvPr/>
        </p:nvSpPr>
        <p:spPr>
          <a:xfrm>
            <a:off x="1072938" y="523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5" name="Text 27">
            <a:extLst>
              <a:ext uri="{FF2B5EF4-FFF2-40B4-BE49-F238E27FC236}">
                <a16:creationId xmlns:a16="http://schemas.microsoft.com/office/drawing/2014/main" id="{2BCBBFB9-A082-80B7-85E9-1F70588E3A48}"/>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6" name="Shape 28">
            <a:extLst>
              <a:ext uri="{FF2B5EF4-FFF2-40B4-BE49-F238E27FC236}">
                <a16:creationId xmlns:a16="http://schemas.microsoft.com/office/drawing/2014/main" id="{8AA49AE3-1E23-DF38-F26D-A13133557262}"/>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7" name="Shape 29">
            <a:extLst>
              <a:ext uri="{FF2B5EF4-FFF2-40B4-BE49-F238E27FC236}">
                <a16:creationId xmlns:a16="http://schemas.microsoft.com/office/drawing/2014/main" id="{6E7FB769-6F2F-5B0F-CE9D-2169EFE091FD}"/>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8" name="Image 6" descr="preencoded.png">
            <a:extLst>
              <a:ext uri="{FF2B5EF4-FFF2-40B4-BE49-F238E27FC236}">
                <a16:creationId xmlns:a16="http://schemas.microsoft.com/office/drawing/2014/main" id="{63F727D9-90D2-B00E-818C-C8902153BA96}"/>
              </a:ext>
            </a:extLst>
          </p:cNvPr>
          <p:cNvPicPr>
            <a:picLocks noChangeAspect="1"/>
          </p:cNvPicPr>
          <p:nvPr/>
        </p:nvPicPr>
        <p:blipFill>
          <a:blip r:embed="rId9">
            <a:alphaModFix amt="40000"/>
          </a:blip>
          <a:srcRect/>
          <a:stretch/>
        </p:blipFill>
        <p:spPr>
          <a:xfrm>
            <a:off x="2889034" y="4969188"/>
            <a:ext cx="152365" cy="152365"/>
          </a:xfrm>
          <a:prstGeom prst="rect">
            <a:avLst/>
          </a:prstGeom>
        </p:spPr>
      </p:pic>
      <p:sp>
        <p:nvSpPr>
          <p:cNvPr id="39" name="Text 30">
            <a:extLst>
              <a:ext uri="{FF2B5EF4-FFF2-40B4-BE49-F238E27FC236}">
                <a16:creationId xmlns:a16="http://schemas.microsoft.com/office/drawing/2014/main" id="{EA31A8B5-43F7-85BC-5C44-556768DB8EAE}"/>
              </a:ext>
            </a:extLst>
          </p:cNvPr>
          <p:cNvSpPr/>
          <p:nvPr/>
        </p:nvSpPr>
        <p:spPr>
          <a:xfrm>
            <a:off x="2825573" y="5235901"/>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40" name="Text 31">
            <a:extLst>
              <a:ext uri="{FF2B5EF4-FFF2-40B4-BE49-F238E27FC236}">
                <a16:creationId xmlns:a16="http://schemas.microsoft.com/office/drawing/2014/main" id="{A0F8CE65-3891-11B0-41D3-F73E55A3D9B2}"/>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41" name="Shape 32">
            <a:extLst>
              <a:ext uri="{FF2B5EF4-FFF2-40B4-BE49-F238E27FC236}">
                <a16:creationId xmlns:a16="http://schemas.microsoft.com/office/drawing/2014/main" id="{AFCABA42-5717-880E-DB43-15F0DEB5B010}"/>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2" name="Shape 33">
            <a:extLst>
              <a:ext uri="{FF2B5EF4-FFF2-40B4-BE49-F238E27FC236}">
                <a16:creationId xmlns:a16="http://schemas.microsoft.com/office/drawing/2014/main" id="{8F47D212-E02E-CAC4-4216-5C32C1416B38}"/>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3" name="Image 7" descr="preencoded.png">
            <a:extLst>
              <a:ext uri="{FF2B5EF4-FFF2-40B4-BE49-F238E27FC236}">
                <a16:creationId xmlns:a16="http://schemas.microsoft.com/office/drawing/2014/main" id="{D705D816-F57D-E603-D0BB-9867EA8D84B4}"/>
              </a:ext>
            </a:extLst>
          </p:cNvPr>
          <p:cNvPicPr>
            <a:picLocks noChangeAspect="1"/>
          </p:cNvPicPr>
          <p:nvPr/>
        </p:nvPicPr>
        <p:blipFill>
          <a:blip r:embed="rId10">
            <a:alphaModFix amt="40000"/>
          </a:blip>
          <a:srcRect/>
          <a:stretch/>
        </p:blipFill>
        <p:spPr>
          <a:xfrm>
            <a:off x="4794034" y="4969188"/>
            <a:ext cx="152365" cy="152365"/>
          </a:xfrm>
          <a:prstGeom prst="rect">
            <a:avLst/>
          </a:prstGeom>
        </p:spPr>
      </p:pic>
      <p:sp>
        <p:nvSpPr>
          <p:cNvPr id="44" name="Text 34">
            <a:extLst>
              <a:ext uri="{FF2B5EF4-FFF2-40B4-BE49-F238E27FC236}">
                <a16:creationId xmlns:a16="http://schemas.microsoft.com/office/drawing/2014/main" id="{03C90109-2F45-842A-A6DE-52D4D997E9FA}"/>
              </a:ext>
            </a:extLst>
          </p:cNvPr>
          <p:cNvSpPr/>
          <p:nvPr/>
        </p:nvSpPr>
        <p:spPr>
          <a:xfrm>
            <a:off x="4730573" y="5235901"/>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5" name="Text 35">
            <a:extLst>
              <a:ext uri="{FF2B5EF4-FFF2-40B4-BE49-F238E27FC236}">
                <a16:creationId xmlns:a16="http://schemas.microsoft.com/office/drawing/2014/main" id="{74652DFD-A0BB-1C9E-CB17-5F0429B2AA87}"/>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6" name="Shape 36">
            <a:extLst>
              <a:ext uri="{FF2B5EF4-FFF2-40B4-BE49-F238E27FC236}">
                <a16:creationId xmlns:a16="http://schemas.microsoft.com/office/drawing/2014/main" id="{16BA24D3-7AB2-F78B-6BA7-706184B05C43}"/>
              </a:ext>
            </a:extLst>
          </p:cNvPr>
          <p:cNvSpPr/>
          <p:nvPr/>
        </p:nvSpPr>
        <p:spPr>
          <a:xfrm>
            <a:off x="6473676" y="2076909"/>
            <a:ext cx="131441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47" name="Shape 37">
            <a:extLst>
              <a:ext uri="{FF2B5EF4-FFF2-40B4-BE49-F238E27FC236}">
                <a16:creationId xmlns:a16="http://schemas.microsoft.com/office/drawing/2014/main" id="{0FCD3A0E-0B92-2FD3-97B8-4FC75388769C}"/>
              </a:ext>
            </a:extLst>
          </p:cNvPr>
          <p:cNvSpPr/>
          <p:nvPr/>
        </p:nvSpPr>
        <p:spPr>
          <a:xfrm>
            <a:off x="6584589" y="2187823"/>
            <a:ext cx="279384" cy="279384"/>
          </a:xfrm>
          <a:prstGeom prst="roundRect">
            <a:avLst>
              <a:gd name="adj" fmla="val 50000"/>
            </a:avLst>
          </a:prstGeom>
          <a:solidFill>
            <a:srgbClr val="16213E"/>
          </a:solidFill>
          <a:ln/>
        </p:spPr>
      </p:sp>
      <p:pic>
        <p:nvPicPr>
          <p:cNvPr id="48" name="Image 8" descr="preencoded.png">
            <a:extLst>
              <a:ext uri="{FF2B5EF4-FFF2-40B4-BE49-F238E27FC236}">
                <a16:creationId xmlns:a16="http://schemas.microsoft.com/office/drawing/2014/main" id="{64EBF23B-5728-ED24-B1E5-D6E97226C1C7}"/>
              </a:ext>
            </a:extLst>
          </p:cNvPr>
          <p:cNvPicPr>
            <a:picLocks noChangeAspect="1"/>
          </p:cNvPicPr>
          <p:nvPr/>
        </p:nvPicPr>
        <p:blipFill>
          <a:blip r:embed="rId11"/>
          <a:srcRect/>
          <a:stretch/>
        </p:blipFill>
        <p:spPr>
          <a:xfrm>
            <a:off x="6648049" y="2251283"/>
            <a:ext cx="152365" cy="152365"/>
          </a:xfrm>
          <a:prstGeom prst="rect">
            <a:avLst/>
          </a:prstGeom>
        </p:spPr>
      </p:pic>
      <p:sp>
        <p:nvSpPr>
          <p:cNvPr id="49" name="Text 38">
            <a:extLst>
              <a:ext uri="{FF2B5EF4-FFF2-40B4-BE49-F238E27FC236}">
                <a16:creationId xmlns:a16="http://schemas.microsoft.com/office/drawing/2014/main" id="{51F08191-E19A-9939-FB4C-1BDA97EB4558}"/>
              </a:ext>
            </a:extLst>
          </p:cNvPr>
          <p:cNvSpPr/>
          <p:nvPr/>
        </p:nvSpPr>
        <p:spPr>
          <a:xfrm>
            <a:off x="6584589" y="2517995"/>
            <a:ext cx="114338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Netzteil</a:t>
            </a:r>
            <a:endParaRPr lang="en-US" sz="1400" dirty="0"/>
          </a:p>
        </p:txBody>
      </p:sp>
      <p:sp>
        <p:nvSpPr>
          <p:cNvPr id="50" name="Text 39">
            <a:extLst>
              <a:ext uri="{FF2B5EF4-FFF2-40B4-BE49-F238E27FC236}">
                <a16:creationId xmlns:a16="http://schemas.microsoft.com/office/drawing/2014/main" id="{3FED9DAE-9A0B-A693-732D-113ED50E5302}"/>
              </a:ext>
            </a:extLst>
          </p:cNvPr>
          <p:cNvSpPr/>
          <p:nvPr/>
        </p:nvSpPr>
        <p:spPr>
          <a:xfrm>
            <a:off x="6584589" y="2744037"/>
            <a:ext cx="114338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STROM</a:t>
            </a:r>
            <a:endParaRPr lang="en-US" sz="1200" dirty="0"/>
          </a:p>
        </p:txBody>
      </p:sp>
      <p:sp>
        <p:nvSpPr>
          <p:cNvPr id="51" name="Shape 40">
            <a:extLst>
              <a:ext uri="{FF2B5EF4-FFF2-40B4-BE49-F238E27FC236}">
                <a16:creationId xmlns:a16="http://schemas.microsoft.com/office/drawing/2014/main" id="{35B1B865-44D2-79AF-6109-2D9E223728EF}"/>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2" name="Shape 41">
            <a:extLst>
              <a:ext uri="{FF2B5EF4-FFF2-40B4-BE49-F238E27FC236}">
                <a16:creationId xmlns:a16="http://schemas.microsoft.com/office/drawing/2014/main" id="{9A095407-1314-5BD8-E0E5-C95ED91A78F4}"/>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3" name="Image 9" descr="preencoded.png">
            <a:extLst>
              <a:ext uri="{FF2B5EF4-FFF2-40B4-BE49-F238E27FC236}">
                <a16:creationId xmlns:a16="http://schemas.microsoft.com/office/drawing/2014/main" id="{6475E336-7552-3A00-C102-229E4D617A56}"/>
              </a:ext>
            </a:extLst>
          </p:cNvPr>
          <p:cNvPicPr>
            <a:picLocks noChangeAspect="1"/>
          </p:cNvPicPr>
          <p:nvPr/>
        </p:nvPicPr>
        <p:blipFill>
          <a:blip r:embed="rId12">
            <a:alphaModFix amt="40000"/>
          </a:blip>
          <a:srcRect/>
          <a:stretch/>
        </p:blipFill>
        <p:spPr>
          <a:xfrm>
            <a:off x="6635475" y="3699188"/>
            <a:ext cx="152365" cy="152365"/>
          </a:xfrm>
          <a:prstGeom prst="rect">
            <a:avLst/>
          </a:prstGeom>
        </p:spPr>
      </p:pic>
      <p:sp>
        <p:nvSpPr>
          <p:cNvPr id="54" name="Text 42">
            <a:extLst>
              <a:ext uri="{FF2B5EF4-FFF2-40B4-BE49-F238E27FC236}">
                <a16:creationId xmlns:a16="http://schemas.microsoft.com/office/drawing/2014/main" id="{DFCE5B92-BD48-1FF5-CC09-0E4CB332CC77}"/>
              </a:ext>
            </a:extLst>
          </p:cNvPr>
          <p:cNvSpPr/>
          <p:nvPr/>
        </p:nvSpPr>
        <p:spPr>
          <a:xfrm>
            <a:off x="6572014" y="396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5" name="Text 43">
            <a:extLst>
              <a:ext uri="{FF2B5EF4-FFF2-40B4-BE49-F238E27FC236}">
                <a16:creationId xmlns:a16="http://schemas.microsoft.com/office/drawing/2014/main" id="{4ECFF658-C0F6-79A5-CCA3-78597CDA6C9C}"/>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6" name="Shape 44">
            <a:extLst>
              <a:ext uri="{FF2B5EF4-FFF2-40B4-BE49-F238E27FC236}">
                <a16:creationId xmlns:a16="http://schemas.microsoft.com/office/drawing/2014/main" id="{7EB67148-3DCF-9223-00ED-378D3CE4604F}"/>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7" name="Shape 45">
            <a:extLst>
              <a:ext uri="{FF2B5EF4-FFF2-40B4-BE49-F238E27FC236}">
                <a16:creationId xmlns:a16="http://schemas.microsoft.com/office/drawing/2014/main" id="{D22D0FFB-B9E7-2CAC-0759-FB5B24475BC8}"/>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8" name="Image 10" descr="preencoded.png">
            <a:extLst>
              <a:ext uri="{FF2B5EF4-FFF2-40B4-BE49-F238E27FC236}">
                <a16:creationId xmlns:a16="http://schemas.microsoft.com/office/drawing/2014/main" id="{BBDE4F20-BAF8-23A1-75F4-19609247E144}"/>
              </a:ext>
            </a:extLst>
          </p:cNvPr>
          <p:cNvPicPr>
            <a:picLocks noChangeAspect="1"/>
          </p:cNvPicPr>
          <p:nvPr/>
        </p:nvPicPr>
        <p:blipFill>
          <a:blip r:embed="rId13">
            <a:alphaModFix amt="40000"/>
          </a:blip>
          <a:srcRect/>
          <a:stretch/>
        </p:blipFill>
        <p:spPr>
          <a:xfrm>
            <a:off x="6635475" y="4969188"/>
            <a:ext cx="152365" cy="152365"/>
          </a:xfrm>
          <a:prstGeom prst="rect">
            <a:avLst/>
          </a:prstGeom>
        </p:spPr>
      </p:pic>
      <p:sp>
        <p:nvSpPr>
          <p:cNvPr id="59" name="Text 46">
            <a:extLst>
              <a:ext uri="{FF2B5EF4-FFF2-40B4-BE49-F238E27FC236}">
                <a16:creationId xmlns:a16="http://schemas.microsoft.com/office/drawing/2014/main" id="{DB1374A3-DC8E-6B77-F3A3-F59AEA473502}"/>
              </a:ext>
            </a:extLst>
          </p:cNvPr>
          <p:cNvSpPr/>
          <p:nvPr/>
        </p:nvSpPr>
        <p:spPr>
          <a:xfrm>
            <a:off x="6572014" y="523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60" name="Text 47">
            <a:extLst>
              <a:ext uri="{FF2B5EF4-FFF2-40B4-BE49-F238E27FC236}">
                <a16:creationId xmlns:a16="http://schemas.microsoft.com/office/drawing/2014/main" id="{2C1FF928-4F09-9B3B-85B6-6EAAFA032501}"/>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61" name="Image 11" descr="connector">
            <a:extLst>
              <a:ext uri="{FF2B5EF4-FFF2-40B4-BE49-F238E27FC236}">
                <a16:creationId xmlns:a16="http://schemas.microsoft.com/office/drawing/2014/main" id="{FCB8FD91-1872-B918-738E-9619E0C18840}"/>
              </a:ext>
            </a:extLst>
          </p:cNvPr>
          <p:cNvPicPr>
            <a:picLocks noChangeAspect="1"/>
          </p:cNvPicPr>
          <p:nvPr/>
        </p:nvPicPr>
        <p:blipFill>
          <a:blip r:embed="rId14"/>
          <a:srcRect l="-6" r="-6"/>
          <a:stretch/>
        </p:blipFill>
        <p:spPr>
          <a:xfrm>
            <a:off x="2336651" y="2619766"/>
            <a:ext cx="431749" cy="101576"/>
          </a:xfrm>
          <a:prstGeom prst="rect">
            <a:avLst/>
          </a:prstGeom>
        </p:spPr>
      </p:pic>
      <p:pic>
        <p:nvPicPr>
          <p:cNvPr id="62" name="Image 12" descr="connector">
            <a:extLst>
              <a:ext uri="{FF2B5EF4-FFF2-40B4-BE49-F238E27FC236}">
                <a16:creationId xmlns:a16="http://schemas.microsoft.com/office/drawing/2014/main" id="{42219216-79E4-DD52-4E21-B0D024FF9B2A}"/>
              </a:ext>
            </a:extLst>
          </p:cNvPr>
          <p:cNvPicPr>
            <a:picLocks noChangeAspect="1"/>
          </p:cNvPicPr>
          <p:nvPr/>
        </p:nvPicPr>
        <p:blipFill>
          <a:blip r:embed="rId15"/>
          <a:srcRect l="-5" r="-5"/>
          <a:stretch/>
        </p:blipFill>
        <p:spPr>
          <a:xfrm>
            <a:off x="4190862" y="2619766"/>
            <a:ext cx="482537" cy="101576"/>
          </a:xfrm>
          <a:prstGeom prst="rect">
            <a:avLst/>
          </a:prstGeom>
        </p:spPr>
      </p:pic>
      <p:pic>
        <p:nvPicPr>
          <p:cNvPr id="63" name="Image 13" descr="connector">
            <a:extLst>
              <a:ext uri="{FF2B5EF4-FFF2-40B4-BE49-F238E27FC236}">
                <a16:creationId xmlns:a16="http://schemas.microsoft.com/office/drawing/2014/main" id="{DD9B2F7C-A9E7-B74F-AE37-3C25BD785CBB}"/>
              </a:ext>
            </a:extLst>
          </p:cNvPr>
          <p:cNvPicPr>
            <a:picLocks noChangeAspect="1"/>
          </p:cNvPicPr>
          <p:nvPr/>
        </p:nvPicPr>
        <p:blipFill>
          <a:blip r:embed="rId16"/>
          <a:srcRect t="-9" b="-9"/>
          <a:stretch/>
        </p:blipFill>
        <p:spPr>
          <a:xfrm>
            <a:off x="3428843" y="3223037"/>
            <a:ext cx="101576" cy="1625517"/>
          </a:xfrm>
          <a:prstGeom prst="rect">
            <a:avLst/>
          </a:prstGeom>
        </p:spPr>
      </p:pic>
      <p:pic>
        <p:nvPicPr>
          <p:cNvPr id="192" name="Image 14" descr="connector">
            <a:extLst>
              <a:ext uri="{FF2B5EF4-FFF2-40B4-BE49-F238E27FC236}">
                <a16:creationId xmlns:a16="http://schemas.microsoft.com/office/drawing/2014/main" id="{05CF7383-3F7B-BB30-7BB4-1A59DF0D99AF}"/>
              </a:ext>
            </a:extLst>
          </p:cNvPr>
          <p:cNvPicPr>
            <a:picLocks noChangeAspect="1"/>
          </p:cNvPicPr>
          <p:nvPr/>
        </p:nvPicPr>
        <p:blipFill>
          <a:blip r:embed="rId17"/>
          <a:srcRect t="-1" b="-1"/>
          <a:stretch/>
        </p:blipFill>
        <p:spPr>
          <a:xfrm>
            <a:off x="3936823" y="3223037"/>
            <a:ext cx="736576" cy="863596"/>
          </a:xfrm>
          <a:prstGeom prst="rect">
            <a:avLst/>
          </a:prstGeom>
        </p:spPr>
      </p:pic>
      <p:pic>
        <p:nvPicPr>
          <p:cNvPr id="193" name="Image 15" descr="connector">
            <a:extLst>
              <a:ext uri="{FF2B5EF4-FFF2-40B4-BE49-F238E27FC236}">
                <a16:creationId xmlns:a16="http://schemas.microsoft.com/office/drawing/2014/main" id="{635E82F9-5842-4D08-C427-EDEDF584022F}"/>
              </a:ext>
            </a:extLst>
          </p:cNvPr>
          <p:cNvPicPr>
            <a:picLocks noChangeAspect="1"/>
          </p:cNvPicPr>
          <p:nvPr/>
        </p:nvPicPr>
        <p:blipFill>
          <a:blip r:embed="rId18"/>
          <a:srcRect l="-2" r="-2"/>
          <a:stretch/>
        </p:blipFill>
        <p:spPr>
          <a:xfrm>
            <a:off x="6019631" y="3985056"/>
            <a:ext cx="495210" cy="101576"/>
          </a:xfrm>
          <a:prstGeom prst="rect">
            <a:avLst/>
          </a:prstGeom>
        </p:spPr>
      </p:pic>
      <p:pic>
        <p:nvPicPr>
          <p:cNvPr id="194" name="Image 16" descr="connector">
            <a:extLst>
              <a:ext uri="{FF2B5EF4-FFF2-40B4-BE49-F238E27FC236}">
                <a16:creationId xmlns:a16="http://schemas.microsoft.com/office/drawing/2014/main" id="{B3F510A5-605C-8A0B-A982-3C1C0BFFC47D}"/>
              </a:ext>
            </a:extLst>
          </p:cNvPr>
          <p:cNvPicPr>
            <a:picLocks noChangeAspect="1"/>
          </p:cNvPicPr>
          <p:nvPr/>
        </p:nvPicPr>
        <p:blipFill>
          <a:blip r:embed="rId14"/>
          <a:srcRect l="-6" r="-6"/>
          <a:stretch/>
        </p:blipFill>
        <p:spPr>
          <a:xfrm>
            <a:off x="2336651" y="5255056"/>
            <a:ext cx="431749" cy="101576"/>
          </a:xfrm>
          <a:prstGeom prst="rect">
            <a:avLst/>
          </a:prstGeom>
        </p:spPr>
      </p:pic>
      <p:pic>
        <p:nvPicPr>
          <p:cNvPr id="195" name="Image 17" descr="connector">
            <a:extLst>
              <a:ext uri="{FF2B5EF4-FFF2-40B4-BE49-F238E27FC236}">
                <a16:creationId xmlns:a16="http://schemas.microsoft.com/office/drawing/2014/main" id="{AE4E8C9A-6668-9A1E-E52C-CD152B8CE21D}"/>
              </a:ext>
            </a:extLst>
          </p:cNvPr>
          <p:cNvPicPr>
            <a:picLocks noChangeAspect="1"/>
          </p:cNvPicPr>
          <p:nvPr/>
        </p:nvPicPr>
        <p:blipFill>
          <a:blip r:embed="rId15"/>
          <a:srcRect l="-5" r="-5"/>
          <a:stretch/>
        </p:blipFill>
        <p:spPr>
          <a:xfrm>
            <a:off x="4190862" y="5255056"/>
            <a:ext cx="482537" cy="101576"/>
          </a:xfrm>
          <a:prstGeom prst="rect">
            <a:avLst/>
          </a:prstGeom>
        </p:spPr>
      </p:pic>
      <p:pic>
        <p:nvPicPr>
          <p:cNvPr id="196" name="Image 18" descr="connector">
            <a:extLst>
              <a:ext uri="{FF2B5EF4-FFF2-40B4-BE49-F238E27FC236}">
                <a16:creationId xmlns:a16="http://schemas.microsoft.com/office/drawing/2014/main" id="{E2DC56BB-EE4B-2F5B-F4C5-263E204C611E}"/>
              </a:ext>
            </a:extLst>
          </p:cNvPr>
          <p:cNvPicPr>
            <a:picLocks noChangeAspect="1"/>
          </p:cNvPicPr>
          <p:nvPr/>
        </p:nvPicPr>
        <p:blipFill>
          <a:blip r:embed="rId18"/>
          <a:srcRect l="-2" r="-2"/>
          <a:stretch/>
        </p:blipFill>
        <p:spPr>
          <a:xfrm>
            <a:off x="6019631" y="5255056"/>
            <a:ext cx="495210" cy="101576"/>
          </a:xfrm>
          <a:prstGeom prst="rect">
            <a:avLst/>
          </a:prstGeom>
        </p:spPr>
      </p:pic>
      <p:pic>
        <p:nvPicPr>
          <p:cNvPr id="197" name="Image 19" descr="connector">
            <a:extLst>
              <a:ext uri="{FF2B5EF4-FFF2-40B4-BE49-F238E27FC236}">
                <a16:creationId xmlns:a16="http://schemas.microsoft.com/office/drawing/2014/main" id="{D993BC51-075E-0BFE-D7C5-888DCFFE51C3}"/>
              </a:ext>
            </a:extLst>
          </p:cNvPr>
          <p:cNvPicPr>
            <a:picLocks noChangeAspect="1"/>
          </p:cNvPicPr>
          <p:nvPr/>
        </p:nvPicPr>
        <p:blipFill>
          <a:blip r:embed="rId19"/>
          <a:srcRect/>
          <a:stretch/>
        </p:blipFill>
        <p:spPr>
          <a:xfrm>
            <a:off x="6133978" y="2594421"/>
            <a:ext cx="406306" cy="152365"/>
          </a:xfrm>
          <a:prstGeom prst="rect">
            <a:avLst/>
          </a:prstGeom>
        </p:spPr>
      </p:pic>
      <p:sp>
        <p:nvSpPr>
          <p:cNvPr id="198" name="Shape 48">
            <a:extLst>
              <a:ext uri="{FF2B5EF4-FFF2-40B4-BE49-F238E27FC236}">
                <a16:creationId xmlns:a16="http://schemas.microsoft.com/office/drawing/2014/main" id="{0E94905C-0347-454D-1583-F69BA6572F0A}"/>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9" name="Text 49">
            <a:extLst>
              <a:ext uri="{FF2B5EF4-FFF2-40B4-BE49-F238E27FC236}">
                <a16:creationId xmlns:a16="http://schemas.microsoft.com/office/drawing/2014/main" id="{C0D8AABF-1B9D-7E5E-1336-F7824630C5D8}"/>
              </a:ext>
            </a:extLst>
          </p:cNvPr>
          <p:cNvSpPr/>
          <p:nvPr/>
        </p:nvSpPr>
        <p:spPr>
          <a:xfrm>
            <a:off x="8311879" y="18196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1 VON 8</a:t>
            </a:r>
            <a:endParaRPr lang="en-US" sz="1200" dirty="0"/>
          </a:p>
        </p:txBody>
      </p:sp>
      <p:sp>
        <p:nvSpPr>
          <p:cNvPr id="200" name="Text 50">
            <a:extLst>
              <a:ext uri="{FF2B5EF4-FFF2-40B4-BE49-F238E27FC236}">
                <a16:creationId xmlns:a16="http://schemas.microsoft.com/office/drawing/2014/main" id="{2247DFCB-E785-EE64-CBD3-BB4F48ACD1C1}"/>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Das Netzteil versorgt das Board</a:t>
            </a:r>
            <a:endParaRPr lang="en-US" sz="1600" dirty="0"/>
          </a:p>
        </p:txBody>
      </p:sp>
      <p:sp>
        <p:nvSpPr>
          <p:cNvPr id="201" name="Text 51">
            <a:extLst>
              <a:ext uri="{FF2B5EF4-FFF2-40B4-BE49-F238E27FC236}">
                <a16:creationId xmlns:a16="http://schemas.microsoft.com/office/drawing/2014/main" id="{D06E80DF-D31F-F3E1-88B2-AA099563C6A3}"/>
              </a:ext>
            </a:extLst>
          </p:cNvPr>
          <p:cNvSpPr/>
          <p:nvPr/>
        </p:nvSpPr>
        <p:spPr>
          <a:xfrm>
            <a:off x="8404335" y="2774193"/>
            <a:ext cx="2791040" cy="1305027"/>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Einschaltknopf startet das Netzteil</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Strom per 24-Pin-Stecker ans Board, 8-Pin direkt zur CPU</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Spannungen stabil → Signal „Power Good“</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erst dann startet die CPU</a:t>
            </a:r>
            <a:endParaRPr lang="en-US" sz="1200" dirty="0"/>
          </a:p>
        </p:txBody>
      </p:sp>
      <p:sp>
        <p:nvSpPr>
          <p:cNvPr id="202" name="Shape 52">
            <a:extLst>
              <a:ext uri="{FF2B5EF4-FFF2-40B4-BE49-F238E27FC236}">
                <a16:creationId xmlns:a16="http://schemas.microsoft.com/office/drawing/2014/main" id="{BE134895-0A9F-1157-A576-0DFB76547ED7}"/>
              </a:ext>
            </a:extLst>
          </p:cNvPr>
          <p:cNvSpPr/>
          <p:nvPr/>
        </p:nvSpPr>
        <p:spPr>
          <a:xfrm>
            <a:off x="8311879" y="5131702"/>
            <a:ext cx="2806908" cy="0"/>
          </a:xfrm>
          <a:prstGeom prst="line">
            <a:avLst/>
          </a:prstGeom>
          <a:noFill/>
          <a:ln w="6350">
            <a:solidFill>
              <a:srgbClr val="E3E7EE"/>
            </a:solidFill>
            <a:prstDash val="solid"/>
          </a:ln>
        </p:spPr>
      </p:sp>
      <p:sp>
        <p:nvSpPr>
          <p:cNvPr id="203" name="Text 53">
            <a:extLst>
              <a:ext uri="{FF2B5EF4-FFF2-40B4-BE49-F238E27FC236}">
                <a16:creationId xmlns:a16="http://schemas.microsoft.com/office/drawing/2014/main" id="{03170DE4-86A4-066D-B66A-09EF94D83F25}"/>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4" name="Text 54">
            <a:extLst>
              <a:ext uri="{FF2B5EF4-FFF2-40B4-BE49-F238E27FC236}">
                <a16:creationId xmlns:a16="http://schemas.microsoft.com/office/drawing/2014/main" id="{FF0E5595-4B55-57D2-A4BF-EC2988136632}"/>
              </a:ext>
            </a:extLst>
          </p:cNvPr>
          <p:cNvSpPr/>
          <p:nvPr/>
        </p:nvSpPr>
        <p:spPr>
          <a:xfrm>
            <a:off x="8311879" y="5513025"/>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Netzteil → Mainboard → CPU</a:t>
            </a:r>
            <a:endParaRPr lang="en-US" sz="1400" dirty="0"/>
          </a:p>
        </p:txBody>
      </p:sp>
    </p:spTree>
    <p:extLst>
      <p:ext uri="{BB962C8B-B14F-4D97-AF65-F5344CB8AC3E}">
        <p14:creationId xmlns:p14="http://schemas.microsoft.com/office/powerpoint/2010/main" val="3429719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3" name="Shape 2">
            <a:extLst>
              <a:ext uri="{FF2B5EF4-FFF2-40B4-BE49-F238E27FC236}">
                <a16:creationId xmlns:a16="http://schemas.microsoft.com/office/drawing/2014/main" id="{97C9434C-CFA0-86C7-6A47-7A01A4AEED12}"/>
              </a:ext>
            </a:extLst>
          </p:cNvPr>
          <p:cNvSpPr/>
          <p:nvPr/>
        </p:nvSpPr>
        <p:spPr>
          <a:xfrm>
            <a:off x="815885" y="1753062"/>
            <a:ext cx="5391150" cy="4248071"/>
          </a:xfrm>
          <a:prstGeom prst="roundRect">
            <a:avLst>
              <a:gd name="adj" fmla="val 3513"/>
            </a:avLst>
          </a:prstGeom>
          <a:solidFill>
            <a:srgbClr val="EEF1F5"/>
          </a:solidFill>
          <a:ln w="6350">
            <a:solidFill>
              <a:srgbClr val="D8DEE7"/>
            </a:solidFill>
            <a:prstDash val="solid"/>
          </a:ln>
        </p:spPr>
      </p:sp>
      <p:sp>
        <p:nvSpPr>
          <p:cNvPr id="4" name="Text 3">
            <a:extLst>
              <a:ext uri="{FF2B5EF4-FFF2-40B4-BE49-F238E27FC236}">
                <a16:creationId xmlns:a16="http://schemas.microsoft.com/office/drawing/2014/main" id="{2B2C3127-B97F-2B4B-9AC0-02CECE728234}"/>
              </a:ext>
            </a:extLst>
          </p:cNvPr>
          <p:cNvSpPr/>
          <p:nvPr/>
        </p:nvSpPr>
        <p:spPr>
          <a:xfrm>
            <a:off x="965074" y="1610193"/>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205" name="Shape 4">
            <a:extLst>
              <a:ext uri="{FF2B5EF4-FFF2-40B4-BE49-F238E27FC236}">
                <a16:creationId xmlns:a16="http://schemas.microsoft.com/office/drawing/2014/main" id="{CE48AB8F-D406-0006-75A8-3256B371BBEE}"/>
              </a:ext>
            </a:extLst>
          </p:cNvPr>
          <p:cNvSpPr/>
          <p:nvPr/>
        </p:nvSpPr>
        <p:spPr>
          <a:xfrm>
            <a:off x="968249" y="2070562"/>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6" name="Shape 5">
            <a:extLst>
              <a:ext uri="{FF2B5EF4-FFF2-40B4-BE49-F238E27FC236}">
                <a16:creationId xmlns:a16="http://schemas.microsoft.com/office/drawing/2014/main" id="{D85220CB-03B5-8C70-22F0-5BB68528E455}"/>
              </a:ext>
            </a:extLst>
          </p:cNvPr>
          <p:cNvSpPr/>
          <p:nvPr/>
        </p:nvSpPr>
        <p:spPr>
          <a:xfrm>
            <a:off x="1072938" y="2175250"/>
            <a:ext cx="279384" cy="279384"/>
          </a:xfrm>
          <a:prstGeom prst="roundRect">
            <a:avLst>
              <a:gd name="adj" fmla="val 50000"/>
            </a:avLst>
          </a:prstGeom>
          <a:solidFill>
            <a:srgbClr val="16213E">
              <a:alpha val="40000"/>
            </a:srgbClr>
          </a:solidFill>
          <a:ln/>
        </p:spPr>
      </p:sp>
      <p:pic>
        <p:nvPicPr>
          <p:cNvPr id="207" name="Image 0" descr="preencoded.png">
            <a:extLst>
              <a:ext uri="{FF2B5EF4-FFF2-40B4-BE49-F238E27FC236}">
                <a16:creationId xmlns:a16="http://schemas.microsoft.com/office/drawing/2014/main" id="{06E21D22-F9ED-B94D-0E28-8987BCC4E914}"/>
              </a:ext>
            </a:extLst>
          </p:cNvPr>
          <p:cNvPicPr>
            <a:picLocks noChangeAspect="1"/>
          </p:cNvPicPr>
          <p:nvPr/>
        </p:nvPicPr>
        <p:blipFill>
          <a:blip r:embed="rId3">
            <a:alphaModFix amt="40000"/>
          </a:blip>
          <a:srcRect/>
          <a:stretch/>
        </p:blipFill>
        <p:spPr>
          <a:xfrm>
            <a:off x="1136399" y="2238710"/>
            <a:ext cx="152365" cy="152365"/>
          </a:xfrm>
          <a:prstGeom prst="rect">
            <a:avLst/>
          </a:prstGeom>
        </p:spPr>
      </p:pic>
      <p:sp>
        <p:nvSpPr>
          <p:cNvPr id="208" name="Text 6">
            <a:extLst>
              <a:ext uri="{FF2B5EF4-FFF2-40B4-BE49-F238E27FC236}">
                <a16:creationId xmlns:a16="http://schemas.microsoft.com/office/drawing/2014/main" id="{F2113D89-5BD0-1F28-5950-F1EA274C3BB2}"/>
              </a:ext>
            </a:extLst>
          </p:cNvPr>
          <p:cNvSpPr/>
          <p:nvPr/>
        </p:nvSpPr>
        <p:spPr>
          <a:xfrm>
            <a:off x="1072938" y="2505422"/>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209" name="Text 7">
            <a:extLst>
              <a:ext uri="{FF2B5EF4-FFF2-40B4-BE49-F238E27FC236}">
                <a16:creationId xmlns:a16="http://schemas.microsoft.com/office/drawing/2014/main" id="{D064530F-81F7-D91A-933D-6B82707C357B}"/>
              </a:ext>
            </a:extLst>
          </p:cNvPr>
          <p:cNvSpPr/>
          <p:nvPr/>
        </p:nvSpPr>
        <p:spPr>
          <a:xfrm>
            <a:off x="1072938" y="2731464"/>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210" name="Shape 8">
            <a:extLst>
              <a:ext uri="{FF2B5EF4-FFF2-40B4-BE49-F238E27FC236}">
                <a16:creationId xmlns:a16="http://schemas.microsoft.com/office/drawing/2014/main" id="{468A2DCE-0073-A475-BD70-F50B9958FBA4}"/>
              </a:ext>
            </a:extLst>
          </p:cNvPr>
          <p:cNvSpPr/>
          <p:nvPr/>
        </p:nvSpPr>
        <p:spPr>
          <a:xfrm>
            <a:off x="2727235" y="2076912"/>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11" name="Shape 9">
            <a:extLst>
              <a:ext uri="{FF2B5EF4-FFF2-40B4-BE49-F238E27FC236}">
                <a16:creationId xmlns:a16="http://schemas.microsoft.com/office/drawing/2014/main" id="{A3D3C493-CAF0-DB64-A0F4-B4DC7C3C4325}"/>
              </a:ext>
            </a:extLst>
          </p:cNvPr>
          <p:cNvSpPr/>
          <p:nvPr/>
        </p:nvSpPr>
        <p:spPr>
          <a:xfrm>
            <a:off x="2838147" y="2187823"/>
            <a:ext cx="279384" cy="279384"/>
          </a:xfrm>
          <a:prstGeom prst="roundRect">
            <a:avLst>
              <a:gd name="adj" fmla="val 50000"/>
            </a:avLst>
          </a:prstGeom>
          <a:solidFill>
            <a:srgbClr val="16213E"/>
          </a:solidFill>
          <a:ln/>
        </p:spPr>
      </p:sp>
      <p:pic>
        <p:nvPicPr>
          <p:cNvPr id="212" name="Image 1" descr="preencoded.png">
            <a:extLst>
              <a:ext uri="{FF2B5EF4-FFF2-40B4-BE49-F238E27FC236}">
                <a16:creationId xmlns:a16="http://schemas.microsoft.com/office/drawing/2014/main" id="{02CC9690-51D4-1314-670A-E0DB7E2282A8}"/>
              </a:ext>
            </a:extLst>
          </p:cNvPr>
          <p:cNvPicPr>
            <a:picLocks noChangeAspect="1"/>
          </p:cNvPicPr>
          <p:nvPr/>
        </p:nvPicPr>
        <p:blipFill>
          <a:blip r:embed="rId4"/>
          <a:srcRect/>
          <a:stretch/>
        </p:blipFill>
        <p:spPr>
          <a:xfrm>
            <a:off x="2901608" y="2251286"/>
            <a:ext cx="152365" cy="152365"/>
          </a:xfrm>
          <a:prstGeom prst="rect">
            <a:avLst/>
          </a:prstGeom>
        </p:spPr>
      </p:pic>
      <p:sp>
        <p:nvSpPr>
          <p:cNvPr id="213" name="Text 10">
            <a:extLst>
              <a:ext uri="{FF2B5EF4-FFF2-40B4-BE49-F238E27FC236}">
                <a16:creationId xmlns:a16="http://schemas.microsoft.com/office/drawing/2014/main" id="{37C0BC69-5BBC-B107-06EE-6FCFF711DEF6}"/>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214" name="Text 11">
            <a:extLst>
              <a:ext uri="{FF2B5EF4-FFF2-40B4-BE49-F238E27FC236}">
                <a16:creationId xmlns:a16="http://schemas.microsoft.com/office/drawing/2014/main" id="{619F7540-387B-B0FF-9FCD-5AF7566353C0}"/>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215" name="Shape 12">
            <a:extLst>
              <a:ext uri="{FF2B5EF4-FFF2-40B4-BE49-F238E27FC236}">
                <a16:creationId xmlns:a16="http://schemas.microsoft.com/office/drawing/2014/main" id="{6A399A7A-B6F3-3842-B9B9-3EF886AE10E5}"/>
              </a:ext>
            </a:extLst>
          </p:cNvPr>
          <p:cNvSpPr/>
          <p:nvPr/>
        </p:nvSpPr>
        <p:spPr>
          <a:xfrm>
            <a:off x="4625885" y="2070562"/>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16" name="Shape 13">
            <a:extLst>
              <a:ext uri="{FF2B5EF4-FFF2-40B4-BE49-F238E27FC236}">
                <a16:creationId xmlns:a16="http://schemas.microsoft.com/office/drawing/2014/main" id="{88288474-1E98-E696-1B48-354A43573940}"/>
              </a:ext>
            </a:extLst>
          </p:cNvPr>
          <p:cNvSpPr/>
          <p:nvPr/>
        </p:nvSpPr>
        <p:spPr>
          <a:xfrm>
            <a:off x="4730573" y="2175250"/>
            <a:ext cx="279384" cy="279384"/>
          </a:xfrm>
          <a:prstGeom prst="roundRect">
            <a:avLst>
              <a:gd name="adj" fmla="val 50000"/>
            </a:avLst>
          </a:prstGeom>
          <a:solidFill>
            <a:srgbClr val="16213E">
              <a:alpha val="40000"/>
            </a:srgbClr>
          </a:solidFill>
          <a:ln/>
        </p:spPr>
      </p:sp>
      <p:pic>
        <p:nvPicPr>
          <p:cNvPr id="217" name="Image 2" descr="preencoded.png">
            <a:extLst>
              <a:ext uri="{FF2B5EF4-FFF2-40B4-BE49-F238E27FC236}">
                <a16:creationId xmlns:a16="http://schemas.microsoft.com/office/drawing/2014/main" id="{B28D494A-DC79-8CBD-B63F-DD89D84D781F}"/>
              </a:ext>
            </a:extLst>
          </p:cNvPr>
          <p:cNvPicPr>
            <a:picLocks noChangeAspect="1"/>
          </p:cNvPicPr>
          <p:nvPr/>
        </p:nvPicPr>
        <p:blipFill>
          <a:blip r:embed="rId5">
            <a:alphaModFix amt="40000"/>
          </a:blip>
          <a:srcRect/>
          <a:stretch/>
        </p:blipFill>
        <p:spPr>
          <a:xfrm>
            <a:off x="4794034" y="2238710"/>
            <a:ext cx="152365" cy="152365"/>
          </a:xfrm>
          <a:prstGeom prst="rect">
            <a:avLst/>
          </a:prstGeom>
        </p:spPr>
      </p:pic>
      <p:sp>
        <p:nvSpPr>
          <p:cNvPr id="218" name="Text 14">
            <a:extLst>
              <a:ext uri="{FF2B5EF4-FFF2-40B4-BE49-F238E27FC236}">
                <a16:creationId xmlns:a16="http://schemas.microsoft.com/office/drawing/2014/main" id="{B26C1E27-19E0-84EF-A31C-F14A62CCB9BB}"/>
              </a:ext>
            </a:extLst>
          </p:cNvPr>
          <p:cNvSpPr/>
          <p:nvPr/>
        </p:nvSpPr>
        <p:spPr>
          <a:xfrm>
            <a:off x="4730573" y="2505422"/>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219" name="Text 15">
            <a:extLst>
              <a:ext uri="{FF2B5EF4-FFF2-40B4-BE49-F238E27FC236}">
                <a16:creationId xmlns:a16="http://schemas.microsoft.com/office/drawing/2014/main" id="{1F0F7B76-0A5E-28DA-601B-6B1FE4CF843A}"/>
              </a:ext>
            </a:extLst>
          </p:cNvPr>
          <p:cNvSpPr/>
          <p:nvPr/>
        </p:nvSpPr>
        <p:spPr>
          <a:xfrm>
            <a:off x="4730573" y="2731464"/>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220" name="Shape 16">
            <a:extLst>
              <a:ext uri="{FF2B5EF4-FFF2-40B4-BE49-F238E27FC236}">
                <a16:creationId xmlns:a16="http://schemas.microsoft.com/office/drawing/2014/main" id="{D0B8DCAE-F86E-75EE-5BB2-484EF3AE8D5E}"/>
              </a:ext>
            </a:extLst>
          </p:cNvPr>
          <p:cNvSpPr/>
          <p:nvPr/>
        </p:nvSpPr>
        <p:spPr>
          <a:xfrm>
            <a:off x="974599" y="3537390"/>
            <a:ext cx="1403315"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21" name="Shape 17">
            <a:extLst>
              <a:ext uri="{FF2B5EF4-FFF2-40B4-BE49-F238E27FC236}">
                <a16:creationId xmlns:a16="http://schemas.microsoft.com/office/drawing/2014/main" id="{C84F25B9-555D-D728-3259-A5E84317B391}"/>
              </a:ext>
            </a:extLst>
          </p:cNvPr>
          <p:cNvSpPr/>
          <p:nvPr/>
        </p:nvSpPr>
        <p:spPr>
          <a:xfrm>
            <a:off x="1085512" y="3648304"/>
            <a:ext cx="279384" cy="279384"/>
          </a:xfrm>
          <a:prstGeom prst="roundRect">
            <a:avLst>
              <a:gd name="adj" fmla="val 50000"/>
            </a:avLst>
          </a:prstGeom>
          <a:solidFill>
            <a:srgbClr val="16213E"/>
          </a:solidFill>
          <a:ln/>
        </p:spPr>
      </p:sp>
      <p:pic>
        <p:nvPicPr>
          <p:cNvPr id="222" name="Image 3" descr="preencoded.png">
            <a:extLst>
              <a:ext uri="{FF2B5EF4-FFF2-40B4-BE49-F238E27FC236}">
                <a16:creationId xmlns:a16="http://schemas.microsoft.com/office/drawing/2014/main" id="{4E1FEB98-9514-585C-1767-692C022AD33E}"/>
              </a:ext>
            </a:extLst>
          </p:cNvPr>
          <p:cNvPicPr>
            <a:picLocks noChangeAspect="1"/>
          </p:cNvPicPr>
          <p:nvPr/>
        </p:nvPicPr>
        <p:blipFill>
          <a:blip r:embed="rId6"/>
          <a:srcRect/>
          <a:stretch/>
        </p:blipFill>
        <p:spPr>
          <a:xfrm>
            <a:off x="1148973" y="3711764"/>
            <a:ext cx="152365" cy="152365"/>
          </a:xfrm>
          <a:prstGeom prst="rect">
            <a:avLst/>
          </a:prstGeom>
        </p:spPr>
      </p:pic>
      <p:sp>
        <p:nvSpPr>
          <p:cNvPr id="223" name="Text 18">
            <a:extLst>
              <a:ext uri="{FF2B5EF4-FFF2-40B4-BE49-F238E27FC236}">
                <a16:creationId xmlns:a16="http://schemas.microsoft.com/office/drawing/2014/main" id="{327AED86-8EBE-33A1-9420-4519F69E349E}"/>
              </a:ext>
            </a:extLst>
          </p:cNvPr>
          <p:cNvSpPr/>
          <p:nvPr/>
        </p:nvSpPr>
        <p:spPr>
          <a:xfrm>
            <a:off x="1085512" y="3978477"/>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Batterie</a:t>
            </a:r>
            <a:endParaRPr lang="en-US" sz="1400" dirty="0"/>
          </a:p>
        </p:txBody>
      </p:sp>
      <p:sp>
        <p:nvSpPr>
          <p:cNvPr id="224" name="Text 19">
            <a:extLst>
              <a:ext uri="{FF2B5EF4-FFF2-40B4-BE49-F238E27FC236}">
                <a16:creationId xmlns:a16="http://schemas.microsoft.com/office/drawing/2014/main" id="{7BB755BE-C306-584D-21AC-7A765DC597BE}"/>
              </a:ext>
            </a:extLst>
          </p:cNvPr>
          <p:cNvSpPr/>
          <p:nvPr/>
        </p:nvSpPr>
        <p:spPr>
          <a:xfrm>
            <a:off x="1085512" y="4204519"/>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CMOS</a:t>
            </a:r>
            <a:endParaRPr lang="en-US" sz="1200" dirty="0"/>
          </a:p>
        </p:txBody>
      </p:sp>
      <p:sp>
        <p:nvSpPr>
          <p:cNvPr id="225" name="Shape 20">
            <a:extLst>
              <a:ext uri="{FF2B5EF4-FFF2-40B4-BE49-F238E27FC236}">
                <a16:creationId xmlns:a16="http://schemas.microsoft.com/office/drawing/2014/main" id="{F5FAE497-3DD1-36C0-C162-A6071E25C59F}"/>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26" name="Shape 21">
            <a:extLst>
              <a:ext uri="{FF2B5EF4-FFF2-40B4-BE49-F238E27FC236}">
                <a16:creationId xmlns:a16="http://schemas.microsoft.com/office/drawing/2014/main" id="{5A485583-C285-ACC4-C79E-487DD633589C}"/>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27" name="Image 4" descr="preencoded.png">
            <a:extLst>
              <a:ext uri="{FF2B5EF4-FFF2-40B4-BE49-F238E27FC236}">
                <a16:creationId xmlns:a16="http://schemas.microsoft.com/office/drawing/2014/main" id="{CF05A22B-D7EA-EEA4-B729-2531E5897906}"/>
              </a:ext>
            </a:extLst>
          </p:cNvPr>
          <p:cNvPicPr>
            <a:picLocks noChangeAspect="1"/>
          </p:cNvPicPr>
          <p:nvPr/>
        </p:nvPicPr>
        <p:blipFill>
          <a:blip r:embed="rId7">
            <a:alphaModFix amt="40000"/>
          </a:blip>
          <a:srcRect/>
          <a:stretch/>
        </p:blipFill>
        <p:spPr>
          <a:xfrm>
            <a:off x="4794034" y="3699191"/>
            <a:ext cx="152365" cy="152365"/>
          </a:xfrm>
          <a:prstGeom prst="rect">
            <a:avLst/>
          </a:prstGeom>
        </p:spPr>
      </p:pic>
      <p:sp>
        <p:nvSpPr>
          <p:cNvPr id="228" name="Text 22">
            <a:extLst>
              <a:ext uri="{FF2B5EF4-FFF2-40B4-BE49-F238E27FC236}">
                <a16:creationId xmlns:a16="http://schemas.microsoft.com/office/drawing/2014/main" id="{55E66244-26F7-D45D-B0FC-7FF03F198053}"/>
              </a:ext>
            </a:extLst>
          </p:cNvPr>
          <p:cNvSpPr/>
          <p:nvPr/>
        </p:nvSpPr>
        <p:spPr>
          <a:xfrm>
            <a:off x="4730573" y="396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29" name="Text 23">
            <a:extLst>
              <a:ext uri="{FF2B5EF4-FFF2-40B4-BE49-F238E27FC236}">
                <a16:creationId xmlns:a16="http://schemas.microsoft.com/office/drawing/2014/main" id="{F579468A-98C8-1A71-6F92-AF3DEA518742}"/>
              </a:ext>
            </a:extLst>
          </p:cNvPr>
          <p:cNvSpPr/>
          <p:nvPr/>
        </p:nvSpPr>
        <p:spPr>
          <a:xfrm>
            <a:off x="4730573" y="4191946"/>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30" name="Shape 24">
            <a:extLst>
              <a:ext uri="{FF2B5EF4-FFF2-40B4-BE49-F238E27FC236}">
                <a16:creationId xmlns:a16="http://schemas.microsoft.com/office/drawing/2014/main" id="{B8C676FF-43BF-8109-3CA8-4FEE27204284}"/>
              </a:ext>
            </a:extLst>
          </p:cNvPr>
          <p:cNvSpPr/>
          <p:nvPr/>
        </p:nvSpPr>
        <p:spPr>
          <a:xfrm>
            <a:off x="974599" y="4807390"/>
            <a:ext cx="1403315"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31" name="Shape 25">
            <a:extLst>
              <a:ext uri="{FF2B5EF4-FFF2-40B4-BE49-F238E27FC236}">
                <a16:creationId xmlns:a16="http://schemas.microsoft.com/office/drawing/2014/main" id="{9170DE74-C5A0-3C0A-C5E7-9669D5600E08}"/>
              </a:ext>
            </a:extLst>
          </p:cNvPr>
          <p:cNvSpPr/>
          <p:nvPr/>
        </p:nvSpPr>
        <p:spPr>
          <a:xfrm>
            <a:off x="1085512" y="4918304"/>
            <a:ext cx="279384" cy="279384"/>
          </a:xfrm>
          <a:prstGeom prst="roundRect">
            <a:avLst>
              <a:gd name="adj" fmla="val 50000"/>
            </a:avLst>
          </a:prstGeom>
          <a:solidFill>
            <a:srgbClr val="16213E"/>
          </a:solidFill>
          <a:ln/>
        </p:spPr>
      </p:sp>
      <p:pic>
        <p:nvPicPr>
          <p:cNvPr id="232" name="Image 5" descr="preencoded.png">
            <a:extLst>
              <a:ext uri="{FF2B5EF4-FFF2-40B4-BE49-F238E27FC236}">
                <a16:creationId xmlns:a16="http://schemas.microsoft.com/office/drawing/2014/main" id="{1A6342EC-DE42-5599-02B4-DF3D62E6D991}"/>
              </a:ext>
            </a:extLst>
          </p:cNvPr>
          <p:cNvPicPr>
            <a:picLocks noChangeAspect="1"/>
          </p:cNvPicPr>
          <p:nvPr/>
        </p:nvPicPr>
        <p:blipFill>
          <a:blip r:embed="rId8"/>
          <a:srcRect/>
          <a:stretch/>
        </p:blipFill>
        <p:spPr>
          <a:xfrm>
            <a:off x="1148973" y="4981764"/>
            <a:ext cx="152365" cy="152365"/>
          </a:xfrm>
          <a:prstGeom prst="rect">
            <a:avLst/>
          </a:prstGeom>
        </p:spPr>
      </p:pic>
      <p:sp>
        <p:nvSpPr>
          <p:cNvPr id="237" name="Text 26">
            <a:extLst>
              <a:ext uri="{FF2B5EF4-FFF2-40B4-BE49-F238E27FC236}">
                <a16:creationId xmlns:a16="http://schemas.microsoft.com/office/drawing/2014/main" id="{847A195D-ADF0-B98B-8764-86B0E539A98B}"/>
              </a:ext>
            </a:extLst>
          </p:cNvPr>
          <p:cNvSpPr/>
          <p:nvPr/>
        </p:nvSpPr>
        <p:spPr>
          <a:xfrm>
            <a:off x="1085512" y="5248477"/>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BIOS/UEFI</a:t>
            </a:r>
            <a:endParaRPr lang="en-US" sz="1400" dirty="0"/>
          </a:p>
        </p:txBody>
      </p:sp>
      <p:sp>
        <p:nvSpPr>
          <p:cNvPr id="238" name="Text 27">
            <a:extLst>
              <a:ext uri="{FF2B5EF4-FFF2-40B4-BE49-F238E27FC236}">
                <a16:creationId xmlns:a16="http://schemas.microsoft.com/office/drawing/2014/main" id="{8BBF41CA-7687-341F-3D9E-9472465BFFD2}"/>
              </a:ext>
            </a:extLst>
          </p:cNvPr>
          <p:cNvSpPr/>
          <p:nvPr/>
        </p:nvSpPr>
        <p:spPr>
          <a:xfrm>
            <a:off x="1085512" y="5474519"/>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FIRMWARE</a:t>
            </a:r>
            <a:endParaRPr lang="en-US" sz="1200" dirty="0"/>
          </a:p>
        </p:txBody>
      </p:sp>
      <p:sp>
        <p:nvSpPr>
          <p:cNvPr id="239" name="Shape 28">
            <a:extLst>
              <a:ext uri="{FF2B5EF4-FFF2-40B4-BE49-F238E27FC236}">
                <a16:creationId xmlns:a16="http://schemas.microsoft.com/office/drawing/2014/main" id="{004912C2-AF29-AD09-7195-B42BC1D7943A}"/>
              </a:ext>
            </a:extLst>
          </p:cNvPr>
          <p:cNvSpPr/>
          <p:nvPr/>
        </p:nvSpPr>
        <p:spPr>
          <a:xfrm>
            <a:off x="2727235" y="4807390"/>
            <a:ext cx="150489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40" name="Shape 29">
            <a:extLst>
              <a:ext uri="{FF2B5EF4-FFF2-40B4-BE49-F238E27FC236}">
                <a16:creationId xmlns:a16="http://schemas.microsoft.com/office/drawing/2014/main" id="{CCC67378-2CAE-06A7-4D25-C277D1D46498}"/>
              </a:ext>
            </a:extLst>
          </p:cNvPr>
          <p:cNvSpPr/>
          <p:nvPr/>
        </p:nvSpPr>
        <p:spPr>
          <a:xfrm>
            <a:off x="2838147" y="4918304"/>
            <a:ext cx="279384" cy="279384"/>
          </a:xfrm>
          <a:prstGeom prst="roundRect">
            <a:avLst>
              <a:gd name="adj" fmla="val 50000"/>
            </a:avLst>
          </a:prstGeom>
          <a:solidFill>
            <a:srgbClr val="16213E"/>
          </a:solidFill>
          <a:ln/>
        </p:spPr>
      </p:sp>
      <p:pic>
        <p:nvPicPr>
          <p:cNvPr id="241" name="Image 6" descr="preencoded.png">
            <a:extLst>
              <a:ext uri="{FF2B5EF4-FFF2-40B4-BE49-F238E27FC236}">
                <a16:creationId xmlns:a16="http://schemas.microsoft.com/office/drawing/2014/main" id="{1D5F9329-A16E-E372-8195-671F35A2B84D}"/>
              </a:ext>
            </a:extLst>
          </p:cNvPr>
          <p:cNvPicPr>
            <a:picLocks noChangeAspect="1"/>
          </p:cNvPicPr>
          <p:nvPr/>
        </p:nvPicPr>
        <p:blipFill>
          <a:blip r:embed="rId9"/>
          <a:srcRect/>
          <a:stretch/>
        </p:blipFill>
        <p:spPr>
          <a:xfrm>
            <a:off x="2901608" y="4981764"/>
            <a:ext cx="152365" cy="152365"/>
          </a:xfrm>
          <a:prstGeom prst="rect">
            <a:avLst/>
          </a:prstGeom>
        </p:spPr>
      </p:pic>
      <p:sp>
        <p:nvSpPr>
          <p:cNvPr id="242" name="Text 30">
            <a:extLst>
              <a:ext uri="{FF2B5EF4-FFF2-40B4-BE49-F238E27FC236}">
                <a16:creationId xmlns:a16="http://schemas.microsoft.com/office/drawing/2014/main" id="{9EA45374-2965-DE1F-3158-A9428BF4F51D}"/>
              </a:ext>
            </a:extLst>
          </p:cNvPr>
          <p:cNvSpPr/>
          <p:nvPr/>
        </p:nvSpPr>
        <p:spPr>
          <a:xfrm>
            <a:off x="2838147" y="5248477"/>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Chipsatz</a:t>
            </a:r>
            <a:endParaRPr lang="en-US" sz="1400" dirty="0"/>
          </a:p>
        </p:txBody>
      </p:sp>
      <p:sp>
        <p:nvSpPr>
          <p:cNvPr id="243" name="Text 31">
            <a:extLst>
              <a:ext uri="{FF2B5EF4-FFF2-40B4-BE49-F238E27FC236}">
                <a16:creationId xmlns:a16="http://schemas.microsoft.com/office/drawing/2014/main" id="{5E259633-8234-4EE8-00C0-C3BED418AD14}"/>
              </a:ext>
            </a:extLst>
          </p:cNvPr>
          <p:cNvSpPr/>
          <p:nvPr/>
        </p:nvSpPr>
        <p:spPr>
          <a:xfrm>
            <a:off x="2838147" y="5474519"/>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VERTEILER</a:t>
            </a:r>
            <a:endParaRPr lang="en-US" sz="1200" dirty="0"/>
          </a:p>
        </p:txBody>
      </p:sp>
      <p:sp>
        <p:nvSpPr>
          <p:cNvPr id="244" name="Shape 32">
            <a:extLst>
              <a:ext uri="{FF2B5EF4-FFF2-40B4-BE49-F238E27FC236}">
                <a16:creationId xmlns:a16="http://schemas.microsoft.com/office/drawing/2014/main" id="{E7EC1247-F55A-A500-B782-F946D90E4657}"/>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45" name="Shape 33">
            <a:extLst>
              <a:ext uri="{FF2B5EF4-FFF2-40B4-BE49-F238E27FC236}">
                <a16:creationId xmlns:a16="http://schemas.microsoft.com/office/drawing/2014/main" id="{FDD6E305-9955-C3B0-D03A-C148E263879A}"/>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246" name="Image 7" descr="preencoded.png">
            <a:extLst>
              <a:ext uri="{FF2B5EF4-FFF2-40B4-BE49-F238E27FC236}">
                <a16:creationId xmlns:a16="http://schemas.microsoft.com/office/drawing/2014/main" id="{57A7CF4A-4DDD-E367-D61F-4FC3EF43FA90}"/>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247" name="Text 34">
            <a:extLst>
              <a:ext uri="{FF2B5EF4-FFF2-40B4-BE49-F238E27FC236}">
                <a16:creationId xmlns:a16="http://schemas.microsoft.com/office/drawing/2014/main" id="{51311FEF-E6E6-75EF-51CB-5FE75CA52DBC}"/>
              </a:ext>
            </a:extLst>
          </p:cNvPr>
          <p:cNvSpPr/>
          <p:nvPr/>
        </p:nvSpPr>
        <p:spPr>
          <a:xfrm>
            <a:off x="4730573" y="523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248" name="Text 35">
            <a:extLst>
              <a:ext uri="{FF2B5EF4-FFF2-40B4-BE49-F238E27FC236}">
                <a16:creationId xmlns:a16="http://schemas.microsoft.com/office/drawing/2014/main" id="{9A2EFE8C-3DBF-C86A-0169-CA1CEF1F9FC5}"/>
              </a:ext>
            </a:extLst>
          </p:cNvPr>
          <p:cNvSpPr/>
          <p:nvPr/>
        </p:nvSpPr>
        <p:spPr>
          <a:xfrm>
            <a:off x="4730573" y="5461946"/>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249" name="Shape 36">
            <a:extLst>
              <a:ext uri="{FF2B5EF4-FFF2-40B4-BE49-F238E27FC236}">
                <a16:creationId xmlns:a16="http://schemas.microsoft.com/office/drawing/2014/main" id="{104BC17C-D41C-67C7-C58A-E1CBD8766BBD}"/>
              </a:ext>
            </a:extLst>
          </p:cNvPr>
          <p:cNvSpPr/>
          <p:nvPr/>
        </p:nvSpPr>
        <p:spPr>
          <a:xfrm>
            <a:off x="6467326" y="2070562"/>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0" name="Shape 37">
            <a:extLst>
              <a:ext uri="{FF2B5EF4-FFF2-40B4-BE49-F238E27FC236}">
                <a16:creationId xmlns:a16="http://schemas.microsoft.com/office/drawing/2014/main" id="{09B2E6B7-6422-2A38-B90F-6CE21EC85F40}"/>
              </a:ext>
            </a:extLst>
          </p:cNvPr>
          <p:cNvSpPr/>
          <p:nvPr/>
        </p:nvSpPr>
        <p:spPr>
          <a:xfrm>
            <a:off x="6572014" y="2175250"/>
            <a:ext cx="279384" cy="279384"/>
          </a:xfrm>
          <a:prstGeom prst="roundRect">
            <a:avLst>
              <a:gd name="adj" fmla="val 50000"/>
            </a:avLst>
          </a:prstGeom>
          <a:solidFill>
            <a:srgbClr val="16213E">
              <a:alpha val="40000"/>
            </a:srgbClr>
          </a:solidFill>
          <a:ln/>
        </p:spPr>
      </p:sp>
      <p:pic>
        <p:nvPicPr>
          <p:cNvPr id="251" name="Image 8" descr="preencoded.png">
            <a:extLst>
              <a:ext uri="{FF2B5EF4-FFF2-40B4-BE49-F238E27FC236}">
                <a16:creationId xmlns:a16="http://schemas.microsoft.com/office/drawing/2014/main" id="{F5019A10-957F-1431-033E-D5D051CD91E9}"/>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252" name="Text 38">
            <a:extLst>
              <a:ext uri="{FF2B5EF4-FFF2-40B4-BE49-F238E27FC236}">
                <a16:creationId xmlns:a16="http://schemas.microsoft.com/office/drawing/2014/main" id="{952023B5-ED12-7755-6257-38695618E8D0}"/>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253" name="Text 39">
            <a:extLst>
              <a:ext uri="{FF2B5EF4-FFF2-40B4-BE49-F238E27FC236}">
                <a16:creationId xmlns:a16="http://schemas.microsoft.com/office/drawing/2014/main" id="{CFCC6F84-70B0-5509-92BA-3D9555BA4622}"/>
              </a:ext>
            </a:extLst>
          </p:cNvPr>
          <p:cNvSpPr/>
          <p:nvPr/>
        </p:nvSpPr>
        <p:spPr>
          <a:xfrm>
            <a:off x="6572014" y="2731464"/>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254" name="Shape 40">
            <a:extLst>
              <a:ext uri="{FF2B5EF4-FFF2-40B4-BE49-F238E27FC236}">
                <a16:creationId xmlns:a16="http://schemas.microsoft.com/office/drawing/2014/main" id="{205E5C56-52FA-6AFF-F592-A39238FA1462}"/>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5" name="Shape 41">
            <a:extLst>
              <a:ext uri="{FF2B5EF4-FFF2-40B4-BE49-F238E27FC236}">
                <a16:creationId xmlns:a16="http://schemas.microsoft.com/office/drawing/2014/main" id="{D5A65BD9-34AA-8B05-5275-17A61841335C}"/>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256" name="Image 9" descr="preencoded.png">
            <a:extLst>
              <a:ext uri="{FF2B5EF4-FFF2-40B4-BE49-F238E27FC236}">
                <a16:creationId xmlns:a16="http://schemas.microsoft.com/office/drawing/2014/main" id="{00926327-C1C5-C958-8785-054B07C14BFB}"/>
              </a:ext>
            </a:extLst>
          </p:cNvPr>
          <p:cNvPicPr>
            <a:picLocks noChangeAspect="1"/>
          </p:cNvPicPr>
          <p:nvPr/>
        </p:nvPicPr>
        <p:blipFill>
          <a:blip r:embed="rId12">
            <a:alphaModFix amt="40000"/>
          </a:blip>
          <a:srcRect/>
          <a:stretch/>
        </p:blipFill>
        <p:spPr>
          <a:xfrm>
            <a:off x="6635475" y="3699191"/>
            <a:ext cx="152365" cy="152365"/>
          </a:xfrm>
          <a:prstGeom prst="rect">
            <a:avLst/>
          </a:prstGeom>
        </p:spPr>
      </p:pic>
      <p:sp>
        <p:nvSpPr>
          <p:cNvPr id="257" name="Text 42">
            <a:extLst>
              <a:ext uri="{FF2B5EF4-FFF2-40B4-BE49-F238E27FC236}">
                <a16:creationId xmlns:a16="http://schemas.microsoft.com/office/drawing/2014/main" id="{94112555-8E80-C4F7-B50D-1ACD8C0912A8}"/>
              </a:ext>
            </a:extLst>
          </p:cNvPr>
          <p:cNvSpPr/>
          <p:nvPr/>
        </p:nvSpPr>
        <p:spPr>
          <a:xfrm>
            <a:off x="6572014" y="396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258" name="Text 43">
            <a:extLst>
              <a:ext uri="{FF2B5EF4-FFF2-40B4-BE49-F238E27FC236}">
                <a16:creationId xmlns:a16="http://schemas.microsoft.com/office/drawing/2014/main" id="{53772F5D-7197-F027-10EE-E048B5FCCDAA}"/>
              </a:ext>
            </a:extLst>
          </p:cNvPr>
          <p:cNvSpPr/>
          <p:nvPr/>
        </p:nvSpPr>
        <p:spPr>
          <a:xfrm>
            <a:off x="6572014" y="4191946"/>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259" name="Shape 44">
            <a:extLst>
              <a:ext uri="{FF2B5EF4-FFF2-40B4-BE49-F238E27FC236}">
                <a16:creationId xmlns:a16="http://schemas.microsoft.com/office/drawing/2014/main" id="{0D5E13CE-F7D1-8538-7A9E-C413B7C0747B}"/>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60" name="Shape 45">
            <a:extLst>
              <a:ext uri="{FF2B5EF4-FFF2-40B4-BE49-F238E27FC236}">
                <a16:creationId xmlns:a16="http://schemas.microsoft.com/office/drawing/2014/main" id="{B5245711-6600-82F5-ABCD-81D924F580DE}"/>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261" name="Image 10" descr="preencoded.png">
            <a:extLst>
              <a:ext uri="{FF2B5EF4-FFF2-40B4-BE49-F238E27FC236}">
                <a16:creationId xmlns:a16="http://schemas.microsoft.com/office/drawing/2014/main" id="{3AC2EC93-A94A-0B57-C938-14A7FDE0C814}"/>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262" name="Text 46">
            <a:extLst>
              <a:ext uri="{FF2B5EF4-FFF2-40B4-BE49-F238E27FC236}">
                <a16:creationId xmlns:a16="http://schemas.microsoft.com/office/drawing/2014/main" id="{BD8A5B11-11F1-63AB-EB87-EF5EE597B58B}"/>
              </a:ext>
            </a:extLst>
          </p:cNvPr>
          <p:cNvSpPr/>
          <p:nvPr/>
        </p:nvSpPr>
        <p:spPr>
          <a:xfrm>
            <a:off x="6572014" y="523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263" name="Text 47">
            <a:extLst>
              <a:ext uri="{FF2B5EF4-FFF2-40B4-BE49-F238E27FC236}">
                <a16:creationId xmlns:a16="http://schemas.microsoft.com/office/drawing/2014/main" id="{1A93E298-D638-1196-ADA1-436D4347E1C5}"/>
              </a:ext>
            </a:extLst>
          </p:cNvPr>
          <p:cNvSpPr/>
          <p:nvPr/>
        </p:nvSpPr>
        <p:spPr>
          <a:xfrm>
            <a:off x="6572014" y="5461946"/>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264" name="Image 11" descr="connector">
            <a:extLst>
              <a:ext uri="{FF2B5EF4-FFF2-40B4-BE49-F238E27FC236}">
                <a16:creationId xmlns:a16="http://schemas.microsoft.com/office/drawing/2014/main" id="{95EE27C8-9FFE-5C19-E4BF-EF5D12CBBCD7}"/>
              </a:ext>
            </a:extLst>
          </p:cNvPr>
          <p:cNvPicPr>
            <a:picLocks noChangeAspect="1"/>
          </p:cNvPicPr>
          <p:nvPr/>
        </p:nvPicPr>
        <p:blipFill>
          <a:blip r:embed="rId14"/>
          <a:srcRect l="-6" r="-6"/>
          <a:stretch/>
        </p:blipFill>
        <p:spPr>
          <a:xfrm>
            <a:off x="2336651" y="2619769"/>
            <a:ext cx="431749" cy="101576"/>
          </a:xfrm>
          <a:prstGeom prst="rect">
            <a:avLst/>
          </a:prstGeom>
        </p:spPr>
      </p:pic>
      <p:pic>
        <p:nvPicPr>
          <p:cNvPr id="265" name="Image 12" descr="connector">
            <a:extLst>
              <a:ext uri="{FF2B5EF4-FFF2-40B4-BE49-F238E27FC236}">
                <a16:creationId xmlns:a16="http://schemas.microsoft.com/office/drawing/2014/main" id="{1C968F65-CB99-FB3C-83E5-760A77ACD788}"/>
              </a:ext>
            </a:extLst>
          </p:cNvPr>
          <p:cNvPicPr>
            <a:picLocks noChangeAspect="1"/>
          </p:cNvPicPr>
          <p:nvPr/>
        </p:nvPicPr>
        <p:blipFill>
          <a:blip r:embed="rId15"/>
          <a:srcRect l="-5" r="-5"/>
          <a:stretch/>
        </p:blipFill>
        <p:spPr>
          <a:xfrm>
            <a:off x="4190862" y="2619769"/>
            <a:ext cx="482537" cy="101576"/>
          </a:xfrm>
          <a:prstGeom prst="rect">
            <a:avLst/>
          </a:prstGeom>
        </p:spPr>
      </p:pic>
      <p:pic>
        <p:nvPicPr>
          <p:cNvPr id="266" name="Image 13" descr="connector">
            <a:extLst>
              <a:ext uri="{FF2B5EF4-FFF2-40B4-BE49-F238E27FC236}">
                <a16:creationId xmlns:a16="http://schemas.microsoft.com/office/drawing/2014/main" id="{D456C248-A08F-87D4-F77D-9D1F27193188}"/>
              </a:ext>
            </a:extLst>
          </p:cNvPr>
          <p:cNvPicPr>
            <a:picLocks noChangeAspect="1"/>
          </p:cNvPicPr>
          <p:nvPr/>
        </p:nvPicPr>
        <p:blipFill>
          <a:blip r:embed="rId16"/>
          <a:srcRect t="-9" b="-9"/>
          <a:stretch/>
        </p:blipFill>
        <p:spPr>
          <a:xfrm>
            <a:off x="3403498" y="3197693"/>
            <a:ext cx="152365" cy="1676306"/>
          </a:xfrm>
          <a:prstGeom prst="rect">
            <a:avLst/>
          </a:prstGeom>
        </p:spPr>
      </p:pic>
      <p:pic>
        <p:nvPicPr>
          <p:cNvPr id="267" name="Image 14" descr="connector">
            <a:extLst>
              <a:ext uri="{FF2B5EF4-FFF2-40B4-BE49-F238E27FC236}">
                <a16:creationId xmlns:a16="http://schemas.microsoft.com/office/drawing/2014/main" id="{79B6C389-A9A5-3713-25A5-7EC660D10828}"/>
              </a:ext>
            </a:extLst>
          </p:cNvPr>
          <p:cNvPicPr>
            <a:picLocks noChangeAspect="1"/>
          </p:cNvPicPr>
          <p:nvPr/>
        </p:nvPicPr>
        <p:blipFill>
          <a:blip r:embed="rId17"/>
          <a:srcRect t="-1" b="-1"/>
          <a:stretch/>
        </p:blipFill>
        <p:spPr>
          <a:xfrm>
            <a:off x="3936823" y="3223037"/>
            <a:ext cx="736576" cy="863596"/>
          </a:xfrm>
          <a:prstGeom prst="rect">
            <a:avLst/>
          </a:prstGeom>
        </p:spPr>
      </p:pic>
      <p:pic>
        <p:nvPicPr>
          <p:cNvPr id="268" name="Image 15" descr="connector">
            <a:extLst>
              <a:ext uri="{FF2B5EF4-FFF2-40B4-BE49-F238E27FC236}">
                <a16:creationId xmlns:a16="http://schemas.microsoft.com/office/drawing/2014/main" id="{2045FF19-17FC-4AEA-52AC-B33F67A71E6E}"/>
              </a:ext>
            </a:extLst>
          </p:cNvPr>
          <p:cNvPicPr>
            <a:picLocks noChangeAspect="1"/>
          </p:cNvPicPr>
          <p:nvPr/>
        </p:nvPicPr>
        <p:blipFill>
          <a:blip r:embed="rId18"/>
          <a:srcRect l="-2" r="-2"/>
          <a:stretch/>
        </p:blipFill>
        <p:spPr>
          <a:xfrm>
            <a:off x="6019631" y="3985059"/>
            <a:ext cx="495210" cy="101576"/>
          </a:xfrm>
          <a:prstGeom prst="rect">
            <a:avLst/>
          </a:prstGeom>
        </p:spPr>
      </p:pic>
      <p:pic>
        <p:nvPicPr>
          <p:cNvPr id="269" name="Image 16" descr="connector">
            <a:extLst>
              <a:ext uri="{FF2B5EF4-FFF2-40B4-BE49-F238E27FC236}">
                <a16:creationId xmlns:a16="http://schemas.microsoft.com/office/drawing/2014/main" id="{C2569253-764E-0AE8-713A-39FE3CE5C7BB}"/>
              </a:ext>
            </a:extLst>
          </p:cNvPr>
          <p:cNvPicPr>
            <a:picLocks noChangeAspect="1"/>
          </p:cNvPicPr>
          <p:nvPr/>
        </p:nvPicPr>
        <p:blipFill>
          <a:blip r:embed="rId19"/>
          <a:srcRect l="-5" r="-5"/>
          <a:stretch/>
        </p:blipFill>
        <p:spPr>
          <a:xfrm>
            <a:off x="2311306" y="5229616"/>
            <a:ext cx="482537" cy="152365"/>
          </a:xfrm>
          <a:prstGeom prst="rect">
            <a:avLst/>
          </a:prstGeom>
        </p:spPr>
      </p:pic>
      <p:pic>
        <p:nvPicPr>
          <p:cNvPr id="270" name="Image 17" descr="connector">
            <a:extLst>
              <a:ext uri="{FF2B5EF4-FFF2-40B4-BE49-F238E27FC236}">
                <a16:creationId xmlns:a16="http://schemas.microsoft.com/office/drawing/2014/main" id="{BD2DE279-289C-27B0-D14C-5F1E29D66A54}"/>
              </a:ext>
            </a:extLst>
          </p:cNvPr>
          <p:cNvPicPr>
            <a:picLocks noChangeAspect="1"/>
          </p:cNvPicPr>
          <p:nvPr/>
        </p:nvPicPr>
        <p:blipFill>
          <a:blip r:embed="rId15"/>
          <a:srcRect l="-5" r="-5"/>
          <a:stretch/>
        </p:blipFill>
        <p:spPr>
          <a:xfrm>
            <a:off x="4190862" y="5255059"/>
            <a:ext cx="482537" cy="101576"/>
          </a:xfrm>
          <a:prstGeom prst="rect">
            <a:avLst/>
          </a:prstGeom>
        </p:spPr>
      </p:pic>
      <p:pic>
        <p:nvPicPr>
          <p:cNvPr id="271" name="Image 18" descr="connector">
            <a:extLst>
              <a:ext uri="{FF2B5EF4-FFF2-40B4-BE49-F238E27FC236}">
                <a16:creationId xmlns:a16="http://schemas.microsoft.com/office/drawing/2014/main" id="{E74AEC85-4230-C29E-8B26-1CB43273ED46}"/>
              </a:ext>
            </a:extLst>
          </p:cNvPr>
          <p:cNvPicPr>
            <a:picLocks noChangeAspect="1"/>
          </p:cNvPicPr>
          <p:nvPr/>
        </p:nvPicPr>
        <p:blipFill>
          <a:blip r:embed="rId18"/>
          <a:srcRect l="-2" r="-2"/>
          <a:stretch/>
        </p:blipFill>
        <p:spPr>
          <a:xfrm>
            <a:off x="6019631" y="5255059"/>
            <a:ext cx="495210" cy="101576"/>
          </a:xfrm>
          <a:prstGeom prst="rect">
            <a:avLst/>
          </a:prstGeom>
        </p:spPr>
      </p:pic>
      <p:pic>
        <p:nvPicPr>
          <p:cNvPr id="272" name="Image 19" descr="connector">
            <a:extLst>
              <a:ext uri="{FF2B5EF4-FFF2-40B4-BE49-F238E27FC236}">
                <a16:creationId xmlns:a16="http://schemas.microsoft.com/office/drawing/2014/main" id="{8F2EE4FF-E874-35D1-5B73-B2D1206DF448}"/>
              </a:ext>
            </a:extLst>
          </p:cNvPr>
          <p:cNvPicPr>
            <a:picLocks noChangeAspect="1"/>
          </p:cNvPicPr>
          <p:nvPr/>
        </p:nvPicPr>
        <p:blipFill>
          <a:blip r:embed="rId20"/>
          <a:srcRect/>
          <a:stretch/>
        </p:blipFill>
        <p:spPr>
          <a:xfrm>
            <a:off x="6159323" y="2619769"/>
            <a:ext cx="355517" cy="101576"/>
          </a:xfrm>
          <a:prstGeom prst="rect">
            <a:avLst/>
          </a:prstGeom>
        </p:spPr>
      </p:pic>
      <p:sp>
        <p:nvSpPr>
          <p:cNvPr id="273" name="Shape 48">
            <a:extLst>
              <a:ext uri="{FF2B5EF4-FFF2-40B4-BE49-F238E27FC236}">
                <a16:creationId xmlns:a16="http://schemas.microsoft.com/office/drawing/2014/main" id="{EBD4AF6B-7319-141D-2491-6D06748DC9EA}"/>
              </a:ext>
            </a:extLst>
          </p:cNvPr>
          <p:cNvSpPr/>
          <p:nvPr/>
        </p:nvSpPr>
        <p:spPr>
          <a:xfrm>
            <a:off x="8054825" y="1562581"/>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274" name="Text 49">
            <a:extLst>
              <a:ext uri="{FF2B5EF4-FFF2-40B4-BE49-F238E27FC236}">
                <a16:creationId xmlns:a16="http://schemas.microsoft.com/office/drawing/2014/main" id="{81AD1E79-B2D5-2660-262A-1146893584A6}"/>
              </a:ext>
            </a:extLst>
          </p:cNvPr>
          <p:cNvSpPr/>
          <p:nvPr/>
        </p:nvSpPr>
        <p:spPr>
          <a:xfrm>
            <a:off x="8311879" y="1819635"/>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2 VON 8</a:t>
            </a:r>
            <a:endParaRPr lang="en-US" sz="1200" dirty="0"/>
          </a:p>
        </p:txBody>
      </p:sp>
      <p:sp>
        <p:nvSpPr>
          <p:cNvPr id="275" name="Text 50">
            <a:extLst>
              <a:ext uri="{FF2B5EF4-FFF2-40B4-BE49-F238E27FC236}">
                <a16:creationId xmlns:a16="http://schemas.microsoft.com/office/drawing/2014/main" id="{92CADE1B-325E-846A-7676-328F7FAF07ED}"/>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Die CPU holt ihre ersten Befehle</a:t>
            </a:r>
            <a:endParaRPr lang="en-US" sz="1600" dirty="0"/>
          </a:p>
        </p:txBody>
      </p:sp>
      <p:sp>
        <p:nvSpPr>
          <p:cNvPr id="276" name="Text 51">
            <a:extLst>
              <a:ext uri="{FF2B5EF4-FFF2-40B4-BE49-F238E27FC236}">
                <a16:creationId xmlns:a16="http://schemas.microsoft.com/office/drawing/2014/main" id="{370B0BFF-7F4C-01C6-8596-6F727508297C}"/>
              </a:ext>
            </a:extLst>
          </p:cNvPr>
          <p:cNvSpPr/>
          <p:nvPr/>
        </p:nvSpPr>
        <p:spPr>
          <a:xfrm>
            <a:off x="8404335" y="2774197"/>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CPU springt an eine feste Startadresse (Reset-Vektor)</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diese zeigt auf den BIOS/UEFI-Chip</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Befehle kommen über den Chipsatz (SPI-Bus)</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CMOS-Batterie hält Uhrzeit und Einstellungen</a:t>
            </a:r>
            <a:endParaRPr lang="en-US" sz="1200" dirty="0"/>
          </a:p>
        </p:txBody>
      </p:sp>
      <p:sp>
        <p:nvSpPr>
          <p:cNvPr id="277" name="Shape 52">
            <a:extLst>
              <a:ext uri="{FF2B5EF4-FFF2-40B4-BE49-F238E27FC236}">
                <a16:creationId xmlns:a16="http://schemas.microsoft.com/office/drawing/2014/main" id="{263AC79A-BC86-7360-E64C-303836F0B1A9}"/>
              </a:ext>
            </a:extLst>
          </p:cNvPr>
          <p:cNvSpPr/>
          <p:nvPr/>
        </p:nvSpPr>
        <p:spPr>
          <a:xfrm>
            <a:off x="8311879" y="5131705"/>
            <a:ext cx="2806908" cy="0"/>
          </a:xfrm>
          <a:prstGeom prst="line">
            <a:avLst/>
          </a:prstGeom>
          <a:noFill/>
          <a:ln w="6350">
            <a:solidFill>
              <a:srgbClr val="E3E7EE"/>
            </a:solidFill>
            <a:prstDash val="solid"/>
          </a:ln>
        </p:spPr>
      </p:sp>
      <p:sp>
        <p:nvSpPr>
          <p:cNvPr id="278" name="Text 53">
            <a:extLst>
              <a:ext uri="{FF2B5EF4-FFF2-40B4-BE49-F238E27FC236}">
                <a16:creationId xmlns:a16="http://schemas.microsoft.com/office/drawing/2014/main" id="{4E629A79-1328-5324-993E-EAFD14D55C3F}"/>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79" name="Text 54">
            <a:extLst>
              <a:ext uri="{FF2B5EF4-FFF2-40B4-BE49-F238E27FC236}">
                <a16:creationId xmlns:a16="http://schemas.microsoft.com/office/drawing/2014/main" id="{3E5834D4-D4C3-4B77-80BA-89A67F9C9DD8}"/>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BIOS-Chip → Chipsatz → CPU</a:t>
            </a:r>
            <a:endParaRPr lang="en-US" sz="1400" dirty="0"/>
          </a:p>
        </p:txBody>
      </p:sp>
    </p:spTree>
    <p:extLst>
      <p:ext uri="{BB962C8B-B14F-4D97-AF65-F5344CB8AC3E}">
        <p14:creationId xmlns:p14="http://schemas.microsoft.com/office/powerpoint/2010/main" val="1845946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9EFC650F-3E8E-5540-2EB4-90B184941B0F}"/>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FBE53248-3346-C408-71D5-F3F718BA0DF8}"/>
              </a:ext>
            </a:extLst>
          </p:cNvPr>
          <p:cNvSpPr/>
          <p:nvPr/>
        </p:nvSpPr>
        <p:spPr>
          <a:xfrm>
            <a:off x="965074" y="1610193"/>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789C2A08-1388-0F49-BB03-95F3DD4F2A88}"/>
              </a:ext>
            </a:extLst>
          </p:cNvPr>
          <p:cNvSpPr/>
          <p:nvPr/>
        </p:nvSpPr>
        <p:spPr>
          <a:xfrm>
            <a:off x="974599" y="2076909"/>
            <a:ext cx="1403315"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 name="Shape 5">
            <a:extLst>
              <a:ext uri="{FF2B5EF4-FFF2-40B4-BE49-F238E27FC236}">
                <a16:creationId xmlns:a16="http://schemas.microsoft.com/office/drawing/2014/main" id="{2743E4A7-6654-C5B8-3DBD-FC286872ABE4}"/>
              </a:ext>
            </a:extLst>
          </p:cNvPr>
          <p:cNvSpPr/>
          <p:nvPr/>
        </p:nvSpPr>
        <p:spPr>
          <a:xfrm>
            <a:off x="1085512" y="2187823"/>
            <a:ext cx="279384" cy="279384"/>
          </a:xfrm>
          <a:prstGeom prst="roundRect">
            <a:avLst>
              <a:gd name="adj" fmla="val 50000"/>
            </a:avLst>
          </a:prstGeom>
          <a:solidFill>
            <a:srgbClr val="16213E"/>
          </a:solidFill>
          <a:ln/>
        </p:spPr>
      </p:sp>
      <p:pic>
        <p:nvPicPr>
          <p:cNvPr id="6" name="Image 0" descr="preencoded.png">
            <a:extLst>
              <a:ext uri="{FF2B5EF4-FFF2-40B4-BE49-F238E27FC236}">
                <a16:creationId xmlns:a16="http://schemas.microsoft.com/office/drawing/2014/main" id="{FD70CA0F-4118-9611-E76A-B21EE23139EB}"/>
              </a:ext>
            </a:extLst>
          </p:cNvPr>
          <p:cNvPicPr>
            <a:picLocks noChangeAspect="1"/>
          </p:cNvPicPr>
          <p:nvPr/>
        </p:nvPicPr>
        <p:blipFill>
          <a:blip r:embed="rId3"/>
          <a:srcRect/>
          <a:stretch/>
        </p:blipFill>
        <p:spPr>
          <a:xfrm>
            <a:off x="1148973" y="2251283"/>
            <a:ext cx="152365" cy="152365"/>
          </a:xfrm>
          <a:prstGeom prst="rect">
            <a:avLst/>
          </a:prstGeom>
        </p:spPr>
      </p:pic>
      <p:sp>
        <p:nvSpPr>
          <p:cNvPr id="7" name="Text 6">
            <a:extLst>
              <a:ext uri="{FF2B5EF4-FFF2-40B4-BE49-F238E27FC236}">
                <a16:creationId xmlns:a16="http://schemas.microsoft.com/office/drawing/2014/main" id="{047484AA-EC67-B7D2-A796-FF2FE17CC8B4}"/>
              </a:ext>
            </a:extLst>
          </p:cNvPr>
          <p:cNvSpPr/>
          <p:nvPr/>
        </p:nvSpPr>
        <p:spPr>
          <a:xfrm>
            <a:off x="1085512" y="2517995"/>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9F862E60-6650-19D4-AD27-EAB7C7CB2FB8}"/>
              </a:ext>
            </a:extLst>
          </p:cNvPr>
          <p:cNvSpPr/>
          <p:nvPr/>
        </p:nvSpPr>
        <p:spPr>
          <a:xfrm>
            <a:off x="1085512" y="2744037"/>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BD127AE2-999D-8A84-ED32-2B56C923B2C6}"/>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7E8B9A26-D291-7A65-30EB-CDC3D7407BFF}"/>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D2E711FD-A187-0716-DA59-4E9D553CF7EC}"/>
              </a:ext>
            </a:extLst>
          </p:cNvPr>
          <p:cNvPicPr>
            <a:picLocks noChangeAspect="1"/>
          </p:cNvPicPr>
          <p:nvPr/>
        </p:nvPicPr>
        <p:blipFill>
          <a:blip r:embed="rId4"/>
          <a:srcRect/>
          <a:stretch/>
        </p:blipFill>
        <p:spPr>
          <a:xfrm>
            <a:off x="2901608" y="2251283"/>
            <a:ext cx="152365" cy="152365"/>
          </a:xfrm>
          <a:prstGeom prst="rect">
            <a:avLst/>
          </a:prstGeom>
        </p:spPr>
      </p:pic>
      <p:sp>
        <p:nvSpPr>
          <p:cNvPr id="12" name="Text 10">
            <a:extLst>
              <a:ext uri="{FF2B5EF4-FFF2-40B4-BE49-F238E27FC236}">
                <a16:creationId xmlns:a16="http://schemas.microsoft.com/office/drawing/2014/main" id="{FCA52FAF-B63A-A191-9F4C-893927A0916E}"/>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7CA96326-31D2-99D8-FA8E-E6CC5C1B195E}"/>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9FE5AE5E-8894-1F2B-3D92-3F11E50BBEDC}"/>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8E8F2103-1621-1341-B3E3-D15459CC8D0F}"/>
              </a:ext>
            </a:extLst>
          </p:cNvPr>
          <p:cNvSpPr/>
          <p:nvPr/>
        </p:nvSpPr>
        <p:spPr>
          <a:xfrm>
            <a:off x="4743147" y="2187823"/>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3962AC5F-3D79-4B03-7CE5-FD0B56BA39AD}"/>
              </a:ext>
            </a:extLst>
          </p:cNvPr>
          <p:cNvPicPr>
            <a:picLocks noChangeAspect="1"/>
          </p:cNvPicPr>
          <p:nvPr/>
        </p:nvPicPr>
        <p:blipFill>
          <a:blip r:embed="rId5"/>
          <a:srcRect/>
          <a:stretch/>
        </p:blipFill>
        <p:spPr>
          <a:xfrm>
            <a:off x="4806608" y="2251283"/>
            <a:ext cx="152365" cy="152365"/>
          </a:xfrm>
          <a:prstGeom prst="rect">
            <a:avLst/>
          </a:prstGeom>
        </p:spPr>
      </p:pic>
      <p:sp>
        <p:nvSpPr>
          <p:cNvPr id="17" name="Text 14">
            <a:extLst>
              <a:ext uri="{FF2B5EF4-FFF2-40B4-BE49-F238E27FC236}">
                <a16:creationId xmlns:a16="http://schemas.microsoft.com/office/drawing/2014/main" id="{A6CE2A9C-8926-D8DE-5DFB-C59A5355FBEB}"/>
              </a:ext>
            </a:extLst>
          </p:cNvPr>
          <p:cNvSpPr/>
          <p:nvPr/>
        </p:nvSpPr>
        <p:spPr>
          <a:xfrm>
            <a:off x="4743147" y="2517995"/>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AF276870-850D-728B-5154-BB477D12AFE9}"/>
              </a:ext>
            </a:extLst>
          </p:cNvPr>
          <p:cNvSpPr/>
          <p:nvPr/>
        </p:nvSpPr>
        <p:spPr>
          <a:xfrm>
            <a:off x="4743147" y="2744037"/>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6F9A60F7-40F2-93AD-A415-064E0879A490}"/>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0812701D-0650-C46B-0428-F97AF00B6738}"/>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13FE46E4-3171-EF74-3717-D80FC8760D31}"/>
              </a:ext>
            </a:extLst>
          </p:cNvPr>
          <p:cNvPicPr>
            <a:picLocks noChangeAspect="1"/>
          </p:cNvPicPr>
          <p:nvPr/>
        </p:nvPicPr>
        <p:blipFill>
          <a:blip r:embed="rId6">
            <a:alphaModFix amt="40000"/>
          </a:blip>
          <a:srcRect/>
          <a:stretch/>
        </p:blipFill>
        <p:spPr>
          <a:xfrm>
            <a:off x="1136399" y="3699188"/>
            <a:ext cx="152365" cy="152365"/>
          </a:xfrm>
          <a:prstGeom prst="rect">
            <a:avLst/>
          </a:prstGeom>
        </p:spPr>
      </p:pic>
      <p:sp>
        <p:nvSpPr>
          <p:cNvPr id="22" name="Text 18">
            <a:extLst>
              <a:ext uri="{FF2B5EF4-FFF2-40B4-BE49-F238E27FC236}">
                <a16:creationId xmlns:a16="http://schemas.microsoft.com/office/drawing/2014/main" id="{F02B320A-9AD7-BA15-4786-892244CC4324}"/>
              </a:ext>
            </a:extLst>
          </p:cNvPr>
          <p:cNvSpPr/>
          <p:nvPr/>
        </p:nvSpPr>
        <p:spPr>
          <a:xfrm>
            <a:off x="1072938" y="396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325DCF36-6E69-7B41-66AA-219F9AFCC872}"/>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FCFF3990-15BA-AD05-41EB-25F31BF578B8}"/>
              </a:ext>
            </a:extLst>
          </p:cNvPr>
          <p:cNvSpPr/>
          <p:nvPr/>
        </p:nvSpPr>
        <p:spPr>
          <a:xfrm>
            <a:off x="4632235" y="353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5" name="Shape 21">
            <a:extLst>
              <a:ext uri="{FF2B5EF4-FFF2-40B4-BE49-F238E27FC236}">
                <a16:creationId xmlns:a16="http://schemas.microsoft.com/office/drawing/2014/main" id="{6E54C2D3-11C0-1E52-46CA-45D41C39B33B}"/>
              </a:ext>
            </a:extLst>
          </p:cNvPr>
          <p:cNvSpPr/>
          <p:nvPr/>
        </p:nvSpPr>
        <p:spPr>
          <a:xfrm>
            <a:off x="4743147" y="3648304"/>
            <a:ext cx="279384" cy="279384"/>
          </a:xfrm>
          <a:prstGeom prst="roundRect">
            <a:avLst>
              <a:gd name="adj" fmla="val 50000"/>
            </a:avLst>
          </a:prstGeom>
          <a:solidFill>
            <a:srgbClr val="16213E"/>
          </a:solidFill>
          <a:ln/>
        </p:spPr>
      </p:sp>
      <p:pic>
        <p:nvPicPr>
          <p:cNvPr id="26" name="Image 4" descr="preencoded.png">
            <a:extLst>
              <a:ext uri="{FF2B5EF4-FFF2-40B4-BE49-F238E27FC236}">
                <a16:creationId xmlns:a16="http://schemas.microsoft.com/office/drawing/2014/main" id="{EF724CD5-AB41-123C-BD60-4C00234F2017}"/>
              </a:ext>
            </a:extLst>
          </p:cNvPr>
          <p:cNvPicPr>
            <a:picLocks noChangeAspect="1"/>
          </p:cNvPicPr>
          <p:nvPr/>
        </p:nvPicPr>
        <p:blipFill>
          <a:blip r:embed="rId7"/>
          <a:srcRect/>
          <a:stretch/>
        </p:blipFill>
        <p:spPr>
          <a:xfrm>
            <a:off x="4806608" y="3711764"/>
            <a:ext cx="152365" cy="152365"/>
          </a:xfrm>
          <a:prstGeom prst="rect">
            <a:avLst/>
          </a:prstGeom>
        </p:spPr>
      </p:pic>
      <p:sp>
        <p:nvSpPr>
          <p:cNvPr id="27" name="Text 22">
            <a:extLst>
              <a:ext uri="{FF2B5EF4-FFF2-40B4-BE49-F238E27FC236}">
                <a16:creationId xmlns:a16="http://schemas.microsoft.com/office/drawing/2014/main" id="{339888F9-71A3-2E73-60C9-957D75349F6B}"/>
              </a:ext>
            </a:extLst>
          </p:cNvPr>
          <p:cNvSpPr/>
          <p:nvPr/>
        </p:nvSpPr>
        <p:spPr>
          <a:xfrm>
            <a:off x="4743147" y="3978477"/>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D42CD1C2-4549-3439-3DEC-9B1276585945}"/>
              </a:ext>
            </a:extLst>
          </p:cNvPr>
          <p:cNvSpPr/>
          <p:nvPr/>
        </p:nvSpPr>
        <p:spPr>
          <a:xfrm>
            <a:off x="4743147" y="4204519"/>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AC398E07-3361-D225-7A2E-AE84AAFE3C9F}"/>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BEFFE200-4405-CAA6-90AD-1393A1489C6E}"/>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2354B4E5-2D0F-A4B0-66DB-D795AACDA90D}"/>
              </a:ext>
            </a:extLst>
          </p:cNvPr>
          <p:cNvPicPr>
            <a:picLocks noChangeAspect="1"/>
          </p:cNvPicPr>
          <p:nvPr/>
        </p:nvPicPr>
        <p:blipFill>
          <a:blip r:embed="rId8">
            <a:alphaModFix amt="40000"/>
          </a:blip>
          <a:srcRect/>
          <a:stretch/>
        </p:blipFill>
        <p:spPr>
          <a:xfrm>
            <a:off x="1136399" y="4969188"/>
            <a:ext cx="152365" cy="152365"/>
          </a:xfrm>
          <a:prstGeom prst="rect">
            <a:avLst/>
          </a:prstGeom>
        </p:spPr>
      </p:pic>
      <p:sp>
        <p:nvSpPr>
          <p:cNvPr id="32" name="Text 26">
            <a:extLst>
              <a:ext uri="{FF2B5EF4-FFF2-40B4-BE49-F238E27FC236}">
                <a16:creationId xmlns:a16="http://schemas.microsoft.com/office/drawing/2014/main" id="{BDDE1215-2C3C-93E0-F13C-231112435808}"/>
              </a:ext>
            </a:extLst>
          </p:cNvPr>
          <p:cNvSpPr/>
          <p:nvPr/>
        </p:nvSpPr>
        <p:spPr>
          <a:xfrm>
            <a:off x="1072938" y="523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216A2F80-09AE-8B9C-C29D-145A99A3F960}"/>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B14840AF-F09C-5E2E-483E-55535726ECA7}"/>
              </a:ext>
            </a:extLst>
          </p:cNvPr>
          <p:cNvSpPr/>
          <p:nvPr/>
        </p:nvSpPr>
        <p:spPr>
          <a:xfrm>
            <a:off x="2727235" y="4807390"/>
            <a:ext cx="150489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35" name="Shape 29">
            <a:extLst>
              <a:ext uri="{FF2B5EF4-FFF2-40B4-BE49-F238E27FC236}">
                <a16:creationId xmlns:a16="http://schemas.microsoft.com/office/drawing/2014/main" id="{766FBB18-7413-EC8B-162E-E34C5CD44D5F}"/>
              </a:ext>
            </a:extLst>
          </p:cNvPr>
          <p:cNvSpPr/>
          <p:nvPr/>
        </p:nvSpPr>
        <p:spPr>
          <a:xfrm>
            <a:off x="2838147" y="4918304"/>
            <a:ext cx="279384" cy="279384"/>
          </a:xfrm>
          <a:prstGeom prst="roundRect">
            <a:avLst>
              <a:gd name="adj" fmla="val 50000"/>
            </a:avLst>
          </a:prstGeom>
          <a:solidFill>
            <a:srgbClr val="16213E"/>
          </a:solidFill>
          <a:ln/>
        </p:spPr>
      </p:sp>
      <p:pic>
        <p:nvPicPr>
          <p:cNvPr id="36" name="Image 6" descr="preencoded.png">
            <a:extLst>
              <a:ext uri="{FF2B5EF4-FFF2-40B4-BE49-F238E27FC236}">
                <a16:creationId xmlns:a16="http://schemas.microsoft.com/office/drawing/2014/main" id="{FECD8F9A-F99B-F00B-6AC7-4A3DA8E4AE6A}"/>
              </a:ext>
            </a:extLst>
          </p:cNvPr>
          <p:cNvPicPr>
            <a:picLocks noChangeAspect="1"/>
          </p:cNvPicPr>
          <p:nvPr/>
        </p:nvPicPr>
        <p:blipFill>
          <a:blip r:embed="rId9"/>
          <a:srcRect/>
          <a:stretch/>
        </p:blipFill>
        <p:spPr>
          <a:xfrm>
            <a:off x="2901608" y="4981764"/>
            <a:ext cx="152365" cy="152365"/>
          </a:xfrm>
          <a:prstGeom prst="rect">
            <a:avLst/>
          </a:prstGeom>
        </p:spPr>
      </p:pic>
      <p:sp>
        <p:nvSpPr>
          <p:cNvPr id="37" name="Text 30">
            <a:extLst>
              <a:ext uri="{FF2B5EF4-FFF2-40B4-BE49-F238E27FC236}">
                <a16:creationId xmlns:a16="http://schemas.microsoft.com/office/drawing/2014/main" id="{F9E5C43E-0104-B3E9-3345-1245B5497734}"/>
              </a:ext>
            </a:extLst>
          </p:cNvPr>
          <p:cNvSpPr/>
          <p:nvPr/>
        </p:nvSpPr>
        <p:spPr>
          <a:xfrm>
            <a:off x="2838147" y="5248477"/>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BD510AEC-A539-EB05-6C36-B01BC958BD95}"/>
              </a:ext>
            </a:extLst>
          </p:cNvPr>
          <p:cNvSpPr/>
          <p:nvPr/>
        </p:nvSpPr>
        <p:spPr>
          <a:xfrm>
            <a:off x="2838147" y="5474519"/>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EF7B9FF3-376C-93B0-7EA6-DB54336276B8}"/>
              </a:ext>
            </a:extLst>
          </p:cNvPr>
          <p:cNvSpPr/>
          <p:nvPr/>
        </p:nvSpPr>
        <p:spPr>
          <a:xfrm>
            <a:off x="4632235" y="480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40" name="Shape 33">
            <a:extLst>
              <a:ext uri="{FF2B5EF4-FFF2-40B4-BE49-F238E27FC236}">
                <a16:creationId xmlns:a16="http://schemas.microsoft.com/office/drawing/2014/main" id="{51110740-B885-DB12-00DC-E9F6303B4F41}"/>
              </a:ext>
            </a:extLst>
          </p:cNvPr>
          <p:cNvSpPr/>
          <p:nvPr/>
        </p:nvSpPr>
        <p:spPr>
          <a:xfrm>
            <a:off x="4743147" y="4918304"/>
            <a:ext cx="279384" cy="279384"/>
          </a:xfrm>
          <a:prstGeom prst="roundRect">
            <a:avLst>
              <a:gd name="adj" fmla="val 50000"/>
            </a:avLst>
          </a:prstGeom>
          <a:solidFill>
            <a:srgbClr val="16213E"/>
          </a:solidFill>
          <a:ln/>
        </p:spPr>
      </p:sp>
      <p:pic>
        <p:nvPicPr>
          <p:cNvPr id="41" name="Image 7" descr="preencoded.png">
            <a:extLst>
              <a:ext uri="{FF2B5EF4-FFF2-40B4-BE49-F238E27FC236}">
                <a16:creationId xmlns:a16="http://schemas.microsoft.com/office/drawing/2014/main" id="{413CE09F-955F-F4DB-D138-4FB1DEF93C24}"/>
              </a:ext>
            </a:extLst>
          </p:cNvPr>
          <p:cNvPicPr>
            <a:picLocks noChangeAspect="1"/>
          </p:cNvPicPr>
          <p:nvPr/>
        </p:nvPicPr>
        <p:blipFill>
          <a:blip r:embed="rId10"/>
          <a:srcRect/>
          <a:stretch/>
        </p:blipFill>
        <p:spPr>
          <a:xfrm>
            <a:off x="4806608" y="4981764"/>
            <a:ext cx="152365" cy="152365"/>
          </a:xfrm>
          <a:prstGeom prst="rect">
            <a:avLst/>
          </a:prstGeom>
        </p:spPr>
      </p:pic>
      <p:sp>
        <p:nvSpPr>
          <p:cNvPr id="42" name="Text 34">
            <a:extLst>
              <a:ext uri="{FF2B5EF4-FFF2-40B4-BE49-F238E27FC236}">
                <a16:creationId xmlns:a16="http://schemas.microsoft.com/office/drawing/2014/main" id="{632193DE-2158-51C2-CD0B-31C744B2D9F2}"/>
              </a:ext>
            </a:extLst>
          </p:cNvPr>
          <p:cNvSpPr/>
          <p:nvPr/>
        </p:nvSpPr>
        <p:spPr>
          <a:xfrm>
            <a:off x="4743147" y="5248477"/>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36B0BED1-1317-3CF3-8AA9-0F75551ADC9B}"/>
              </a:ext>
            </a:extLst>
          </p:cNvPr>
          <p:cNvSpPr/>
          <p:nvPr/>
        </p:nvSpPr>
        <p:spPr>
          <a:xfrm>
            <a:off x="4743147" y="5474519"/>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B270BA62-EF8E-221C-7427-B8CBECA88EC0}"/>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01DCDE49-1F2F-C411-D104-4584EE67311E}"/>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5532EA3F-D26D-BC63-52BE-17B456BD91C7}"/>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71DDC347-49C4-6D96-4489-67F821A604FA}"/>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E3F8938C-19CB-2157-02D3-AB44B57AEBEC}"/>
              </a:ext>
            </a:extLst>
          </p:cNvPr>
          <p:cNvSpPr/>
          <p:nvPr/>
        </p:nvSpPr>
        <p:spPr>
          <a:xfrm>
            <a:off x="6572014" y="2731464"/>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CE39D788-712A-6DF6-0256-9E502613CCD8}"/>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47163C56-321E-19EB-A9C9-0DF018AE8686}"/>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E6CE74D7-6FE4-81D6-95DA-D9A858C56F4A}"/>
              </a:ext>
            </a:extLst>
          </p:cNvPr>
          <p:cNvPicPr>
            <a:picLocks noChangeAspect="1"/>
          </p:cNvPicPr>
          <p:nvPr/>
        </p:nvPicPr>
        <p:blipFill>
          <a:blip r:embed="rId12">
            <a:alphaModFix amt="40000"/>
          </a:blip>
          <a:srcRect/>
          <a:stretch/>
        </p:blipFill>
        <p:spPr>
          <a:xfrm>
            <a:off x="6635475" y="3699188"/>
            <a:ext cx="152365" cy="152365"/>
          </a:xfrm>
          <a:prstGeom prst="rect">
            <a:avLst/>
          </a:prstGeom>
        </p:spPr>
      </p:pic>
      <p:sp>
        <p:nvSpPr>
          <p:cNvPr id="52" name="Text 42">
            <a:extLst>
              <a:ext uri="{FF2B5EF4-FFF2-40B4-BE49-F238E27FC236}">
                <a16:creationId xmlns:a16="http://schemas.microsoft.com/office/drawing/2014/main" id="{91F799E6-675F-07A6-928A-2742F911E8C7}"/>
              </a:ext>
            </a:extLst>
          </p:cNvPr>
          <p:cNvSpPr/>
          <p:nvPr/>
        </p:nvSpPr>
        <p:spPr>
          <a:xfrm>
            <a:off x="6572014" y="396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22A64477-37A8-ABDE-AEB5-5B3F912D8944}"/>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7D2DCB36-9578-1C8A-8259-61A69237A166}"/>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74D73B3E-FF04-1F40-8151-CEAD28C169D7}"/>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F4CA9D25-3AA6-57F2-D44E-5F55F64EA4F5}"/>
              </a:ext>
            </a:extLst>
          </p:cNvPr>
          <p:cNvPicPr>
            <a:picLocks noChangeAspect="1"/>
          </p:cNvPicPr>
          <p:nvPr/>
        </p:nvPicPr>
        <p:blipFill>
          <a:blip r:embed="rId13">
            <a:alphaModFix amt="40000"/>
          </a:blip>
          <a:srcRect/>
          <a:stretch/>
        </p:blipFill>
        <p:spPr>
          <a:xfrm>
            <a:off x="6635475" y="4969188"/>
            <a:ext cx="152365" cy="152365"/>
          </a:xfrm>
          <a:prstGeom prst="rect">
            <a:avLst/>
          </a:prstGeom>
        </p:spPr>
      </p:pic>
      <p:sp>
        <p:nvSpPr>
          <p:cNvPr id="57" name="Text 46">
            <a:extLst>
              <a:ext uri="{FF2B5EF4-FFF2-40B4-BE49-F238E27FC236}">
                <a16:creationId xmlns:a16="http://schemas.microsoft.com/office/drawing/2014/main" id="{F391C0A5-9320-BBEE-23B8-D5E963F76947}"/>
              </a:ext>
            </a:extLst>
          </p:cNvPr>
          <p:cNvSpPr/>
          <p:nvPr/>
        </p:nvSpPr>
        <p:spPr>
          <a:xfrm>
            <a:off x="6572014" y="523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D7C05A6D-C1C3-FE3F-00ED-46652B0E8270}"/>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9D2552CE-C4F7-0DC2-49CB-08CD465D4C58}"/>
              </a:ext>
            </a:extLst>
          </p:cNvPr>
          <p:cNvPicPr>
            <a:picLocks noChangeAspect="1"/>
          </p:cNvPicPr>
          <p:nvPr/>
        </p:nvPicPr>
        <p:blipFill>
          <a:blip r:embed="rId14"/>
          <a:srcRect l="-5" r="-5"/>
          <a:stretch/>
        </p:blipFill>
        <p:spPr>
          <a:xfrm>
            <a:off x="2311306" y="2594421"/>
            <a:ext cx="482537" cy="152365"/>
          </a:xfrm>
          <a:prstGeom prst="rect">
            <a:avLst/>
          </a:prstGeom>
        </p:spPr>
      </p:pic>
      <p:pic>
        <p:nvPicPr>
          <p:cNvPr id="60" name="Image 12" descr="connector">
            <a:extLst>
              <a:ext uri="{FF2B5EF4-FFF2-40B4-BE49-F238E27FC236}">
                <a16:creationId xmlns:a16="http://schemas.microsoft.com/office/drawing/2014/main" id="{03488BEA-278B-27D2-8F2F-BE28366F138B}"/>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8BB6EE1D-3C02-1271-236D-EABC42729293}"/>
              </a:ext>
            </a:extLst>
          </p:cNvPr>
          <p:cNvPicPr>
            <a:picLocks noChangeAspect="1"/>
          </p:cNvPicPr>
          <p:nvPr/>
        </p:nvPicPr>
        <p:blipFill>
          <a:blip r:embed="rId16"/>
          <a:srcRect t="-9" b="-9"/>
          <a:stretch/>
        </p:blipFill>
        <p:spPr>
          <a:xfrm>
            <a:off x="3403498" y="3197693"/>
            <a:ext cx="152365" cy="1676306"/>
          </a:xfrm>
          <a:prstGeom prst="rect">
            <a:avLst/>
          </a:prstGeom>
        </p:spPr>
      </p:pic>
      <p:pic>
        <p:nvPicPr>
          <p:cNvPr id="62" name="Image 14" descr="connector">
            <a:extLst>
              <a:ext uri="{FF2B5EF4-FFF2-40B4-BE49-F238E27FC236}">
                <a16:creationId xmlns:a16="http://schemas.microsoft.com/office/drawing/2014/main" id="{4F824343-6FDC-3F8D-C56D-E9A8BC4543CC}"/>
              </a:ext>
            </a:extLst>
          </p:cNvPr>
          <p:cNvPicPr>
            <a:picLocks noChangeAspect="1"/>
          </p:cNvPicPr>
          <p:nvPr/>
        </p:nvPicPr>
        <p:blipFill>
          <a:blip r:embed="rId17"/>
          <a:srcRect t="-1" b="-1"/>
          <a:stretch/>
        </p:blipFill>
        <p:spPr>
          <a:xfrm>
            <a:off x="3911478" y="3197693"/>
            <a:ext cx="787365" cy="914384"/>
          </a:xfrm>
          <a:prstGeom prst="rect">
            <a:avLst/>
          </a:prstGeom>
        </p:spPr>
      </p:pic>
      <p:pic>
        <p:nvPicPr>
          <p:cNvPr id="63" name="Image 15" descr="connector">
            <a:extLst>
              <a:ext uri="{FF2B5EF4-FFF2-40B4-BE49-F238E27FC236}">
                <a16:creationId xmlns:a16="http://schemas.microsoft.com/office/drawing/2014/main" id="{C301F968-9F22-AA04-1B1F-24A6BDAEB7A4}"/>
              </a:ext>
            </a:extLst>
          </p:cNvPr>
          <p:cNvPicPr>
            <a:picLocks noChangeAspect="1"/>
          </p:cNvPicPr>
          <p:nvPr/>
        </p:nvPicPr>
        <p:blipFill>
          <a:blip r:embed="rId18"/>
          <a:srcRect l="-2" r="-2"/>
          <a:stretch/>
        </p:blipFill>
        <p:spPr>
          <a:xfrm>
            <a:off x="6019631" y="3985056"/>
            <a:ext cx="495210" cy="101576"/>
          </a:xfrm>
          <a:prstGeom prst="rect">
            <a:avLst/>
          </a:prstGeom>
        </p:spPr>
      </p:pic>
      <p:pic>
        <p:nvPicPr>
          <p:cNvPr id="192" name="Image 16" descr="connector">
            <a:extLst>
              <a:ext uri="{FF2B5EF4-FFF2-40B4-BE49-F238E27FC236}">
                <a16:creationId xmlns:a16="http://schemas.microsoft.com/office/drawing/2014/main" id="{2148B1CC-6177-15FE-53C7-0D97D5C00403}"/>
              </a:ext>
            </a:extLst>
          </p:cNvPr>
          <p:cNvPicPr>
            <a:picLocks noChangeAspect="1"/>
          </p:cNvPicPr>
          <p:nvPr/>
        </p:nvPicPr>
        <p:blipFill>
          <a:blip r:embed="rId19"/>
          <a:srcRect l="-6" r="-6"/>
          <a:stretch/>
        </p:blipFill>
        <p:spPr>
          <a:xfrm>
            <a:off x="2336651" y="5255056"/>
            <a:ext cx="431749" cy="101576"/>
          </a:xfrm>
          <a:prstGeom prst="rect">
            <a:avLst/>
          </a:prstGeom>
        </p:spPr>
      </p:pic>
      <p:pic>
        <p:nvPicPr>
          <p:cNvPr id="193" name="Image 17" descr="connector">
            <a:extLst>
              <a:ext uri="{FF2B5EF4-FFF2-40B4-BE49-F238E27FC236}">
                <a16:creationId xmlns:a16="http://schemas.microsoft.com/office/drawing/2014/main" id="{12158E01-A2F4-EE28-D6E5-E8CE3ED6FCAC}"/>
              </a:ext>
            </a:extLst>
          </p:cNvPr>
          <p:cNvPicPr>
            <a:picLocks noChangeAspect="1"/>
          </p:cNvPicPr>
          <p:nvPr/>
        </p:nvPicPr>
        <p:blipFill>
          <a:blip r:embed="rId15"/>
          <a:srcRect l="-5" r="-5"/>
          <a:stretch/>
        </p:blipFill>
        <p:spPr>
          <a:xfrm>
            <a:off x="4165419" y="5229613"/>
            <a:ext cx="533325" cy="152365"/>
          </a:xfrm>
          <a:prstGeom prst="rect">
            <a:avLst/>
          </a:prstGeom>
        </p:spPr>
      </p:pic>
      <p:pic>
        <p:nvPicPr>
          <p:cNvPr id="194" name="Image 18" descr="connector">
            <a:extLst>
              <a:ext uri="{FF2B5EF4-FFF2-40B4-BE49-F238E27FC236}">
                <a16:creationId xmlns:a16="http://schemas.microsoft.com/office/drawing/2014/main" id="{ACD1545E-8BD4-2727-EB54-3FF5C95E40F7}"/>
              </a:ext>
            </a:extLst>
          </p:cNvPr>
          <p:cNvPicPr>
            <a:picLocks noChangeAspect="1"/>
          </p:cNvPicPr>
          <p:nvPr/>
        </p:nvPicPr>
        <p:blipFill>
          <a:blip r:embed="rId18"/>
          <a:srcRect l="-2" r="-2"/>
          <a:stretch/>
        </p:blipFill>
        <p:spPr>
          <a:xfrm>
            <a:off x="6019631" y="5255056"/>
            <a:ext cx="495210" cy="101576"/>
          </a:xfrm>
          <a:prstGeom prst="rect">
            <a:avLst/>
          </a:prstGeom>
        </p:spPr>
      </p:pic>
      <p:pic>
        <p:nvPicPr>
          <p:cNvPr id="195" name="Image 19" descr="connector">
            <a:extLst>
              <a:ext uri="{FF2B5EF4-FFF2-40B4-BE49-F238E27FC236}">
                <a16:creationId xmlns:a16="http://schemas.microsoft.com/office/drawing/2014/main" id="{16387ED7-58DE-FCEC-6182-6BAD69C1D15A}"/>
              </a:ext>
            </a:extLst>
          </p:cNvPr>
          <p:cNvPicPr>
            <a:picLocks noChangeAspect="1"/>
          </p:cNvPicPr>
          <p:nvPr/>
        </p:nvPicPr>
        <p:blipFill>
          <a:blip r:embed="rId20"/>
          <a:srcRect/>
          <a:stretch/>
        </p:blipFill>
        <p:spPr>
          <a:xfrm>
            <a:off x="6159323" y="2619769"/>
            <a:ext cx="355517" cy="101576"/>
          </a:xfrm>
          <a:prstGeom prst="rect">
            <a:avLst/>
          </a:prstGeom>
        </p:spPr>
      </p:pic>
      <p:sp>
        <p:nvSpPr>
          <p:cNvPr id="196" name="Text 49">
            <a:extLst>
              <a:ext uri="{FF2B5EF4-FFF2-40B4-BE49-F238E27FC236}">
                <a16:creationId xmlns:a16="http://schemas.microsoft.com/office/drawing/2014/main" id="{AB70057A-730A-6BD6-A9C7-8897616112FF}"/>
              </a:ext>
            </a:extLst>
          </p:cNvPr>
          <p:cNvSpPr/>
          <p:nvPr/>
        </p:nvSpPr>
        <p:spPr>
          <a:xfrm>
            <a:off x="8311879" y="18196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3 VON 8</a:t>
            </a:r>
            <a:endParaRPr lang="en-US" sz="1200" dirty="0"/>
          </a:p>
        </p:txBody>
      </p:sp>
      <p:sp>
        <p:nvSpPr>
          <p:cNvPr id="197" name="Text 50">
            <a:extLst>
              <a:ext uri="{FF2B5EF4-FFF2-40B4-BE49-F238E27FC236}">
                <a16:creationId xmlns:a16="http://schemas.microsoft.com/office/drawing/2014/main" id="{0B964185-F023-8A94-B419-F05EEA3DF4C8}"/>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POST: der Selbsttest beim Start</a:t>
            </a:r>
            <a:endParaRPr lang="en-US" sz="1600" dirty="0"/>
          </a:p>
        </p:txBody>
      </p:sp>
      <p:sp>
        <p:nvSpPr>
          <p:cNvPr id="198" name="Text 51">
            <a:extLst>
              <a:ext uri="{FF2B5EF4-FFF2-40B4-BE49-F238E27FC236}">
                <a16:creationId xmlns:a16="http://schemas.microsoft.com/office/drawing/2014/main" id="{D955D8DA-5768-7344-E055-5B71541DEC38}"/>
              </a:ext>
            </a:extLst>
          </p:cNvPr>
          <p:cNvSpPr/>
          <p:nvPr/>
        </p:nvSpPr>
        <p:spPr>
          <a:xfrm>
            <a:off x="8404335" y="2774197"/>
            <a:ext cx="2791040" cy="1091756"/>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Power-On Self-Test der Firmware</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prüft und initialisiert RAM, GPU, SSD und USB</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Fehler → Abbruch mit Piepton oder Fehler-LED</a:t>
            </a:r>
            <a:endParaRPr lang="en-US" sz="1200" dirty="0"/>
          </a:p>
        </p:txBody>
      </p:sp>
      <p:sp>
        <p:nvSpPr>
          <p:cNvPr id="199" name="Shape 52">
            <a:extLst>
              <a:ext uri="{FF2B5EF4-FFF2-40B4-BE49-F238E27FC236}">
                <a16:creationId xmlns:a16="http://schemas.microsoft.com/office/drawing/2014/main" id="{DCD4ED67-2170-8497-7A46-418324A9BDDB}"/>
              </a:ext>
            </a:extLst>
          </p:cNvPr>
          <p:cNvSpPr/>
          <p:nvPr/>
        </p:nvSpPr>
        <p:spPr>
          <a:xfrm>
            <a:off x="8311879" y="5131705"/>
            <a:ext cx="2806908" cy="0"/>
          </a:xfrm>
          <a:prstGeom prst="line">
            <a:avLst/>
          </a:prstGeom>
          <a:noFill/>
          <a:ln w="6350">
            <a:solidFill>
              <a:srgbClr val="E3E7EE"/>
            </a:solidFill>
            <a:prstDash val="solid"/>
          </a:ln>
        </p:spPr>
      </p:sp>
      <p:sp>
        <p:nvSpPr>
          <p:cNvPr id="200" name="Text 53">
            <a:extLst>
              <a:ext uri="{FF2B5EF4-FFF2-40B4-BE49-F238E27FC236}">
                <a16:creationId xmlns:a16="http://schemas.microsoft.com/office/drawing/2014/main" id="{03FFB5A6-61B7-0353-B897-18575765C9FC}"/>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1" name="Text 54">
            <a:extLst>
              <a:ext uri="{FF2B5EF4-FFF2-40B4-BE49-F238E27FC236}">
                <a16:creationId xmlns:a16="http://schemas.microsoft.com/office/drawing/2014/main" id="{D28456A4-E963-CE22-C8E2-8C0F270E1813}"/>
              </a:ext>
            </a:extLst>
          </p:cNvPr>
          <p:cNvSpPr/>
          <p:nvPr/>
        </p:nvSpPr>
        <p:spPr>
          <a:xfrm>
            <a:off x="8311879" y="5513025"/>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CPU ↔ alle Bauteile</a:t>
            </a:r>
            <a:endParaRPr lang="en-US" sz="1400" dirty="0"/>
          </a:p>
        </p:txBody>
      </p:sp>
    </p:spTree>
    <p:extLst>
      <p:ext uri="{BB962C8B-B14F-4D97-AF65-F5344CB8AC3E}">
        <p14:creationId xmlns:p14="http://schemas.microsoft.com/office/powerpoint/2010/main" val="1523130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0F6B4A85-EFFE-9DB2-2742-4B6FA11E489F}"/>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D2761D03-A8AC-5177-AE16-04B99E5569B5}"/>
              </a:ext>
            </a:extLst>
          </p:cNvPr>
          <p:cNvSpPr/>
          <p:nvPr/>
        </p:nvSpPr>
        <p:spPr>
          <a:xfrm>
            <a:off x="965074" y="1610193"/>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E439AF58-6C31-A2BE-23EA-E01CDDDA266D}"/>
              </a:ext>
            </a:extLst>
          </p:cNvPr>
          <p:cNvSpPr/>
          <p:nvPr/>
        </p:nvSpPr>
        <p:spPr>
          <a:xfrm>
            <a:off x="974599" y="2076909"/>
            <a:ext cx="1403315"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 name="Shape 5">
            <a:extLst>
              <a:ext uri="{FF2B5EF4-FFF2-40B4-BE49-F238E27FC236}">
                <a16:creationId xmlns:a16="http://schemas.microsoft.com/office/drawing/2014/main" id="{51EB8AED-6FB9-DDEA-8DFB-0057EDC526F0}"/>
              </a:ext>
            </a:extLst>
          </p:cNvPr>
          <p:cNvSpPr/>
          <p:nvPr/>
        </p:nvSpPr>
        <p:spPr>
          <a:xfrm>
            <a:off x="1085512" y="2187823"/>
            <a:ext cx="279384" cy="279384"/>
          </a:xfrm>
          <a:prstGeom prst="roundRect">
            <a:avLst>
              <a:gd name="adj" fmla="val 50000"/>
            </a:avLst>
          </a:prstGeom>
          <a:solidFill>
            <a:srgbClr val="16213E"/>
          </a:solidFill>
          <a:ln/>
        </p:spPr>
      </p:sp>
      <p:pic>
        <p:nvPicPr>
          <p:cNvPr id="6" name="Image 0" descr="preencoded.png">
            <a:extLst>
              <a:ext uri="{FF2B5EF4-FFF2-40B4-BE49-F238E27FC236}">
                <a16:creationId xmlns:a16="http://schemas.microsoft.com/office/drawing/2014/main" id="{6AEF83F2-E3EA-8F07-0EB7-0D9D73B6C07A}"/>
              </a:ext>
            </a:extLst>
          </p:cNvPr>
          <p:cNvPicPr>
            <a:picLocks noChangeAspect="1"/>
          </p:cNvPicPr>
          <p:nvPr/>
        </p:nvPicPr>
        <p:blipFill>
          <a:blip r:embed="rId3"/>
          <a:srcRect/>
          <a:stretch/>
        </p:blipFill>
        <p:spPr>
          <a:xfrm>
            <a:off x="1148973" y="2251283"/>
            <a:ext cx="152365" cy="152365"/>
          </a:xfrm>
          <a:prstGeom prst="rect">
            <a:avLst/>
          </a:prstGeom>
        </p:spPr>
      </p:pic>
      <p:sp>
        <p:nvSpPr>
          <p:cNvPr id="7" name="Text 6">
            <a:extLst>
              <a:ext uri="{FF2B5EF4-FFF2-40B4-BE49-F238E27FC236}">
                <a16:creationId xmlns:a16="http://schemas.microsoft.com/office/drawing/2014/main" id="{F7A65A0C-0E2B-AA52-DC9B-F08F9EF86E26}"/>
              </a:ext>
            </a:extLst>
          </p:cNvPr>
          <p:cNvSpPr/>
          <p:nvPr/>
        </p:nvSpPr>
        <p:spPr>
          <a:xfrm>
            <a:off x="1085512" y="2517995"/>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35C2A9CF-36FF-03E3-2A7A-256A56C00AB0}"/>
              </a:ext>
            </a:extLst>
          </p:cNvPr>
          <p:cNvSpPr/>
          <p:nvPr/>
        </p:nvSpPr>
        <p:spPr>
          <a:xfrm>
            <a:off x="1085512" y="2744037"/>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61E687F8-C0A7-80E3-F9AE-66BF9DA7A525}"/>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DD484CF9-0CDF-1682-06DE-5591689323B6}"/>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C212B6E7-403E-6BA8-E4A7-2F5A69E31275}"/>
              </a:ext>
            </a:extLst>
          </p:cNvPr>
          <p:cNvPicPr>
            <a:picLocks noChangeAspect="1"/>
          </p:cNvPicPr>
          <p:nvPr/>
        </p:nvPicPr>
        <p:blipFill>
          <a:blip r:embed="rId4"/>
          <a:srcRect/>
          <a:stretch/>
        </p:blipFill>
        <p:spPr>
          <a:xfrm>
            <a:off x="2901608" y="2251283"/>
            <a:ext cx="152365" cy="152365"/>
          </a:xfrm>
          <a:prstGeom prst="rect">
            <a:avLst/>
          </a:prstGeom>
        </p:spPr>
      </p:pic>
      <p:sp>
        <p:nvSpPr>
          <p:cNvPr id="12" name="Text 10">
            <a:extLst>
              <a:ext uri="{FF2B5EF4-FFF2-40B4-BE49-F238E27FC236}">
                <a16:creationId xmlns:a16="http://schemas.microsoft.com/office/drawing/2014/main" id="{B7FF0EF6-1837-0E9A-FC25-0C64F6F32125}"/>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02FAD83D-2C16-1592-32E4-0266EFD702A1}"/>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47255D11-8895-D21A-71F3-E537D0561EE2}"/>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9CCEF05F-5EEA-C0A9-C32D-A72BEC2335D5}"/>
              </a:ext>
            </a:extLst>
          </p:cNvPr>
          <p:cNvSpPr/>
          <p:nvPr/>
        </p:nvSpPr>
        <p:spPr>
          <a:xfrm>
            <a:off x="4743147" y="2187823"/>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2B9BA467-D534-DBE1-828B-BA84484F4194}"/>
              </a:ext>
            </a:extLst>
          </p:cNvPr>
          <p:cNvPicPr>
            <a:picLocks noChangeAspect="1"/>
          </p:cNvPicPr>
          <p:nvPr/>
        </p:nvPicPr>
        <p:blipFill>
          <a:blip r:embed="rId5"/>
          <a:srcRect/>
          <a:stretch/>
        </p:blipFill>
        <p:spPr>
          <a:xfrm>
            <a:off x="4806608" y="2251283"/>
            <a:ext cx="152365" cy="152365"/>
          </a:xfrm>
          <a:prstGeom prst="rect">
            <a:avLst/>
          </a:prstGeom>
        </p:spPr>
      </p:pic>
      <p:sp>
        <p:nvSpPr>
          <p:cNvPr id="17" name="Text 14">
            <a:extLst>
              <a:ext uri="{FF2B5EF4-FFF2-40B4-BE49-F238E27FC236}">
                <a16:creationId xmlns:a16="http://schemas.microsoft.com/office/drawing/2014/main" id="{9727895A-C2B3-5020-5D76-5D03D6DE6908}"/>
              </a:ext>
            </a:extLst>
          </p:cNvPr>
          <p:cNvSpPr/>
          <p:nvPr/>
        </p:nvSpPr>
        <p:spPr>
          <a:xfrm>
            <a:off x="4743147" y="2517995"/>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3F1E7CF3-8F06-9B1C-F942-05CA834AAE60}"/>
              </a:ext>
            </a:extLst>
          </p:cNvPr>
          <p:cNvSpPr/>
          <p:nvPr/>
        </p:nvSpPr>
        <p:spPr>
          <a:xfrm>
            <a:off x="4743147" y="2744037"/>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6A5CD363-DF03-9105-4C8E-BB6A3E9590F2}"/>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A56E6786-DDE2-109E-78FB-C9E64604875F}"/>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2D06C73A-E5EF-4971-7A4D-B328C8F92DC6}"/>
              </a:ext>
            </a:extLst>
          </p:cNvPr>
          <p:cNvPicPr>
            <a:picLocks noChangeAspect="1"/>
          </p:cNvPicPr>
          <p:nvPr/>
        </p:nvPicPr>
        <p:blipFill>
          <a:blip r:embed="rId6">
            <a:alphaModFix amt="40000"/>
          </a:blip>
          <a:srcRect/>
          <a:stretch/>
        </p:blipFill>
        <p:spPr>
          <a:xfrm>
            <a:off x="1136399" y="3699188"/>
            <a:ext cx="152365" cy="152365"/>
          </a:xfrm>
          <a:prstGeom prst="rect">
            <a:avLst/>
          </a:prstGeom>
        </p:spPr>
      </p:pic>
      <p:sp>
        <p:nvSpPr>
          <p:cNvPr id="22" name="Text 18">
            <a:extLst>
              <a:ext uri="{FF2B5EF4-FFF2-40B4-BE49-F238E27FC236}">
                <a16:creationId xmlns:a16="http://schemas.microsoft.com/office/drawing/2014/main" id="{89E24D24-0665-2320-0D70-D3DC8288B80A}"/>
              </a:ext>
            </a:extLst>
          </p:cNvPr>
          <p:cNvSpPr/>
          <p:nvPr/>
        </p:nvSpPr>
        <p:spPr>
          <a:xfrm>
            <a:off x="1072938" y="396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652353E8-DD58-A8A1-ADD5-CAFED13C37FD}"/>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DAC7C5D9-190B-EF94-41BC-2B075B3D238F}"/>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CA09FE99-A847-37B1-1E79-B4A0930892F2}"/>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2B66BDA5-A328-95E4-FBE1-8BF724825B53}"/>
              </a:ext>
            </a:extLst>
          </p:cNvPr>
          <p:cNvPicPr>
            <a:picLocks noChangeAspect="1"/>
          </p:cNvPicPr>
          <p:nvPr/>
        </p:nvPicPr>
        <p:blipFill>
          <a:blip r:embed="rId7">
            <a:alphaModFix amt="40000"/>
          </a:blip>
          <a:srcRect/>
          <a:stretch/>
        </p:blipFill>
        <p:spPr>
          <a:xfrm>
            <a:off x="4794034" y="3699188"/>
            <a:ext cx="152365" cy="152365"/>
          </a:xfrm>
          <a:prstGeom prst="rect">
            <a:avLst/>
          </a:prstGeom>
        </p:spPr>
      </p:pic>
      <p:sp>
        <p:nvSpPr>
          <p:cNvPr id="27" name="Text 22">
            <a:extLst>
              <a:ext uri="{FF2B5EF4-FFF2-40B4-BE49-F238E27FC236}">
                <a16:creationId xmlns:a16="http://schemas.microsoft.com/office/drawing/2014/main" id="{9471DB6F-1E27-796A-12F2-4018891B1442}"/>
              </a:ext>
            </a:extLst>
          </p:cNvPr>
          <p:cNvSpPr/>
          <p:nvPr/>
        </p:nvSpPr>
        <p:spPr>
          <a:xfrm>
            <a:off x="4730573" y="3965901"/>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8907E3EA-A678-7A30-45BB-1C938C8FB4DD}"/>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1A5D9948-B55E-F01E-28CA-3E0BFD081371}"/>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677331C0-6D95-8A32-1169-9B1597902B19}"/>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FC196181-2459-8ACD-E5A1-3321DB10090B}"/>
              </a:ext>
            </a:extLst>
          </p:cNvPr>
          <p:cNvPicPr>
            <a:picLocks noChangeAspect="1"/>
          </p:cNvPicPr>
          <p:nvPr/>
        </p:nvPicPr>
        <p:blipFill>
          <a:blip r:embed="rId8">
            <a:alphaModFix amt="40000"/>
          </a:blip>
          <a:srcRect/>
          <a:stretch/>
        </p:blipFill>
        <p:spPr>
          <a:xfrm>
            <a:off x="1136399" y="4969191"/>
            <a:ext cx="152365" cy="152365"/>
          </a:xfrm>
          <a:prstGeom prst="rect">
            <a:avLst/>
          </a:prstGeom>
        </p:spPr>
      </p:pic>
      <p:sp>
        <p:nvSpPr>
          <p:cNvPr id="32" name="Text 26">
            <a:extLst>
              <a:ext uri="{FF2B5EF4-FFF2-40B4-BE49-F238E27FC236}">
                <a16:creationId xmlns:a16="http://schemas.microsoft.com/office/drawing/2014/main" id="{DF74026E-A0AC-FEA4-C629-A297B7595296}"/>
              </a:ext>
            </a:extLst>
          </p:cNvPr>
          <p:cNvSpPr/>
          <p:nvPr/>
        </p:nvSpPr>
        <p:spPr>
          <a:xfrm>
            <a:off x="1072938" y="523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EE237834-7AEF-5123-D8D7-A5CEA31C8EBE}"/>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FF3E49B0-03D6-52EA-AEDE-C5A5C74A7854}"/>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BC9610BA-B915-B9BE-BFBA-3D922403669F}"/>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DDE0945B-FF11-B246-1EEB-95F170C186D8}"/>
              </a:ext>
            </a:extLst>
          </p:cNvPr>
          <p:cNvPicPr>
            <a:picLocks noChangeAspect="1"/>
          </p:cNvPicPr>
          <p:nvPr/>
        </p:nvPicPr>
        <p:blipFill>
          <a:blip r:embed="rId9">
            <a:alphaModFix amt="40000"/>
          </a:blip>
          <a:srcRect/>
          <a:stretch/>
        </p:blipFill>
        <p:spPr>
          <a:xfrm>
            <a:off x="2889034" y="4969191"/>
            <a:ext cx="152365" cy="152365"/>
          </a:xfrm>
          <a:prstGeom prst="rect">
            <a:avLst/>
          </a:prstGeom>
        </p:spPr>
      </p:pic>
      <p:sp>
        <p:nvSpPr>
          <p:cNvPr id="37" name="Text 30">
            <a:extLst>
              <a:ext uri="{FF2B5EF4-FFF2-40B4-BE49-F238E27FC236}">
                <a16:creationId xmlns:a16="http://schemas.microsoft.com/office/drawing/2014/main" id="{33DC7053-41C5-10FE-27D9-89939FCEB51E}"/>
              </a:ext>
            </a:extLst>
          </p:cNvPr>
          <p:cNvSpPr/>
          <p:nvPr/>
        </p:nvSpPr>
        <p:spPr>
          <a:xfrm>
            <a:off x="2825573" y="5235897"/>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5FA5F6A7-4F46-A0F8-5F14-C63727879BD3}"/>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CB5947B0-CAA9-13D4-07BF-0A9A00267CAE}"/>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31BE56B3-8AC5-732D-D9E1-4076A312C7AA}"/>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816172E6-06D0-2B09-1984-FE92B1AA39C1}"/>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42" name="Text 34">
            <a:extLst>
              <a:ext uri="{FF2B5EF4-FFF2-40B4-BE49-F238E27FC236}">
                <a16:creationId xmlns:a16="http://schemas.microsoft.com/office/drawing/2014/main" id="{598D36A3-3F0C-8D99-7CE0-4A7DE3FD87C0}"/>
              </a:ext>
            </a:extLst>
          </p:cNvPr>
          <p:cNvSpPr/>
          <p:nvPr/>
        </p:nvSpPr>
        <p:spPr>
          <a:xfrm>
            <a:off x="4730573" y="523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3B4EB94B-26F7-F2CF-A0C8-B0846CDE6F11}"/>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0B6CFA57-BA62-02FA-699E-B4AC6DB056DE}"/>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361529B8-2406-7A37-9B66-40C8337C2836}"/>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5B512B84-B567-C10C-6764-E45C3D24DF75}"/>
              </a:ext>
            </a:extLst>
          </p:cNvPr>
          <p:cNvPicPr>
            <a:picLocks noChangeAspect="1"/>
          </p:cNvPicPr>
          <p:nvPr/>
        </p:nvPicPr>
        <p:blipFill>
          <a:blip r:embed="rId11">
            <a:alphaModFix amt="40000"/>
          </a:blip>
          <a:srcRect/>
          <a:stretch/>
        </p:blipFill>
        <p:spPr>
          <a:xfrm>
            <a:off x="6635475" y="2238707"/>
            <a:ext cx="152365" cy="152365"/>
          </a:xfrm>
          <a:prstGeom prst="rect">
            <a:avLst/>
          </a:prstGeom>
        </p:spPr>
      </p:pic>
      <p:sp>
        <p:nvSpPr>
          <p:cNvPr id="47" name="Text 38">
            <a:extLst>
              <a:ext uri="{FF2B5EF4-FFF2-40B4-BE49-F238E27FC236}">
                <a16:creationId xmlns:a16="http://schemas.microsoft.com/office/drawing/2014/main" id="{4118ED82-82FC-2234-5A87-EABA322C14A8}"/>
              </a:ext>
            </a:extLst>
          </p:cNvPr>
          <p:cNvSpPr/>
          <p:nvPr/>
        </p:nvSpPr>
        <p:spPr>
          <a:xfrm>
            <a:off x="6572014" y="2505419"/>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C1FF7865-9FCF-A58B-1ECB-8CAB5F5CF208}"/>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0F57E27C-2AB9-DE0B-0E1D-DB71304508AA}"/>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627D1580-9D5F-7E88-66F3-57A13464F7D0}"/>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6FE91708-4B11-D039-4A78-B3B735F37169}"/>
              </a:ext>
            </a:extLst>
          </p:cNvPr>
          <p:cNvPicPr>
            <a:picLocks noChangeAspect="1"/>
          </p:cNvPicPr>
          <p:nvPr/>
        </p:nvPicPr>
        <p:blipFill>
          <a:blip r:embed="rId12">
            <a:alphaModFix amt="40000"/>
          </a:blip>
          <a:srcRect/>
          <a:stretch/>
        </p:blipFill>
        <p:spPr>
          <a:xfrm>
            <a:off x="6635475" y="3699188"/>
            <a:ext cx="152365" cy="152365"/>
          </a:xfrm>
          <a:prstGeom prst="rect">
            <a:avLst/>
          </a:prstGeom>
        </p:spPr>
      </p:pic>
      <p:sp>
        <p:nvSpPr>
          <p:cNvPr id="52" name="Text 42">
            <a:extLst>
              <a:ext uri="{FF2B5EF4-FFF2-40B4-BE49-F238E27FC236}">
                <a16:creationId xmlns:a16="http://schemas.microsoft.com/office/drawing/2014/main" id="{CD8759D2-0BF5-464E-8FD0-549B9C9EF03F}"/>
              </a:ext>
            </a:extLst>
          </p:cNvPr>
          <p:cNvSpPr/>
          <p:nvPr/>
        </p:nvSpPr>
        <p:spPr>
          <a:xfrm>
            <a:off x="6572014" y="396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3C0EF261-2CBD-2893-7EC9-137FA1AA6566}"/>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7C5C730D-54AC-874E-88A3-3D53FDDDD31D}"/>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C257C248-00BB-4885-8615-3ECF25F97BDB}"/>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1C6C0BC6-0453-9599-07E8-5FBEE84BFF7F}"/>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57" name="Text 46">
            <a:extLst>
              <a:ext uri="{FF2B5EF4-FFF2-40B4-BE49-F238E27FC236}">
                <a16:creationId xmlns:a16="http://schemas.microsoft.com/office/drawing/2014/main" id="{46EDF5CD-A5CF-88FE-40F3-73F7DFC774D7}"/>
              </a:ext>
            </a:extLst>
          </p:cNvPr>
          <p:cNvSpPr/>
          <p:nvPr/>
        </p:nvSpPr>
        <p:spPr>
          <a:xfrm>
            <a:off x="6572014" y="523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90CF5BB9-B7F6-5C08-A959-CEBCB5DAC159}"/>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DA296CC0-3360-2DB3-7356-B33D82BD1C21}"/>
              </a:ext>
            </a:extLst>
          </p:cNvPr>
          <p:cNvPicPr>
            <a:picLocks noChangeAspect="1"/>
          </p:cNvPicPr>
          <p:nvPr/>
        </p:nvPicPr>
        <p:blipFill>
          <a:blip r:embed="rId14"/>
          <a:srcRect l="-5" r="-5"/>
          <a:stretch/>
        </p:blipFill>
        <p:spPr>
          <a:xfrm>
            <a:off x="2311306" y="2594421"/>
            <a:ext cx="482537" cy="152365"/>
          </a:xfrm>
          <a:prstGeom prst="rect">
            <a:avLst/>
          </a:prstGeom>
        </p:spPr>
      </p:pic>
      <p:pic>
        <p:nvPicPr>
          <p:cNvPr id="60" name="Image 12" descr="connector">
            <a:extLst>
              <a:ext uri="{FF2B5EF4-FFF2-40B4-BE49-F238E27FC236}">
                <a16:creationId xmlns:a16="http://schemas.microsoft.com/office/drawing/2014/main" id="{6D370A11-72A0-6C74-5093-573340DA14DE}"/>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EACAA8CC-EEC3-B56F-B869-C20C64D4C7D7}"/>
              </a:ext>
            </a:extLst>
          </p:cNvPr>
          <p:cNvPicPr>
            <a:picLocks noChangeAspect="1"/>
          </p:cNvPicPr>
          <p:nvPr/>
        </p:nvPicPr>
        <p:blipFill>
          <a:blip r:embed="rId16"/>
          <a:srcRect t="-9" b="-9"/>
          <a:stretch/>
        </p:blipFill>
        <p:spPr>
          <a:xfrm>
            <a:off x="3428843" y="3223037"/>
            <a:ext cx="101576" cy="1625517"/>
          </a:xfrm>
          <a:prstGeom prst="rect">
            <a:avLst/>
          </a:prstGeom>
        </p:spPr>
      </p:pic>
      <p:pic>
        <p:nvPicPr>
          <p:cNvPr id="62" name="Image 14" descr="connector">
            <a:extLst>
              <a:ext uri="{FF2B5EF4-FFF2-40B4-BE49-F238E27FC236}">
                <a16:creationId xmlns:a16="http://schemas.microsoft.com/office/drawing/2014/main" id="{EE9E6A45-40C4-AD8B-E2DA-BF723D604EAA}"/>
              </a:ext>
            </a:extLst>
          </p:cNvPr>
          <p:cNvPicPr>
            <a:picLocks noChangeAspect="1"/>
          </p:cNvPicPr>
          <p:nvPr/>
        </p:nvPicPr>
        <p:blipFill>
          <a:blip r:embed="rId17"/>
          <a:srcRect t="-1" b="-1"/>
          <a:stretch/>
        </p:blipFill>
        <p:spPr>
          <a:xfrm>
            <a:off x="3936823" y="3223037"/>
            <a:ext cx="736576" cy="863596"/>
          </a:xfrm>
          <a:prstGeom prst="rect">
            <a:avLst/>
          </a:prstGeom>
        </p:spPr>
      </p:pic>
      <p:pic>
        <p:nvPicPr>
          <p:cNvPr id="63" name="Image 15" descr="connector">
            <a:extLst>
              <a:ext uri="{FF2B5EF4-FFF2-40B4-BE49-F238E27FC236}">
                <a16:creationId xmlns:a16="http://schemas.microsoft.com/office/drawing/2014/main" id="{A4AE4C09-A4EF-FF65-F746-1175CDF75FD4}"/>
              </a:ext>
            </a:extLst>
          </p:cNvPr>
          <p:cNvPicPr>
            <a:picLocks noChangeAspect="1"/>
          </p:cNvPicPr>
          <p:nvPr/>
        </p:nvPicPr>
        <p:blipFill>
          <a:blip r:embed="rId18"/>
          <a:srcRect l="-2" r="-2"/>
          <a:stretch/>
        </p:blipFill>
        <p:spPr>
          <a:xfrm>
            <a:off x="6019631" y="3985056"/>
            <a:ext cx="495210" cy="101576"/>
          </a:xfrm>
          <a:prstGeom prst="rect">
            <a:avLst/>
          </a:prstGeom>
        </p:spPr>
      </p:pic>
      <p:pic>
        <p:nvPicPr>
          <p:cNvPr id="192" name="Image 16" descr="connector">
            <a:extLst>
              <a:ext uri="{FF2B5EF4-FFF2-40B4-BE49-F238E27FC236}">
                <a16:creationId xmlns:a16="http://schemas.microsoft.com/office/drawing/2014/main" id="{6B1A11F4-F407-1F07-320C-0C9E69614B00}"/>
              </a:ext>
            </a:extLst>
          </p:cNvPr>
          <p:cNvPicPr>
            <a:picLocks noChangeAspect="1"/>
          </p:cNvPicPr>
          <p:nvPr/>
        </p:nvPicPr>
        <p:blipFill>
          <a:blip r:embed="rId19"/>
          <a:srcRect l="-6" r="-6"/>
          <a:stretch/>
        </p:blipFill>
        <p:spPr>
          <a:xfrm>
            <a:off x="2336651" y="5255059"/>
            <a:ext cx="431749" cy="101576"/>
          </a:xfrm>
          <a:prstGeom prst="rect">
            <a:avLst/>
          </a:prstGeom>
        </p:spPr>
      </p:pic>
      <p:pic>
        <p:nvPicPr>
          <p:cNvPr id="193" name="Image 17" descr="connector">
            <a:extLst>
              <a:ext uri="{FF2B5EF4-FFF2-40B4-BE49-F238E27FC236}">
                <a16:creationId xmlns:a16="http://schemas.microsoft.com/office/drawing/2014/main" id="{0D57CDCE-93E6-EE1D-1B74-0A452569102E}"/>
              </a:ext>
            </a:extLst>
          </p:cNvPr>
          <p:cNvPicPr>
            <a:picLocks noChangeAspect="1"/>
          </p:cNvPicPr>
          <p:nvPr/>
        </p:nvPicPr>
        <p:blipFill>
          <a:blip r:embed="rId20"/>
          <a:srcRect l="-5" r="-5"/>
          <a:stretch/>
        </p:blipFill>
        <p:spPr>
          <a:xfrm>
            <a:off x="4190862" y="5255059"/>
            <a:ext cx="482537" cy="101576"/>
          </a:xfrm>
          <a:prstGeom prst="rect">
            <a:avLst/>
          </a:prstGeom>
        </p:spPr>
      </p:pic>
      <p:pic>
        <p:nvPicPr>
          <p:cNvPr id="194" name="Image 18" descr="connector">
            <a:extLst>
              <a:ext uri="{FF2B5EF4-FFF2-40B4-BE49-F238E27FC236}">
                <a16:creationId xmlns:a16="http://schemas.microsoft.com/office/drawing/2014/main" id="{193FFE77-F853-56E5-C31F-E58C56FB2146}"/>
              </a:ext>
            </a:extLst>
          </p:cNvPr>
          <p:cNvPicPr>
            <a:picLocks noChangeAspect="1"/>
          </p:cNvPicPr>
          <p:nvPr/>
        </p:nvPicPr>
        <p:blipFill>
          <a:blip r:embed="rId18"/>
          <a:srcRect l="-2" r="-2"/>
          <a:stretch/>
        </p:blipFill>
        <p:spPr>
          <a:xfrm>
            <a:off x="6019631" y="5255059"/>
            <a:ext cx="495210" cy="101576"/>
          </a:xfrm>
          <a:prstGeom prst="rect">
            <a:avLst/>
          </a:prstGeom>
        </p:spPr>
      </p:pic>
      <p:pic>
        <p:nvPicPr>
          <p:cNvPr id="195" name="Image 19" descr="connector">
            <a:extLst>
              <a:ext uri="{FF2B5EF4-FFF2-40B4-BE49-F238E27FC236}">
                <a16:creationId xmlns:a16="http://schemas.microsoft.com/office/drawing/2014/main" id="{3B85859D-D7F8-27AA-B634-D892FC02B608}"/>
              </a:ext>
            </a:extLst>
          </p:cNvPr>
          <p:cNvPicPr>
            <a:picLocks noChangeAspect="1"/>
          </p:cNvPicPr>
          <p:nvPr/>
        </p:nvPicPr>
        <p:blipFill>
          <a:blip r:embed="rId21"/>
          <a:srcRect/>
          <a:stretch/>
        </p:blipFill>
        <p:spPr>
          <a:xfrm>
            <a:off x="6159323" y="2619766"/>
            <a:ext cx="355517" cy="101576"/>
          </a:xfrm>
          <a:prstGeom prst="rect">
            <a:avLst/>
          </a:prstGeom>
        </p:spPr>
      </p:pic>
      <p:sp>
        <p:nvSpPr>
          <p:cNvPr id="196" name="Shape 48">
            <a:extLst>
              <a:ext uri="{FF2B5EF4-FFF2-40B4-BE49-F238E27FC236}">
                <a16:creationId xmlns:a16="http://schemas.microsoft.com/office/drawing/2014/main" id="{92D8EA5D-43ED-A6F7-D9E5-CB8DB80D218B}"/>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D0923850-4702-EA6D-3EC8-51D579379937}"/>
              </a:ext>
            </a:extLst>
          </p:cNvPr>
          <p:cNvSpPr/>
          <p:nvPr/>
        </p:nvSpPr>
        <p:spPr>
          <a:xfrm>
            <a:off x="8311879" y="18196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4 VON 8</a:t>
            </a:r>
            <a:endParaRPr lang="en-US" sz="1200" dirty="0"/>
          </a:p>
        </p:txBody>
      </p:sp>
      <p:sp>
        <p:nvSpPr>
          <p:cNvPr id="198" name="Text 50">
            <a:extLst>
              <a:ext uri="{FF2B5EF4-FFF2-40B4-BE49-F238E27FC236}">
                <a16:creationId xmlns:a16="http://schemas.microsoft.com/office/drawing/2014/main" id="{1BE23311-CE47-BB0A-31C4-4BF22E30C070}"/>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Von der SSD in den Arbeitsspeicher</a:t>
            </a:r>
            <a:endParaRPr lang="en-US" sz="1600" dirty="0"/>
          </a:p>
        </p:txBody>
      </p:sp>
      <p:sp>
        <p:nvSpPr>
          <p:cNvPr id="199" name="Text 51">
            <a:extLst>
              <a:ext uri="{FF2B5EF4-FFF2-40B4-BE49-F238E27FC236}">
                <a16:creationId xmlns:a16="http://schemas.microsoft.com/office/drawing/2014/main" id="{DACF0397-5DC0-5CBF-AAA9-8E8061A03D7A}"/>
              </a:ext>
            </a:extLst>
          </p:cNvPr>
          <p:cNvSpPr/>
          <p:nvPr/>
        </p:nvSpPr>
        <p:spPr>
          <a:xfrm>
            <a:off x="8404335" y="2774193"/>
            <a:ext cx="2791040" cy="1305027"/>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Firmware findet das Startlaufwerk</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Bootloader startet von der SSD</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Betriebssystem kommt über M.2 (PCIe) in den RAM</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danach übernimmt das Betriebssystem</a:t>
            </a:r>
            <a:endParaRPr lang="en-US" sz="1200" dirty="0"/>
          </a:p>
        </p:txBody>
      </p:sp>
      <p:sp>
        <p:nvSpPr>
          <p:cNvPr id="200" name="Shape 52">
            <a:extLst>
              <a:ext uri="{FF2B5EF4-FFF2-40B4-BE49-F238E27FC236}">
                <a16:creationId xmlns:a16="http://schemas.microsoft.com/office/drawing/2014/main" id="{C74FD7A4-7E77-1EA9-284E-7FDE13465890}"/>
              </a:ext>
            </a:extLst>
          </p:cNvPr>
          <p:cNvSpPr/>
          <p:nvPr/>
        </p:nvSpPr>
        <p:spPr>
          <a:xfrm>
            <a:off x="8311879" y="5131705"/>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7651668F-AF14-5CA7-96F0-63D9CCC4C375}"/>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A83B779E-C88A-A041-1048-10B8EA590403}"/>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SSD → CPU → RAM</a:t>
            </a:r>
            <a:endParaRPr lang="en-US" sz="1400" dirty="0"/>
          </a:p>
        </p:txBody>
      </p:sp>
    </p:spTree>
    <p:extLst>
      <p:ext uri="{BB962C8B-B14F-4D97-AF65-F5344CB8AC3E}">
        <p14:creationId xmlns:p14="http://schemas.microsoft.com/office/powerpoint/2010/main" val="1087190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C7C155AF-5E36-C72D-099B-BEC44390640D}"/>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3263C222-F3D6-EC58-5931-31C7233AB14C}"/>
              </a:ext>
            </a:extLst>
          </p:cNvPr>
          <p:cNvSpPr/>
          <p:nvPr/>
        </p:nvSpPr>
        <p:spPr>
          <a:xfrm>
            <a:off x="965074" y="1610190"/>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381A8714-E823-F2DA-E89B-B0019CA42FD6}"/>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 name="Shape 5">
            <a:extLst>
              <a:ext uri="{FF2B5EF4-FFF2-40B4-BE49-F238E27FC236}">
                <a16:creationId xmlns:a16="http://schemas.microsoft.com/office/drawing/2014/main" id="{6AC7A360-423E-CA8C-1D3A-04C6C838B3E7}"/>
              </a:ext>
            </a:extLst>
          </p:cNvPr>
          <p:cNvSpPr/>
          <p:nvPr/>
        </p:nvSpPr>
        <p:spPr>
          <a:xfrm>
            <a:off x="1072938" y="2175247"/>
            <a:ext cx="279384" cy="279384"/>
          </a:xfrm>
          <a:prstGeom prst="roundRect">
            <a:avLst>
              <a:gd name="adj" fmla="val 50000"/>
            </a:avLst>
          </a:prstGeom>
          <a:solidFill>
            <a:srgbClr val="16213E">
              <a:alpha val="40000"/>
            </a:srgbClr>
          </a:solidFill>
          <a:ln/>
        </p:spPr>
      </p:sp>
      <p:pic>
        <p:nvPicPr>
          <p:cNvPr id="6" name="Image 0" descr="preencoded.png">
            <a:extLst>
              <a:ext uri="{FF2B5EF4-FFF2-40B4-BE49-F238E27FC236}">
                <a16:creationId xmlns:a16="http://schemas.microsoft.com/office/drawing/2014/main" id="{C0AE2A54-48F6-F83E-E0FF-ACEC08F0612D}"/>
              </a:ext>
            </a:extLst>
          </p:cNvPr>
          <p:cNvPicPr>
            <a:picLocks noChangeAspect="1"/>
          </p:cNvPicPr>
          <p:nvPr/>
        </p:nvPicPr>
        <p:blipFill>
          <a:blip r:embed="rId3">
            <a:alphaModFix amt="40000"/>
          </a:blip>
          <a:srcRect/>
          <a:stretch/>
        </p:blipFill>
        <p:spPr>
          <a:xfrm>
            <a:off x="1136399" y="2238710"/>
            <a:ext cx="152365" cy="152365"/>
          </a:xfrm>
          <a:prstGeom prst="rect">
            <a:avLst/>
          </a:prstGeom>
        </p:spPr>
      </p:pic>
      <p:sp>
        <p:nvSpPr>
          <p:cNvPr id="7" name="Text 6">
            <a:extLst>
              <a:ext uri="{FF2B5EF4-FFF2-40B4-BE49-F238E27FC236}">
                <a16:creationId xmlns:a16="http://schemas.microsoft.com/office/drawing/2014/main" id="{D2F1E961-BB6E-F1A8-7E82-7A8D6E2DD7EA}"/>
              </a:ext>
            </a:extLst>
          </p:cNvPr>
          <p:cNvSpPr/>
          <p:nvPr/>
        </p:nvSpPr>
        <p:spPr>
          <a:xfrm>
            <a:off x="1072938" y="2505416"/>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7E6A6E24-9F95-EF42-1AC5-415A0EC599E3}"/>
              </a:ext>
            </a:extLst>
          </p:cNvPr>
          <p:cNvSpPr/>
          <p:nvPr/>
        </p:nvSpPr>
        <p:spPr>
          <a:xfrm>
            <a:off x="1072938" y="2731461"/>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53CF7964-6D83-C791-C140-39E50C085FE9}"/>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4547288A-D083-E9C5-365E-43E11C274696}"/>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EC624655-72A0-79ED-BE8B-784BE9605B4E}"/>
              </a:ext>
            </a:extLst>
          </p:cNvPr>
          <p:cNvPicPr>
            <a:picLocks noChangeAspect="1"/>
          </p:cNvPicPr>
          <p:nvPr/>
        </p:nvPicPr>
        <p:blipFill>
          <a:blip r:embed="rId4"/>
          <a:srcRect/>
          <a:stretch/>
        </p:blipFill>
        <p:spPr>
          <a:xfrm>
            <a:off x="2901608" y="2251280"/>
            <a:ext cx="152365" cy="152365"/>
          </a:xfrm>
          <a:prstGeom prst="rect">
            <a:avLst/>
          </a:prstGeom>
        </p:spPr>
      </p:pic>
      <p:sp>
        <p:nvSpPr>
          <p:cNvPr id="12" name="Text 10">
            <a:extLst>
              <a:ext uri="{FF2B5EF4-FFF2-40B4-BE49-F238E27FC236}">
                <a16:creationId xmlns:a16="http://schemas.microsoft.com/office/drawing/2014/main" id="{3AA33C3E-C4A6-DADC-829D-682F2AEBF204}"/>
              </a:ext>
            </a:extLst>
          </p:cNvPr>
          <p:cNvSpPr/>
          <p:nvPr/>
        </p:nvSpPr>
        <p:spPr>
          <a:xfrm>
            <a:off x="2838147" y="2517992"/>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83FB6CB4-C7B0-610B-C08C-415391E6FE17}"/>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1766779D-1C71-6E8E-DB92-BE5EF75F2B9B}"/>
              </a:ext>
            </a:extLst>
          </p:cNvPr>
          <p:cNvSpPr/>
          <p:nvPr/>
        </p:nvSpPr>
        <p:spPr>
          <a:xfrm>
            <a:off x="4625885" y="2070559"/>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15" name="Shape 13">
            <a:extLst>
              <a:ext uri="{FF2B5EF4-FFF2-40B4-BE49-F238E27FC236}">
                <a16:creationId xmlns:a16="http://schemas.microsoft.com/office/drawing/2014/main" id="{C35C9FE0-1CA8-A7AE-A36F-77DE2325E29B}"/>
              </a:ext>
            </a:extLst>
          </p:cNvPr>
          <p:cNvSpPr/>
          <p:nvPr/>
        </p:nvSpPr>
        <p:spPr>
          <a:xfrm>
            <a:off x="4730573" y="2175247"/>
            <a:ext cx="279384" cy="279384"/>
          </a:xfrm>
          <a:prstGeom prst="roundRect">
            <a:avLst>
              <a:gd name="adj" fmla="val 50000"/>
            </a:avLst>
          </a:prstGeom>
          <a:solidFill>
            <a:srgbClr val="16213E">
              <a:alpha val="40000"/>
            </a:srgbClr>
          </a:solidFill>
          <a:ln/>
        </p:spPr>
      </p:sp>
      <p:pic>
        <p:nvPicPr>
          <p:cNvPr id="16" name="Image 2" descr="preencoded.png">
            <a:extLst>
              <a:ext uri="{FF2B5EF4-FFF2-40B4-BE49-F238E27FC236}">
                <a16:creationId xmlns:a16="http://schemas.microsoft.com/office/drawing/2014/main" id="{3112AA20-6255-8D87-A814-E27F060EA91B}"/>
              </a:ext>
            </a:extLst>
          </p:cNvPr>
          <p:cNvPicPr>
            <a:picLocks noChangeAspect="1"/>
          </p:cNvPicPr>
          <p:nvPr/>
        </p:nvPicPr>
        <p:blipFill>
          <a:blip r:embed="rId5">
            <a:alphaModFix amt="40000"/>
          </a:blip>
          <a:srcRect/>
          <a:stretch/>
        </p:blipFill>
        <p:spPr>
          <a:xfrm>
            <a:off x="4794034" y="2238710"/>
            <a:ext cx="152365" cy="152365"/>
          </a:xfrm>
          <a:prstGeom prst="rect">
            <a:avLst/>
          </a:prstGeom>
        </p:spPr>
      </p:pic>
      <p:sp>
        <p:nvSpPr>
          <p:cNvPr id="17" name="Text 14">
            <a:extLst>
              <a:ext uri="{FF2B5EF4-FFF2-40B4-BE49-F238E27FC236}">
                <a16:creationId xmlns:a16="http://schemas.microsoft.com/office/drawing/2014/main" id="{ACA3FF5E-6367-BDAA-E1AC-153CF9BB1B05}"/>
              </a:ext>
            </a:extLst>
          </p:cNvPr>
          <p:cNvSpPr/>
          <p:nvPr/>
        </p:nvSpPr>
        <p:spPr>
          <a:xfrm>
            <a:off x="4730573" y="2505416"/>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30BD3DE8-9BBE-AABE-F767-81B71FBED7D4}"/>
              </a:ext>
            </a:extLst>
          </p:cNvPr>
          <p:cNvSpPr/>
          <p:nvPr/>
        </p:nvSpPr>
        <p:spPr>
          <a:xfrm>
            <a:off x="4730573" y="2731461"/>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84B9B792-7BF4-613F-BC7C-41E4A4B78B35}"/>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2AB94596-A55E-060C-7A80-69558E8BCFA6}"/>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6D55ACFC-820B-520D-234D-6E4F866AB727}"/>
              </a:ext>
            </a:extLst>
          </p:cNvPr>
          <p:cNvPicPr>
            <a:picLocks noChangeAspect="1"/>
          </p:cNvPicPr>
          <p:nvPr/>
        </p:nvPicPr>
        <p:blipFill>
          <a:blip r:embed="rId6">
            <a:alphaModFix amt="40000"/>
          </a:blip>
          <a:srcRect/>
          <a:stretch/>
        </p:blipFill>
        <p:spPr>
          <a:xfrm>
            <a:off x="1136399" y="3699185"/>
            <a:ext cx="152365" cy="152365"/>
          </a:xfrm>
          <a:prstGeom prst="rect">
            <a:avLst/>
          </a:prstGeom>
        </p:spPr>
      </p:pic>
      <p:sp>
        <p:nvSpPr>
          <p:cNvPr id="22" name="Text 18">
            <a:extLst>
              <a:ext uri="{FF2B5EF4-FFF2-40B4-BE49-F238E27FC236}">
                <a16:creationId xmlns:a16="http://schemas.microsoft.com/office/drawing/2014/main" id="{B1E46292-35D6-44DD-D004-E9C3DA012999}"/>
              </a:ext>
            </a:extLst>
          </p:cNvPr>
          <p:cNvSpPr/>
          <p:nvPr/>
        </p:nvSpPr>
        <p:spPr>
          <a:xfrm>
            <a:off x="1072938" y="396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8851BC3F-FCC0-9DE7-F067-666DD2502572}"/>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7E8FF55E-86BC-371D-3966-7FEA74053A86}"/>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81E74E32-0060-03EF-2CDA-5A9B707A0B6D}"/>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0EFCEF4C-5506-8180-8034-C12FBCA41DFA}"/>
              </a:ext>
            </a:extLst>
          </p:cNvPr>
          <p:cNvPicPr>
            <a:picLocks noChangeAspect="1"/>
          </p:cNvPicPr>
          <p:nvPr/>
        </p:nvPicPr>
        <p:blipFill>
          <a:blip r:embed="rId7">
            <a:alphaModFix amt="40000"/>
          </a:blip>
          <a:srcRect/>
          <a:stretch/>
        </p:blipFill>
        <p:spPr>
          <a:xfrm>
            <a:off x="4794034" y="3699185"/>
            <a:ext cx="152365" cy="152365"/>
          </a:xfrm>
          <a:prstGeom prst="rect">
            <a:avLst/>
          </a:prstGeom>
        </p:spPr>
      </p:pic>
      <p:sp>
        <p:nvSpPr>
          <p:cNvPr id="27" name="Text 22">
            <a:extLst>
              <a:ext uri="{FF2B5EF4-FFF2-40B4-BE49-F238E27FC236}">
                <a16:creationId xmlns:a16="http://schemas.microsoft.com/office/drawing/2014/main" id="{C4959EE4-A4FF-67CD-4AE1-BEB183A2C6E8}"/>
              </a:ext>
            </a:extLst>
          </p:cNvPr>
          <p:cNvSpPr/>
          <p:nvPr/>
        </p:nvSpPr>
        <p:spPr>
          <a:xfrm>
            <a:off x="4730573" y="396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A39453DE-39F7-8DAF-9377-04F7CCF096D8}"/>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DC13F609-DB1A-7E67-69F3-8828649ED138}"/>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EF40CE23-E067-5BC8-D6CA-C4D88611452D}"/>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31FC3545-208E-7CF4-723E-4E5297C2B8A9}"/>
              </a:ext>
            </a:extLst>
          </p:cNvPr>
          <p:cNvPicPr>
            <a:picLocks noChangeAspect="1"/>
          </p:cNvPicPr>
          <p:nvPr/>
        </p:nvPicPr>
        <p:blipFill>
          <a:blip r:embed="rId8">
            <a:alphaModFix amt="40000"/>
          </a:blip>
          <a:srcRect/>
          <a:stretch/>
        </p:blipFill>
        <p:spPr>
          <a:xfrm>
            <a:off x="1136399" y="4969185"/>
            <a:ext cx="152365" cy="152365"/>
          </a:xfrm>
          <a:prstGeom prst="rect">
            <a:avLst/>
          </a:prstGeom>
        </p:spPr>
      </p:pic>
      <p:sp>
        <p:nvSpPr>
          <p:cNvPr id="32" name="Text 26">
            <a:extLst>
              <a:ext uri="{FF2B5EF4-FFF2-40B4-BE49-F238E27FC236}">
                <a16:creationId xmlns:a16="http://schemas.microsoft.com/office/drawing/2014/main" id="{BE3D1097-59F0-224C-C6FA-17A1F0A382AD}"/>
              </a:ext>
            </a:extLst>
          </p:cNvPr>
          <p:cNvSpPr/>
          <p:nvPr/>
        </p:nvSpPr>
        <p:spPr>
          <a:xfrm>
            <a:off x="1072938" y="523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DAD7B034-1E4C-83DA-7320-9030C5273FFA}"/>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27FB9A26-14D4-CA06-169D-0630CBCC4FCD}"/>
              </a:ext>
            </a:extLst>
          </p:cNvPr>
          <p:cNvSpPr/>
          <p:nvPr/>
        </p:nvSpPr>
        <p:spPr>
          <a:xfrm>
            <a:off x="2727235" y="4807390"/>
            <a:ext cx="150489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35" name="Shape 29">
            <a:extLst>
              <a:ext uri="{FF2B5EF4-FFF2-40B4-BE49-F238E27FC236}">
                <a16:creationId xmlns:a16="http://schemas.microsoft.com/office/drawing/2014/main" id="{05C9957F-2D64-9E06-0EAF-B615571F9C78}"/>
              </a:ext>
            </a:extLst>
          </p:cNvPr>
          <p:cNvSpPr/>
          <p:nvPr/>
        </p:nvSpPr>
        <p:spPr>
          <a:xfrm>
            <a:off x="2838147" y="4918298"/>
            <a:ext cx="279384" cy="279384"/>
          </a:xfrm>
          <a:prstGeom prst="roundRect">
            <a:avLst>
              <a:gd name="adj" fmla="val 50000"/>
            </a:avLst>
          </a:prstGeom>
          <a:solidFill>
            <a:srgbClr val="16213E"/>
          </a:solidFill>
          <a:ln/>
        </p:spPr>
      </p:sp>
      <p:pic>
        <p:nvPicPr>
          <p:cNvPr id="36" name="Image 6" descr="preencoded.png">
            <a:extLst>
              <a:ext uri="{FF2B5EF4-FFF2-40B4-BE49-F238E27FC236}">
                <a16:creationId xmlns:a16="http://schemas.microsoft.com/office/drawing/2014/main" id="{C9965ABF-CEE0-5F87-0E9A-8E359DEB33C8}"/>
              </a:ext>
            </a:extLst>
          </p:cNvPr>
          <p:cNvPicPr>
            <a:picLocks noChangeAspect="1"/>
          </p:cNvPicPr>
          <p:nvPr/>
        </p:nvPicPr>
        <p:blipFill>
          <a:blip r:embed="rId9"/>
          <a:srcRect/>
          <a:stretch/>
        </p:blipFill>
        <p:spPr>
          <a:xfrm>
            <a:off x="2901608" y="4981761"/>
            <a:ext cx="152365" cy="152365"/>
          </a:xfrm>
          <a:prstGeom prst="rect">
            <a:avLst/>
          </a:prstGeom>
        </p:spPr>
      </p:pic>
      <p:sp>
        <p:nvSpPr>
          <p:cNvPr id="37" name="Text 30">
            <a:extLst>
              <a:ext uri="{FF2B5EF4-FFF2-40B4-BE49-F238E27FC236}">
                <a16:creationId xmlns:a16="http://schemas.microsoft.com/office/drawing/2014/main" id="{273CFB1F-F7B9-A135-408C-B13FFE2634D6}"/>
              </a:ext>
            </a:extLst>
          </p:cNvPr>
          <p:cNvSpPr/>
          <p:nvPr/>
        </p:nvSpPr>
        <p:spPr>
          <a:xfrm>
            <a:off x="2838147" y="5248473"/>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09EA020A-FA18-910D-752C-FB7505D3B278}"/>
              </a:ext>
            </a:extLst>
          </p:cNvPr>
          <p:cNvSpPr/>
          <p:nvPr/>
        </p:nvSpPr>
        <p:spPr>
          <a:xfrm>
            <a:off x="2838147" y="5474512"/>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1F366759-F13A-AD4F-4D1D-BFB257A2CF90}"/>
              </a:ext>
            </a:extLst>
          </p:cNvPr>
          <p:cNvSpPr/>
          <p:nvPr/>
        </p:nvSpPr>
        <p:spPr>
          <a:xfrm>
            <a:off x="4632235" y="480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40" name="Shape 33">
            <a:extLst>
              <a:ext uri="{FF2B5EF4-FFF2-40B4-BE49-F238E27FC236}">
                <a16:creationId xmlns:a16="http://schemas.microsoft.com/office/drawing/2014/main" id="{5B0618F4-B15C-D54A-EB8A-65FC618B2000}"/>
              </a:ext>
            </a:extLst>
          </p:cNvPr>
          <p:cNvSpPr/>
          <p:nvPr/>
        </p:nvSpPr>
        <p:spPr>
          <a:xfrm>
            <a:off x="4743147" y="4918298"/>
            <a:ext cx="279384" cy="279384"/>
          </a:xfrm>
          <a:prstGeom prst="roundRect">
            <a:avLst>
              <a:gd name="adj" fmla="val 50000"/>
            </a:avLst>
          </a:prstGeom>
          <a:solidFill>
            <a:srgbClr val="16213E"/>
          </a:solidFill>
          <a:ln/>
        </p:spPr>
      </p:sp>
      <p:pic>
        <p:nvPicPr>
          <p:cNvPr id="41" name="Image 7" descr="preencoded.png">
            <a:extLst>
              <a:ext uri="{FF2B5EF4-FFF2-40B4-BE49-F238E27FC236}">
                <a16:creationId xmlns:a16="http://schemas.microsoft.com/office/drawing/2014/main" id="{023D3F66-ED5F-5403-7735-489513BA54C5}"/>
              </a:ext>
            </a:extLst>
          </p:cNvPr>
          <p:cNvPicPr>
            <a:picLocks noChangeAspect="1"/>
          </p:cNvPicPr>
          <p:nvPr/>
        </p:nvPicPr>
        <p:blipFill>
          <a:blip r:embed="rId10"/>
          <a:srcRect/>
          <a:stretch/>
        </p:blipFill>
        <p:spPr>
          <a:xfrm>
            <a:off x="4806608" y="4981761"/>
            <a:ext cx="152365" cy="152365"/>
          </a:xfrm>
          <a:prstGeom prst="rect">
            <a:avLst/>
          </a:prstGeom>
        </p:spPr>
      </p:pic>
      <p:sp>
        <p:nvSpPr>
          <p:cNvPr id="42" name="Text 34">
            <a:extLst>
              <a:ext uri="{FF2B5EF4-FFF2-40B4-BE49-F238E27FC236}">
                <a16:creationId xmlns:a16="http://schemas.microsoft.com/office/drawing/2014/main" id="{D8F08546-AB4B-3794-CFD2-28F446BFA2BC}"/>
              </a:ext>
            </a:extLst>
          </p:cNvPr>
          <p:cNvSpPr/>
          <p:nvPr/>
        </p:nvSpPr>
        <p:spPr>
          <a:xfrm>
            <a:off x="4743147" y="5248473"/>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76B84ED0-DD09-58BF-6891-8F164FA17166}"/>
              </a:ext>
            </a:extLst>
          </p:cNvPr>
          <p:cNvSpPr/>
          <p:nvPr/>
        </p:nvSpPr>
        <p:spPr>
          <a:xfrm>
            <a:off x="4743147" y="5474512"/>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EA5D0E39-A2C8-52D6-DE1D-6B1610FD9A38}"/>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6B11A065-753A-519F-E84E-112F6E7D0950}"/>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0C130290-67BD-8F18-A969-9103D2B32B51}"/>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CF692CD3-99EC-DA77-7CE5-4A3D905B44F4}"/>
              </a:ext>
            </a:extLst>
          </p:cNvPr>
          <p:cNvSpPr/>
          <p:nvPr/>
        </p:nvSpPr>
        <p:spPr>
          <a:xfrm>
            <a:off x="6572014" y="2505416"/>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BF87967B-E622-5884-2538-7B7F8999ED6F}"/>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FE9F1D64-FCE7-01BF-B04F-01DEF90D67BB}"/>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61A819C5-7FD2-822E-D86E-78B2811C40D5}"/>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EF32E5B9-0666-9C8D-EB1B-EF4FC43D66E4}"/>
              </a:ext>
            </a:extLst>
          </p:cNvPr>
          <p:cNvPicPr>
            <a:picLocks noChangeAspect="1"/>
          </p:cNvPicPr>
          <p:nvPr/>
        </p:nvPicPr>
        <p:blipFill>
          <a:blip r:embed="rId12">
            <a:alphaModFix amt="40000"/>
          </a:blip>
          <a:srcRect/>
          <a:stretch/>
        </p:blipFill>
        <p:spPr>
          <a:xfrm>
            <a:off x="6635475" y="3699185"/>
            <a:ext cx="152365" cy="152365"/>
          </a:xfrm>
          <a:prstGeom prst="rect">
            <a:avLst/>
          </a:prstGeom>
        </p:spPr>
      </p:pic>
      <p:sp>
        <p:nvSpPr>
          <p:cNvPr id="52" name="Text 42">
            <a:extLst>
              <a:ext uri="{FF2B5EF4-FFF2-40B4-BE49-F238E27FC236}">
                <a16:creationId xmlns:a16="http://schemas.microsoft.com/office/drawing/2014/main" id="{653C7736-FBC4-5DF5-CC1E-24D0B908A78F}"/>
              </a:ext>
            </a:extLst>
          </p:cNvPr>
          <p:cNvSpPr/>
          <p:nvPr/>
        </p:nvSpPr>
        <p:spPr>
          <a:xfrm>
            <a:off x="6572014" y="396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8D6CE424-A125-D118-7235-31430DE8D08F}"/>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9A5D73DC-3C47-C283-5959-94A774F1F62D}"/>
              </a:ext>
            </a:extLst>
          </p:cNvPr>
          <p:cNvSpPr/>
          <p:nvPr/>
        </p:nvSpPr>
        <p:spPr>
          <a:xfrm>
            <a:off x="6473676" y="4807390"/>
            <a:ext cx="131441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5" name="Shape 45">
            <a:extLst>
              <a:ext uri="{FF2B5EF4-FFF2-40B4-BE49-F238E27FC236}">
                <a16:creationId xmlns:a16="http://schemas.microsoft.com/office/drawing/2014/main" id="{BE3A2BE1-E48F-4984-D197-107BB054AD72}"/>
              </a:ext>
            </a:extLst>
          </p:cNvPr>
          <p:cNvSpPr/>
          <p:nvPr/>
        </p:nvSpPr>
        <p:spPr>
          <a:xfrm>
            <a:off x="6584589" y="4918298"/>
            <a:ext cx="279384" cy="279384"/>
          </a:xfrm>
          <a:prstGeom prst="roundRect">
            <a:avLst>
              <a:gd name="adj" fmla="val 50000"/>
            </a:avLst>
          </a:prstGeom>
          <a:solidFill>
            <a:srgbClr val="16213E"/>
          </a:solidFill>
          <a:ln/>
        </p:spPr>
      </p:sp>
      <p:pic>
        <p:nvPicPr>
          <p:cNvPr id="56" name="Image 10" descr="preencoded.png">
            <a:extLst>
              <a:ext uri="{FF2B5EF4-FFF2-40B4-BE49-F238E27FC236}">
                <a16:creationId xmlns:a16="http://schemas.microsoft.com/office/drawing/2014/main" id="{181DB7CF-9526-5DE8-11CA-DE3083E75F35}"/>
              </a:ext>
            </a:extLst>
          </p:cNvPr>
          <p:cNvPicPr>
            <a:picLocks noChangeAspect="1"/>
          </p:cNvPicPr>
          <p:nvPr/>
        </p:nvPicPr>
        <p:blipFill>
          <a:blip r:embed="rId13"/>
          <a:srcRect/>
          <a:stretch/>
        </p:blipFill>
        <p:spPr>
          <a:xfrm>
            <a:off x="6648049" y="4981761"/>
            <a:ext cx="152365" cy="152365"/>
          </a:xfrm>
          <a:prstGeom prst="rect">
            <a:avLst/>
          </a:prstGeom>
        </p:spPr>
      </p:pic>
      <p:sp>
        <p:nvSpPr>
          <p:cNvPr id="57" name="Text 46">
            <a:extLst>
              <a:ext uri="{FF2B5EF4-FFF2-40B4-BE49-F238E27FC236}">
                <a16:creationId xmlns:a16="http://schemas.microsoft.com/office/drawing/2014/main" id="{D96AA5CE-CB76-A225-FC3A-E7885B9C1554}"/>
              </a:ext>
            </a:extLst>
          </p:cNvPr>
          <p:cNvSpPr/>
          <p:nvPr/>
        </p:nvSpPr>
        <p:spPr>
          <a:xfrm>
            <a:off x="6584589" y="5248473"/>
            <a:ext cx="114338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FA0E836C-FAE7-85C5-41E7-71ABE31D9DA8}"/>
              </a:ext>
            </a:extLst>
          </p:cNvPr>
          <p:cNvSpPr/>
          <p:nvPr/>
        </p:nvSpPr>
        <p:spPr>
          <a:xfrm>
            <a:off x="6584589" y="5474512"/>
            <a:ext cx="114338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5C10E48B-0765-A138-07DD-619A908EBE05}"/>
              </a:ext>
            </a:extLst>
          </p:cNvPr>
          <p:cNvPicPr>
            <a:picLocks noChangeAspect="1"/>
          </p:cNvPicPr>
          <p:nvPr/>
        </p:nvPicPr>
        <p:blipFill>
          <a:blip r:embed="rId14"/>
          <a:srcRect l="-6" r="-6"/>
          <a:stretch/>
        </p:blipFill>
        <p:spPr>
          <a:xfrm>
            <a:off x="2336651" y="2619766"/>
            <a:ext cx="431749" cy="101576"/>
          </a:xfrm>
          <a:prstGeom prst="rect">
            <a:avLst/>
          </a:prstGeom>
        </p:spPr>
      </p:pic>
      <p:pic>
        <p:nvPicPr>
          <p:cNvPr id="60" name="Image 12" descr="connector">
            <a:extLst>
              <a:ext uri="{FF2B5EF4-FFF2-40B4-BE49-F238E27FC236}">
                <a16:creationId xmlns:a16="http://schemas.microsoft.com/office/drawing/2014/main" id="{6875FF2A-127E-47A2-7037-32B1618B5454}"/>
              </a:ext>
            </a:extLst>
          </p:cNvPr>
          <p:cNvPicPr>
            <a:picLocks noChangeAspect="1"/>
          </p:cNvPicPr>
          <p:nvPr/>
        </p:nvPicPr>
        <p:blipFill>
          <a:blip r:embed="rId15"/>
          <a:srcRect l="-5" r="-5"/>
          <a:stretch/>
        </p:blipFill>
        <p:spPr>
          <a:xfrm>
            <a:off x="4190862" y="2619766"/>
            <a:ext cx="482537" cy="101576"/>
          </a:xfrm>
          <a:prstGeom prst="rect">
            <a:avLst/>
          </a:prstGeom>
        </p:spPr>
      </p:pic>
      <p:pic>
        <p:nvPicPr>
          <p:cNvPr id="61" name="Image 13" descr="connector">
            <a:extLst>
              <a:ext uri="{FF2B5EF4-FFF2-40B4-BE49-F238E27FC236}">
                <a16:creationId xmlns:a16="http://schemas.microsoft.com/office/drawing/2014/main" id="{3CC7DBFF-F678-641A-001F-87E04429ECED}"/>
              </a:ext>
            </a:extLst>
          </p:cNvPr>
          <p:cNvPicPr>
            <a:picLocks noChangeAspect="1"/>
          </p:cNvPicPr>
          <p:nvPr/>
        </p:nvPicPr>
        <p:blipFill>
          <a:blip r:embed="rId16"/>
          <a:srcRect t="-9" b="-9"/>
          <a:stretch/>
        </p:blipFill>
        <p:spPr>
          <a:xfrm>
            <a:off x="3403498" y="3197690"/>
            <a:ext cx="152365" cy="1676306"/>
          </a:xfrm>
          <a:prstGeom prst="rect">
            <a:avLst/>
          </a:prstGeom>
        </p:spPr>
      </p:pic>
      <p:pic>
        <p:nvPicPr>
          <p:cNvPr id="62" name="Image 14" descr="connector">
            <a:extLst>
              <a:ext uri="{FF2B5EF4-FFF2-40B4-BE49-F238E27FC236}">
                <a16:creationId xmlns:a16="http://schemas.microsoft.com/office/drawing/2014/main" id="{C88AE57A-B976-E347-57F3-27CFEED460FC}"/>
              </a:ext>
            </a:extLst>
          </p:cNvPr>
          <p:cNvPicPr>
            <a:picLocks noChangeAspect="1"/>
          </p:cNvPicPr>
          <p:nvPr/>
        </p:nvPicPr>
        <p:blipFill>
          <a:blip r:embed="rId17"/>
          <a:srcRect t="-1" b="-1"/>
          <a:stretch/>
        </p:blipFill>
        <p:spPr>
          <a:xfrm>
            <a:off x="3936823" y="3223034"/>
            <a:ext cx="736576" cy="863596"/>
          </a:xfrm>
          <a:prstGeom prst="rect">
            <a:avLst/>
          </a:prstGeom>
        </p:spPr>
      </p:pic>
      <p:pic>
        <p:nvPicPr>
          <p:cNvPr id="63" name="Image 15" descr="connector">
            <a:extLst>
              <a:ext uri="{FF2B5EF4-FFF2-40B4-BE49-F238E27FC236}">
                <a16:creationId xmlns:a16="http://schemas.microsoft.com/office/drawing/2014/main" id="{16FBE873-22AD-BF94-425E-5EC4B5A73E54}"/>
              </a:ext>
            </a:extLst>
          </p:cNvPr>
          <p:cNvPicPr>
            <a:picLocks noChangeAspect="1"/>
          </p:cNvPicPr>
          <p:nvPr/>
        </p:nvPicPr>
        <p:blipFill>
          <a:blip r:embed="rId18"/>
          <a:srcRect l="-2" r="-2"/>
          <a:stretch/>
        </p:blipFill>
        <p:spPr>
          <a:xfrm>
            <a:off x="6019631" y="3985053"/>
            <a:ext cx="495210" cy="101576"/>
          </a:xfrm>
          <a:prstGeom prst="rect">
            <a:avLst/>
          </a:prstGeom>
        </p:spPr>
      </p:pic>
      <p:pic>
        <p:nvPicPr>
          <p:cNvPr id="192" name="Image 16" descr="connector">
            <a:extLst>
              <a:ext uri="{FF2B5EF4-FFF2-40B4-BE49-F238E27FC236}">
                <a16:creationId xmlns:a16="http://schemas.microsoft.com/office/drawing/2014/main" id="{F22FC68C-26EF-2066-F9FA-B7AAB47D9587}"/>
              </a:ext>
            </a:extLst>
          </p:cNvPr>
          <p:cNvPicPr>
            <a:picLocks noChangeAspect="1"/>
          </p:cNvPicPr>
          <p:nvPr/>
        </p:nvPicPr>
        <p:blipFill>
          <a:blip r:embed="rId14"/>
          <a:srcRect l="-6" r="-6"/>
          <a:stretch/>
        </p:blipFill>
        <p:spPr>
          <a:xfrm>
            <a:off x="2336651" y="5255053"/>
            <a:ext cx="431749" cy="101576"/>
          </a:xfrm>
          <a:prstGeom prst="rect">
            <a:avLst/>
          </a:prstGeom>
        </p:spPr>
      </p:pic>
      <p:pic>
        <p:nvPicPr>
          <p:cNvPr id="193" name="Image 17" descr="connector">
            <a:extLst>
              <a:ext uri="{FF2B5EF4-FFF2-40B4-BE49-F238E27FC236}">
                <a16:creationId xmlns:a16="http://schemas.microsoft.com/office/drawing/2014/main" id="{CC38AAD0-B641-B5B1-EC8F-54E85262B344}"/>
              </a:ext>
            </a:extLst>
          </p:cNvPr>
          <p:cNvPicPr>
            <a:picLocks noChangeAspect="1"/>
          </p:cNvPicPr>
          <p:nvPr/>
        </p:nvPicPr>
        <p:blipFill>
          <a:blip r:embed="rId19"/>
          <a:srcRect l="-5" r="-5"/>
          <a:stretch/>
        </p:blipFill>
        <p:spPr>
          <a:xfrm>
            <a:off x="4165419" y="5229609"/>
            <a:ext cx="533325" cy="152365"/>
          </a:xfrm>
          <a:prstGeom prst="rect">
            <a:avLst/>
          </a:prstGeom>
        </p:spPr>
      </p:pic>
      <p:pic>
        <p:nvPicPr>
          <p:cNvPr id="194" name="Image 18" descr="connector">
            <a:extLst>
              <a:ext uri="{FF2B5EF4-FFF2-40B4-BE49-F238E27FC236}">
                <a16:creationId xmlns:a16="http://schemas.microsoft.com/office/drawing/2014/main" id="{428257C9-7277-EA9F-7997-ED06121B1255}"/>
              </a:ext>
            </a:extLst>
          </p:cNvPr>
          <p:cNvPicPr>
            <a:picLocks noChangeAspect="1"/>
          </p:cNvPicPr>
          <p:nvPr/>
        </p:nvPicPr>
        <p:blipFill>
          <a:blip r:embed="rId20"/>
          <a:srcRect l="-11" r="-11"/>
          <a:stretch/>
        </p:blipFill>
        <p:spPr>
          <a:xfrm>
            <a:off x="5994286" y="5229609"/>
            <a:ext cx="546096" cy="152365"/>
          </a:xfrm>
          <a:prstGeom prst="rect">
            <a:avLst/>
          </a:prstGeom>
        </p:spPr>
      </p:pic>
      <p:pic>
        <p:nvPicPr>
          <p:cNvPr id="195" name="Image 19" descr="connector">
            <a:extLst>
              <a:ext uri="{FF2B5EF4-FFF2-40B4-BE49-F238E27FC236}">
                <a16:creationId xmlns:a16="http://schemas.microsoft.com/office/drawing/2014/main" id="{65EB8416-1745-EC8C-6208-4AF8CB313178}"/>
              </a:ext>
            </a:extLst>
          </p:cNvPr>
          <p:cNvPicPr>
            <a:picLocks noChangeAspect="1"/>
          </p:cNvPicPr>
          <p:nvPr/>
        </p:nvPicPr>
        <p:blipFill>
          <a:blip r:embed="rId21"/>
          <a:srcRect/>
          <a:stretch/>
        </p:blipFill>
        <p:spPr>
          <a:xfrm>
            <a:off x="6159323" y="2619766"/>
            <a:ext cx="355517" cy="101576"/>
          </a:xfrm>
          <a:prstGeom prst="rect">
            <a:avLst/>
          </a:prstGeom>
        </p:spPr>
      </p:pic>
      <p:sp>
        <p:nvSpPr>
          <p:cNvPr id="196" name="Shape 48">
            <a:extLst>
              <a:ext uri="{FF2B5EF4-FFF2-40B4-BE49-F238E27FC236}">
                <a16:creationId xmlns:a16="http://schemas.microsoft.com/office/drawing/2014/main" id="{CD49F43D-B5F7-F177-CE4A-5F1FE81EBF47}"/>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F4B1DA3D-91A7-4C36-05DB-EE99872BAD06}"/>
              </a:ext>
            </a:extLst>
          </p:cNvPr>
          <p:cNvSpPr/>
          <p:nvPr/>
        </p:nvSpPr>
        <p:spPr>
          <a:xfrm>
            <a:off x="8311879" y="181962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5 VON 8</a:t>
            </a:r>
            <a:endParaRPr lang="en-US" sz="1200" dirty="0"/>
          </a:p>
        </p:txBody>
      </p:sp>
      <p:sp>
        <p:nvSpPr>
          <p:cNvPr id="198" name="Text 50">
            <a:extLst>
              <a:ext uri="{FF2B5EF4-FFF2-40B4-BE49-F238E27FC236}">
                <a16:creationId xmlns:a16="http://schemas.microsoft.com/office/drawing/2014/main" id="{E05D3AF1-FD0D-A4AB-413D-A0A63FF0CA81}"/>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Ein Tastendruck reist zur CPU</a:t>
            </a:r>
            <a:endParaRPr lang="en-US" sz="1600" dirty="0"/>
          </a:p>
        </p:txBody>
      </p:sp>
      <p:sp>
        <p:nvSpPr>
          <p:cNvPr id="199" name="Text 51">
            <a:extLst>
              <a:ext uri="{FF2B5EF4-FFF2-40B4-BE49-F238E27FC236}">
                <a16:creationId xmlns:a16="http://schemas.microsoft.com/office/drawing/2014/main" id="{A3170279-6B4B-B99A-90AD-B5719C4AF813}"/>
              </a:ext>
            </a:extLst>
          </p:cNvPr>
          <p:cNvSpPr/>
          <p:nvPr/>
        </p:nvSpPr>
        <p:spPr>
          <a:xfrm>
            <a:off x="8404335" y="2774193"/>
            <a:ext cx="2791040" cy="1091756"/>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Taste „A“ schließt einen Kontakt</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Mikrocontroller erkennt die Position (Scan-Code)</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Scan-Code per USB zum Chipsatz</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Interrupt weckt die CPU</a:t>
            </a:r>
            <a:endParaRPr lang="en-US" sz="1200" dirty="0"/>
          </a:p>
        </p:txBody>
      </p:sp>
      <p:sp>
        <p:nvSpPr>
          <p:cNvPr id="200" name="Shape 52">
            <a:extLst>
              <a:ext uri="{FF2B5EF4-FFF2-40B4-BE49-F238E27FC236}">
                <a16:creationId xmlns:a16="http://schemas.microsoft.com/office/drawing/2014/main" id="{50EBA38F-F4A6-15A6-615D-0C2ED70D22D5}"/>
              </a:ext>
            </a:extLst>
          </p:cNvPr>
          <p:cNvSpPr/>
          <p:nvPr/>
        </p:nvSpPr>
        <p:spPr>
          <a:xfrm>
            <a:off x="8311879" y="4900550"/>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AD4240B5-6861-A479-1E53-053ABDB3B8FF}"/>
              </a:ext>
            </a:extLst>
          </p:cNvPr>
          <p:cNvSpPr/>
          <p:nvPr/>
        </p:nvSpPr>
        <p:spPr>
          <a:xfrm>
            <a:off x="8311879" y="5030583"/>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57D8F48E-4B36-0696-B4DA-5F8FBD291E31}"/>
              </a:ext>
            </a:extLst>
          </p:cNvPr>
          <p:cNvSpPr/>
          <p:nvPr/>
        </p:nvSpPr>
        <p:spPr>
          <a:xfrm>
            <a:off x="8311879" y="5281873"/>
            <a:ext cx="2891116" cy="48770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Tastatur → USB → Chipsatz → CPU</a:t>
            </a:r>
            <a:endParaRPr lang="en-US" sz="1400" dirty="0"/>
          </a:p>
        </p:txBody>
      </p:sp>
    </p:spTree>
    <p:extLst>
      <p:ext uri="{BB962C8B-B14F-4D97-AF65-F5344CB8AC3E}">
        <p14:creationId xmlns:p14="http://schemas.microsoft.com/office/powerpoint/2010/main" val="1271201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5D4B1C9D-CA45-4758-9D19-45E4A76C889D}"/>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C8163598-8CC8-F702-CF00-53A4E6EE47D6}"/>
              </a:ext>
            </a:extLst>
          </p:cNvPr>
          <p:cNvSpPr/>
          <p:nvPr/>
        </p:nvSpPr>
        <p:spPr>
          <a:xfrm>
            <a:off x="965074" y="1610190"/>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8380ADFA-A876-4EE3-B904-F3AF7EA42C6C}"/>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 name="Shape 5">
            <a:extLst>
              <a:ext uri="{FF2B5EF4-FFF2-40B4-BE49-F238E27FC236}">
                <a16:creationId xmlns:a16="http://schemas.microsoft.com/office/drawing/2014/main" id="{96D68159-104F-20B1-03B2-7FD399B4601A}"/>
              </a:ext>
            </a:extLst>
          </p:cNvPr>
          <p:cNvSpPr/>
          <p:nvPr/>
        </p:nvSpPr>
        <p:spPr>
          <a:xfrm>
            <a:off x="1072938" y="2175247"/>
            <a:ext cx="279384" cy="279384"/>
          </a:xfrm>
          <a:prstGeom prst="roundRect">
            <a:avLst>
              <a:gd name="adj" fmla="val 50000"/>
            </a:avLst>
          </a:prstGeom>
          <a:solidFill>
            <a:srgbClr val="16213E">
              <a:alpha val="40000"/>
            </a:srgbClr>
          </a:solidFill>
          <a:ln/>
        </p:spPr>
      </p:sp>
      <p:pic>
        <p:nvPicPr>
          <p:cNvPr id="6" name="Image 0" descr="preencoded.png">
            <a:extLst>
              <a:ext uri="{FF2B5EF4-FFF2-40B4-BE49-F238E27FC236}">
                <a16:creationId xmlns:a16="http://schemas.microsoft.com/office/drawing/2014/main" id="{2B48B1E1-38EF-B78E-6309-61149A565A63}"/>
              </a:ext>
            </a:extLst>
          </p:cNvPr>
          <p:cNvPicPr>
            <a:picLocks noChangeAspect="1"/>
          </p:cNvPicPr>
          <p:nvPr/>
        </p:nvPicPr>
        <p:blipFill>
          <a:blip r:embed="rId3">
            <a:alphaModFix amt="40000"/>
          </a:blip>
          <a:srcRect/>
          <a:stretch/>
        </p:blipFill>
        <p:spPr>
          <a:xfrm>
            <a:off x="1136399" y="2238704"/>
            <a:ext cx="152365" cy="152365"/>
          </a:xfrm>
          <a:prstGeom prst="rect">
            <a:avLst/>
          </a:prstGeom>
        </p:spPr>
      </p:pic>
      <p:sp>
        <p:nvSpPr>
          <p:cNvPr id="7" name="Text 6">
            <a:extLst>
              <a:ext uri="{FF2B5EF4-FFF2-40B4-BE49-F238E27FC236}">
                <a16:creationId xmlns:a16="http://schemas.microsoft.com/office/drawing/2014/main" id="{15B8BD32-3433-94BB-A438-CD67DA6A0BEE}"/>
              </a:ext>
            </a:extLst>
          </p:cNvPr>
          <p:cNvSpPr/>
          <p:nvPr/>
        </p:nvSpPr>
        <p:spPr>
          <a:xfrm>
            <a:off x="1072938" y="2505416"/>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4D8B2C3C-641A-643D-C096-4001AB0D550D}"/>
              </a:ext>
            </a:extLst>
          </p:cNvPr>
          <p:cNvSpPr/>
          <p:nvPr/>
        </p:nvSpPr>
        <p:spPr>
          <a:xfrm>
            <a:off x="1072938" y="2731461"/>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9F762BF8-E1AE-E794-6FEF-B263DBD03DEC}"/>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F7410760-5001-FE67-A144-33B5DC167AE5}"/>
              </a:ext>
            </a:extLst>
          </p:cNvPr>
          <p:cNvSpPr/>
          <p:nvPr/>
        </p:nvSpPr>
        <p:spPr>
          <a:xfrm>
            <a:off x="2838147" y="2187817"/>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21F17B8E-F438-C9B9-2AFF-E96B0F5CA185}"/>
              </a:ext>
            </a:extLst>
          </p:cNvPr>
          <p:cNvPicPr>
            <a:picLocks noChangeAspect="1"/>
          </p:cNvPicPr>
          <p:nvPr/>
        </p:nvPicPr>
        <p:blipFill>
          <a:blip r:embed="rId4"/>
          <a:srcRect/>
          <a:stretch/>
        </p:blipFill>
        <p:spPr>
          <a:xfrm>
            <a:off x="2901608" y="2251280"/>
            <a:ext cx="152365" cy="152365"/>
          </a:xfrm>
          <a:prstGeom prst="rect">
            <a:avLst/>
          </a:prstGeom>
        </p:spPr>
      </p:pic>
      <p:sp>
        <p:nvSpPr>
          <p:cNvPr id="12" name="Text 10">
            <a:extLst>
              <a:ext uri="{FF2B5EF4-FFF2-40B4-BE49-F238E27FC236}">
                <a16:creationId xmlns:a16="http://schemas.microsoft.com/office/drawing/2014/main" id="{7E367D10-DE7A-BAA6-C407-E77D56F89F6D}"/>
              </a:ext>
            </a:extLst>
          </p:cNvPr>
          <p:cNvSpPr/>
          <p:nvPr/>
        </p:nvSpPr>
        <p:spPr>
          <a:xfrm>
            <a:off x="2838147" y="2517992"/>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BA1A88BE-2494-8504-4409-ECE152F5E38D}"/>
              </a:ext>
            </a:extLst>
          </p:cNvPr>
          <p:cNvSpPr/>
          <p:nvPr/>
        </p:nvSpPr>
        <p:spPr>
          <a:xfrm>
            <a:off x="2838147" y="2744031"/>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802C0139-676F-3FD2-5154-344D263B2437}"/>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8EBF802A-CBB2-8901-188D-85FD5CA7A519}"/>
              </a:ext>
            </a:extLst>
          </p:cNvPr>
          <p:cNvSpPr/>
          <p:nvPr/>
        </p:nvSpPr>
        <p:spPr>
          <a:xfrm>
            <a:off x="4743147" y="2187817"/>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97B5107B-0423-1ECF-4595-05E1BDAD4211}"/>
              </a:ext>
            </a:extLst>
          </p:cNvPr>
          <p:cNvPicPr>
            <a:picLocks noChangeAspect="1"/>
          </p:cNvPicPr>
          <p:nvPr/>
        </p:nvPicPr>
        <p:blipFill>
          <a:blip r:embed="rId5"/>
          <a:srcRect/>
          <a:stretch/>
        </p:blipFill>
        <p:spPr>
          <a:xfrm>
            <a:off x="4806608" y="2251280"/>
            <a:ext cx="152365" cy="152365"/>
          </a:xfrm>
          <a:prstGeom prst="rect">
            <a:avLst/>
          </a:prstGeom>
        </p:spPr>
      </p:pic>
      <p:sp>
        <p:nvSpPr>
          <p:cNvPr id="17" name="Text 14">
            <a:extLst>
              <a:ext uri="{FF2B5EF4-FFF2-40B4-BE49-F238E27FC236}">
                <a16:creationId xmlns:a16="http://schemas.microsoft.com/office/drawing/2014/main" id="{AFB1C2D3-BE2C-A7D8-A55D-D87470B85E7A}"/>
              </a:ext>
            </a:extLst>
          </p:cNvPr>
          <p:cNvSpPr/>
          <p:nvPr/>
        </p:nvSpPr>
        <p:spPr>
          <a:xfrm>
            <a:off x="4743147" y="2517992"/>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24EA1DBD-BBF9-0920-9EE8-F08D6FBBDEC9}"/>
              </a:ext>
            </a:extLst>
          </p:cNvPr>
          <p:cNvSpPr/>
          <p:nvPr/>
        </p:nvSpPr>
        <p:spPr>
          <a:xfrm>
            <a:off x="4743147" y="2744031"/>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86B3A8B9-B755-A429-88E6-076058DFB6D0}"/>
              </a:ext>
            </a:extLst>
          </p:cNvPr>
          <p:cNvSpPr/>
          <p:nvPr/>
        </p:nvSpPr>
        <p:spPr>
          <a:xfrm>
            <a:off x="968249" y="3531034"/>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8E7F134F-D56A-90DC-9CB2-F96DFDB43EE8}"/>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657F9884-CE9C-EBB0-4AF4-EDBBC1BC8109}"/>
              </a:ext>
            </a:extLst>
          </p:cNvPr>
          <p:cNvPicPr>
            <a:picLocks noChangeAspect="1"/>
          </p:cNvPicPr>
          <p:nvPr/>
        </p:nvPicPr>
        <p:blipFill>
          <a:blip r:embed="rId6">
            <a:alphaModFix amt="40000"/>
          </a:blip>
          <a:srcRect/>
          <a:stretch/>
        </p:blipFill>
        <p:spPr>
          <a:xfrm>
            <a:off x="1136399" y="3699185"/>
            <a:ext cx="152365" cy="152365"/>
          </a:xfrm>
          <a:prstGeom prst="rect">
            <a:avLst/>
          </a:prstGeom>
        </p:spPr>
      </p:pic>
      <p:sp>
        <p:nvSpPr>
          <p:cNvPr id="22" name="Text 18">
            <a:extLst>
              <a:ext uri="{FF2B5EF4-FFF2-40B4-BE49-F238E27FC236}">
                <a16:creationId xmlns:a16="http://schemas.microsoft.com/office/drawing/2014/main" id="{E1ED7296-BB04-9E7C-FDD8-D557D78F2BDF}"/>
              </a:ext>
            </a:extLst>
          </p:cNvPr>
          <p:cNvSpPr/>
          <p:nvPr/>
        </p:nvSpPr>
        <p:spPr>
          <a:xfrm>
            <a:off x="1072938" y="396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EC92A758-4C03-4458-9694-EE275E74A12F}"/>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06B87CC1-E9B9-0090-B500-7BE2D0A5A9FF}"/>
              </a:ext>
            </a:extLst>
          </p:cNvPr>
          <p:cNvSpPr/>
          <p:nvPr/>
        </p:nvSpPr>
        <p:spPr>
          <a:xfrm>
            <a:off x="4625885" y="3531034"/>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7CD90EE3-ACEB-C3B3-639C-5A1255B59A40}"/>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82945ECF-31E5-347F-C769-560B1D163D94}"/>
              </a:ext>
            </a:extLst>
          </p:cNvPr>
          <p:cNvPicPr>
            <a:picLocks noChangeAspect="1"/>
          </p:cNvPicPr>
          <p:nvPr/>
        </p:nvPicPr>
        <p:blipFill>
          <a:blip r:embed="rId7">
            <a:alphaModFix amt="40000"/>
          </a:blip>
          <a:srcRect/>
          <a:stretch/>
        </p:blipFill>
        <p:spPr>
          <a:xfrm>
            <a:off x="4794034" y="3699185"/>
            <a:ext cx="152365" cy="152365"/>
          </a:xfrm>
          <a:prstGeom prst="rect">
            <a:avLst/>
          </a:prstGeom>
        </p:spPr>
      </p:pic>
      <p:sp>
        <p:nvSpPr>
          <p:cNvPr id="27" name="Text 22">
            <a:extLst>
              <a:ext uri="{FF2B5EF4-FFF2-40B4-BE49-F238E27FC236}">
                <a16:creationId xmlns:a16="http://schemas.microsoft.com/office/drawing/2014/main" id="{B4DF1794-598B-EDA0-32D1-C4FFA3D87A60}"/>
              </a:ext>
            </a:extLst>
          </p:cNvPr>
          <p:cNvSpPr/>
          <p:nvPr/>
        </p:nvSpPr>
        <p:spPr>
          <a:xfrm>
            <a:off x="4730573" y="396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15C9F24D-1C3F-2CC6-4C04-38E836842E04}"/>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1EF54BB2-B2E3-C328-3860-7147AA82795D}"/>
              </a:ext>
            </a:extLst>
          </p:cNvPr>
          <p:cNvSpPr/>
          <p:nvPr/>
        </p:nvSpPr>
        <p:spPr>
          <a:xfrm>
            <a:off x="968249" y="4801034"/>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628B855A-9AA9-406F-FA37-CFB111251E40}"/>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525A6340-5E55-655D-0CA0-6CBCFDA00686}"/>
              </a:ext>
            </a:extLst>
          </p:cNvPr>
          <p:cNvPicPr>
            <a:picLocks noChangeAspect="1"/>
          </p:cNvPicPr>
          <p:nvPr/>
        </p:nvPicPr>
        <p:blipFill>
          <a:blip r:embed="rId8">
            <a:alphaModFix amt="40000"/>
          </a:blip>
          <a:srcRect/>
          <a:stretch/>
        </p:blipFill>
        <p:spPr>
          <a:xfrm>
            <a:off x="1136399" y="4969185"/>
            <a:ext cx="152365" cy="152365"/>
          </a:xfrm>
          <a:prstGeom prst="rect">
            <a:avLst/>
          </a:prstGeom>
        </p:spPr>
      </p:pic>
      <p:sp>
        <p:nvSpPr>
          <p:cNvPr id="32" name="Text 26">
            <a:extLst>
              <a:ext uri="{FF2B5EF4-FFF2-40B4-BE49-F238E27FC236}">
                <a16:creationId xmlns:a16="http://schemas.microsoft.com/office/drawing/2014/main" id="{613B703E-9359-B5ED-36D9-0B16739E70FF}"/>
              </a:ext>
            </a:extLst>
          </p:cNvPr>
          <p:cNvSpPr/>
          <p:nvPr/>
        </p:nvSpPr>
        <p:spPr>
          <a:xfrm>
            <a:off x="1072938" y="523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583E82AF-A944-E9F6-DDE5-E8DDB48CB7E1}"/>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C85D7B8D-E561-D013-A699-D9DBCA8A6196}"/>
              </a:ext>
            </a:extLst>
          </p:cNvPr>
          <p:cNvSpPr/>
          <p:nvPr/>
        </p:nvSpPr>
        <p:spPr>
          <a:xfrm>
            <a:off x="2720885" y="4801034"/>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FEE2AE0F-61E2-C60F-79F4-D5D40F003381}"/>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B5B8CAB8-5533-1A6F-F475-1528B97230B5}"/>
              </a:ext>
            </a:extLst>
          </p:cNvPr>
          <p:cNvPicPr>
            <a:picLocks noChangeAspect="1"/>
          </p:cNvPicPr>
          <p:nvPr/>
        </p:nvPicPr>
        <p:blipFill>
          <a:blip r:embed="rId9">
            <a:alphaModFix amt="40000"/>
          </a:blip>
          <a:srcRect/>
          <a:stretch/>
        </p:blipFill>
        <p:spPr>
          <a:xfrm>
            <a:off x="2889034" y="4969185"/>
            <a:ext cx="152365" cy="152365"/>
          </a:xfrm>
          <a:prstGeom prst="rect">
            <a:avLst/>
          </a:prstGeom>
        </p:spPr>
      </p:pic>
      <p:sp>
        <p:nvSpPr>
          <p:cNvPr id="37" name="Text 30">
            <a:extLst>
              <a:ext uri="{FF2B5EF4-FFF2-40B4-BE49-F238E27FC236}">
                <a16:creationId xmlns:a16="http://schemas.microsoft.com/office/drawing/2014/main" id="{58586B42-7A72-815F-5315-A07DF52CD49D}"/>
              </a:ext>
            </a:extLst>
          </p:cNvPr>
          <p:cNvSpPr/>
          <p:nvPr/>
        </p:nvSpPr>
        <p:spPr>
          <a:xfrm>
            <a:off x="2825573" y="5235897"/>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99ADA77D-0483-AE11-5010-25BA5D225975}"/>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501D1AFA-AD3B-D51A-D4B1-17499C1765AB}"/>
              </a:ext>
            </a:extLst>
          </p:cNvPr>
          <p:cNvSpPr/>
          <p:nvPr/>
        </p:nvSpPr>
        <p:spPr>
          <a:xfrm>
            <a:off x="4625885" y="4801034"/>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AC521379-B451-2D26-B268-E54BE96D36E6}"/>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866714FF-CDC6-0691-B4EC-4E0C39CE2342}"/>
              </a:ext>
            </a:extLst>
          </p:cNvPr>
          <p:cNvPicPr>
            <a:picLocks noChangeAspect="1"/>
          </p:cNvPicPr>
          <p:nvPr/>
        </p:nvPicPr>
        <p:blipFill>
          <a:blip r:embed="rId10">
            <a:alphaModFix amt="40000"/>
          </a:blip>
          <a:srcRect/>
          <a:stretch/>
        </p:blipFill>
        <p:spPr>
          <a:xfrm>
            <a:off x="4794034" y="4969185"/>
            <a:ext cx="152365" cy="152365"/>
          </a:xfrm>
          <a:prstGeom prst="rect">
            <a:avLst/>
          </a:prstGeom>
        </p:spPr>
      </p:pic>
      <p:sp>
        <p:nvSpPr>
          <p:cNvPr id="42" name="Text 34">
            <a:extLst>
              <a:ext uri="{FF2B5EF4-FFF2-40B4-BE49-F238E27FC236}">
                <a16:creationId xmlns:a16="http://schemas.microsoft.com/office/drawing/2014/main" id="{5C8E0CFB-FE89-51F8-AECF-F885E36B6484}"/>
              </a:ext>
            </a:extLst>
          </p:cNvPr>
          <p:cNvSpPr/>
          <p:nvPr/>
        </p:nvSpPr>
        <p:spPr>
          <a:xfrm>
            <a:off x="4730573" y="523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DE7D54C8-F013-740F-88A6-B741847A4EE0}"/>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FCBD504A-AE03-2400-6951-AA09AB587C79}"/>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8343EE33-DEC0-CDFE-78E4-ECD2573513EE}"/>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08A13564-2CE4-F6A5-FA1F-D9E292EB614B}"/>
              </a:ext>
            </a:extLst>
          </p:cNvPr>
          <p:cNvPicPr>
            <a:picLocks noChangeAspect="1"/>
          </p:cNvPicPr>
          <p:nvPr/>
        </p:nvPicPr>
        <p:blipFill>
          <a:blip r:embed="rId11">
            <a:alphaModFix amt="40000"/>
          </a:blip>
          <a:srcRect/>
          <a:stretch/>
        </p:blipFill>
        <p:spPr>
          <a:xfrm>
            <a:off x="6635475" y="2238704"/>
            <a:ext cx="152365" cy="152365"/>
          </a:xfrm>
          <a:prstGeom prst="rect">
            <a:avLst/>
          </a:prstGeom>
        </p:spPr>
      </p:pic>
      <p:sp>
        <p:nvSpPr>
          <p:cNvPr id="47" name="Text 38">
            <a:extLst>
              <a:ext uri="{FF2B5EF4-FFF2-40B4-BE49-F238E27FC236}">
                <a16:creationId xmlns:a16="http://schemas.microsoft.com/office/drawing/2014/main" id="{97B7B08B-E5A4-C859-2D32-CB47A0484862}"/>
              </a:ext>
            </a:extLst>
          </p:cNvPr>
          <p:cNvSpPr/>
          <p:nvPr/>
        </p:nvSpPr>
        <p:spPr>
          <a:xfrm>
            <a:off x="6572014" y="2505416"/>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7AE3F412-7E77-539A-20DE-B44D5338DB40}"/>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651BB671-BE6E-F04E-C661-039369A30BA2}"/>
              </a:ext>
            </a:extLst>
          </p:cNvPr>
          <p:cNvSpPr/>
          <p:nvPr/>
        </p:nvSpPr>
        <p:spPr>
          <a:xfrm>
            <a:off x="6467326" y="3531034"/>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D1F545EE-C959-30C5-B5D8-1520C2424EB7}"/>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23174AA3-B011-4B5A-8D53-BF182EB8A48C}"/>
              </a:ext>
            </a:extLst>
          </p:cNvPr>
          <p:cNvPicPr>
            <a:picLocks noChangeAspect="1"/>
          </p:cNvPicPr>
          <p:nvPr/>
        </p:nvPicPr>
        <p:blipFill>
          <a:blip r:embed="rId12">
            <a:alphaModFix amt="40000"/>
          </a:blip>
          <a:srcRect/>
          <a:stretch/>
        </p:blipFill>
        <p:spPr>
          <a:xfrm>
            <a:off x="6635475" y="3699185"/>
            <a:ext cx="152365" cy="152365"/>
          </a:xfrm>
          <a:prstGeom prst="rect">
            <a:avLst/>
          </a:prstGeom>
        </p:spPr>
      </p:pic>
      <p:sp>
        <p:nvSpPr>
          <p:cNvPr id="52" name="Text 42">
            <a:extLst>
              <a:ext uri="{FF2B5EF4-FFF2-40B4-BE49-F238E27FC236}">
                <a16:creationId xmlns:a16="http://schemas.microsoft.com/office/drawing/2014/main" id="{6BEB7FBD-6423-787E-9DF4-5436A8881C9C}"/>
              </a:ext>
            </a:extLst>
          </p:cNvPr>
          <p:cNvSpPr/>
          <p:nvPr/>
        </p:nvSpPr>
        <p:spPr>
          <a:xfrm>
            <a:off x="6572014" y="396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9B4BCEF5-8626-C721-3FEF-09EAEF404856}"/>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071C2588-19DE-74FA-3E95-D3953310FD36}"/>
              </a:ext>
            </a:extLst>
          </p:cNvPr>
          <p:cNvSpPr/>
          <p:nvPr/>
        </p:nvSpPr>
        <p:spPr>
          <a:xfrm>
            <a:off x="6467326" y="4801034"/>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1B9CB57D-3106-676A-CE03-E67C21042790}"/>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611F2F5E-F4E9-4BFC-9036-75A67FA7E6D2}"/>
              </a:ext>
            </a:extLst>
          </p:cNvPr>
          <p:cNvPicPr>
            <a:picLocks noChangeAspect="1"/>
          </p:cNvPicPr>
          <p:nvPr/>
        </p:nvPicPr>
        <p:blipFill>
          <a:blip r:embed="rId13">
            <a:alphaModFix amt="40000"/>
          </a:blip>
          <a:srcRect/>
          <a:stretch/>
        </p:blipFill>
        <p:spPr>
          <a:xfrm>
            <a:off x="6635475" y="4969185"/>
            <a:ext cx="152365" cy="152365"/>
          </a:xfrm>
          <a:prstGeom prst="rect">
            <a:avLst/>
          </a:prstGeom>
        </p:spPr>
      </p:pic>
      <p:sp>
        <p:nvSpPr>
          <p:cNvPr id="57" name="Text 46">
            <a:extLst>
              <a:ext uri="{FF2B5EF4-FFF2-40B4-BE49-F238E27FC236}">
                <a16:creationId xmlns:a16="http://schemas.microsoft.com/office/drawing/2014/main" id="{D309D5AB-2429-E8C3-C35C-248203EF2EDA}"/>
              </a:ext>
            </a:extLst>
          </p:cNvPr>
          <p:cNvSpPr/>
          <p:nvPr/>
        </p:nvSpPr>
        <p:spPr>
          <a:xfrm>
            <a:off x="6572014" y="523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82D02BF4-769B-5E1A-DC50-8510DA4AF1CE}"/>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94969202-F144-F2DB-C107-68499662A1D9}"/>
              </a:ext>
            </a:extLst>
          </p:cNvPr>
          <p:cNvPicPr>
            <a:picLocks noChangeAspect="1"/>
          </p:cNvPicPr>
          <p:nvPr/>
        </p:nvPicPr>
        <p:blipFill>
          <a:blip r:embed="rId14"/>
          <a:srcRect l="-6" r="-6"/>
          <a:stretch/>
        </p:blipFill>
        <p:spPr>
          <a:xfrm>
            <a:off x="2336651" y="2619766"/>
            <a:ext cx="431749" cy="101576"/>
          </a:xfrm>
          <a:prstGeom prst="rect">
            <a:avLst/>
          </a:prstGeom>
        </p:spPr>
      </p:pic>
      <p:pic>
        <p:nvPicPr>
          <p:cNvPr id="60" name="Image 12" descr="connector">
            <a:extLst>
              <a:ext uri="{FF2B5EF4-FFF2-40B4-BE49-F238E27FC236}">
                <a16:creationId xmlns:a16="http://schemas.microsoft.com/office/drawing/2014/main" id="{DFE4B4FC-DAE5-3601-4C50-3B208058CBDB}"/>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0A66EE00-C5DD-3161-B77A-FC2E2EC2ED3C}"/>
              </a:ext>
            </a:extLst>
          </p:cNvPr>
          <p:cNvPicPr>
            <a:picLocks noChangeAspect="1"/>
          </p:cNvPicPr>
          <p:nvPr/>
        </p:nvPicPr>
        <p:blipFill>
          <a:blip r:embed="rId16"/>
          <a:srcRect t="-9" b="-9"/>
          <a:stretch/>
        </p:blipFill>
        <p:spPr>
          <a:xfrm>
            <a:off x="3428843" y="3223034"/>
            <a:ext cx="101576" cy="1625517"/>
          </a:xfrm>
          <a:prstGeom prst="rect">
            <a:avLst/>
          </a:prstGeom>
        </p:spPr>
      </p:pic>
      <p:pic>
        <p:nvPicPr>
          <p:cNvPr id="62" name="Image 14" descr="connector">
            <a:extLst>
              <a:ext uri="{FF2B5EF4-FFF2-40B4-BE49-F238E27FC236}">
                <a16:creationId xmlns:a16="http://schemas.microsoft.com/office/drawing/2014/main" id="{588C0702-0B0C-6C37-28F5-959C990493B7}"/>
              </a:ext>
            </a:extLst>
          </p:cNvPr>
          <p:cNvPicPr>
            <a:picLocks noChangeAspect="1"/>
          </p:cNvPicPr>
          <p:nvPr/>
        </p:nvPicPr>
        <p:blipFill>
          <a:blip r:embed="rId17"/>
          <a:srcRect t="-1" b="-1"/>
          <a:stretch/>
        </p:blipFill>
        <p:spPr>
          <a:xfrm>
            <a:off x="3936823" y="3223034"/>
            <a:ext cx="736576" cy="863596"/>
          </a:xfrm>
          <a:prstGeom prst="rect">
            <a:avLst/>
          </a:prstGeom>
        </p:spPr>
      </p:pic>
      <p:pic>
        <p:nvPicPr>
          <p:cNvPr id="63" name="Image 15" descr="connector">
            <a:extLst>
              <a:ext uri="{FF2B5EF4-FFF2-40B4-BE49-F238E27FC236}">
                <a16:creationId xmlns:a16="http://schemas.microsoft.com/office/drawing/2014/main" id="{EAE8EBEC-B546-4F37-4DC5-B1B8BD17BC0D}"/>
              </a:ext>
            </a:extLst>
          </p:cNvPr>
          <p:cNvPicPr>
            <a:picLocks noChangeAspect="1"/>
          </p:cNvPicPr>
          <p:nvPr/>
        </p:nvPicPr>
        <p:blipFill>
          <a:blip r:embed="rId18"/>
          <a:srcRect l="-2" r="-2"/>
          <a:stretch/>
        </p:blipFill>
        <p:spPr>
          <a:xfrm>
            <a:off x="6019631" y="3985053"/>
            <a:ext cx="495210" cy="101576"/>
          </a:xfrm>
          <a:prstGeom prst="rect">
            <a:avLst/>
          </a:prstGeom>
        </p:spPr>
      </p:pic>
      <p:pic>
        <p:nvPicPr>
          <p:cNvPr id="192" name="Image 16" descr="connector">
            <a:extLst>
              <a:ext uri="{FF2B5EF4-FFF2-40B4-BE49-F238E27FC236}">
                <a16:creationId xmlns:a16="http://schemas.microsoft.com/office/drawing/2014/main" id="{8AB5AD4D-5FCC-1272-C661-B685427C7396}"/>
              </a:ext>
            </a:extLst>
          </p:cNvPr>
          <p:cNvPicPr>
            <a:picLocks noChangeAspect="1"/>
          </p:cNvPicPr>
          <p:nvPr/>
        </p:nvPicPr>
        <p:blipFill>
          <a:blip r:embed="rId14"/>
          <a:srcRect l="-6" r="-6"/>
          <a:stretch/>
        </p:blipFill>
        <p:spPr>
          <a:xfrm>
            <a:off x="2336651" y="5255053"/>
            <a:ext cx="431749" cy="101576"/>
          </a:xfrm>
          <a:prstGeom prst="rect">
            <a:avLst/>
          </a:prstGeom>
        </p:spPr>
      </p:pic>
      <p:pic>
        <p:nvPicPr>
          <p:cNvPr id="193" name="Image 17" descr="connector">
            <a:extLst>
              <a:ext uri="{FF2B5EF4-FFF2-40B4-BE49-F238E27FC236}">
                <a16:creationId xmlns:a16="http://schemas.microsoft.com/office/drawing/2014/main" id="{68C8E2C2-7707-692A-7D25-BFEDAFB60FE7}"/>
              </a:ext>
            </a:extLst>
          </p:cNvPr>
          <p:cNvPicPr>
            <a:picLocks noChangeAspect="1"/>
          </p:cNvPicPr>
          <p:nvPr/>
        </p:nvPicPr>
        <p:blipFill>
          <a:blip r:embed="rId19"/>
          <a:srcRect l="-5" r="-5"/>
          <a:stretch/>
        </p:blipFill>
        <p:spPr>
          <a:xfrm>
            <a:off x="4190862" y="5255053"/>
            <a:ext cx="482537" cy="101576"/>
          </a:xfrm>
          <a:prstGeom prst="rect">
            <a:avLst/>
          </a:prstGeom>
        </p:spPr>
      </p:pic>
      <p:pic>
        <p:nvPicPr>
          <p:cNvPr id="194" name="Image 18" descr="connector">
            <a:extLst>
              <a:ext uri="{FF2B5EF4-FFF2-40B4-BE49-F238E27FC236}">
                <a16:creationId xmlns:a16="http://schemas.microsoft.com/office/drawing/2014/main" id="{71C8DC85-BA48-F3BF-2B4F-8D29EC88C342}"/>
              </a:ext>
            </a:extLst>
          </p:cNvPr>
          <p:cNvPicPr>
            <a:picLocks noChangeAspect="1"/>
          </p:cNvPicPr>
          <p:nvPr/>
        </p:nvPicPr>
        <p:blipFill>
          <a:blip r:embed="rId18"/>
          <a:srcRect l="-2" r="-2"/>
          <a:stretch/>
        </p:blipFill>
        <p:spPr>
          <a:xfrm>
            <a:off x="6019631" y="5255053"/>
            <a:ext cx="495210" cy="101576"/>
          </a:xfrm>
          <a:prstGeom prst="rect">
            <a:avLst/>
          </a:prstGeom>
        </p:spPr>
      </p:pic>
      <p:pic>
        <p:nvPicPr>
          <p:cNvPr id="195" name="Image 19" descr="connector">
            <a:extLst>
              <a:ext uri="{FF2B5EF4-FFF2-40B4-BE49-F238E27FC236}">
                <a16:creationId xmlns:a16="http://schemas.microsoft.com/office/drawing/2014/main" id="{A20F161D-F250-9935-F794-D6A692E6BF2C}"/>
              </a:ext>
            </a:extLst>
          </p:cNvPr>
          <p:cNvPicPr>
            <a:picLocks noChangeAspect="1"/>
          </p:cNvPicPr>
          <p:nvPr/>
        </p:nvPicPr>
        <p:blipFill>
          <a:blip r:embed="rId20"/>
          <a:srcRect/>
          <a:stretch/>
        </p:blipFill>
        <p:spPr>
          <a:xfrm>
            <a:off x="6159323" y="2619766"/>
            <a:ext cx="355517" cy="101576"/>
          </a:xfrm>
          <a:prstGeom prst="rect">
            <a:avLst/>
          </a:prstGeom>
        </p:spPr>
      </p:pic>
      <p:sp>
        <p:nvSpPr>
          <p:cNvPr id="196" name="Shape 48">
            <a:extLst>
              <a:ext uri="{FF2B5EF4-FFF2-40B4-BE49-F238E27FC236}">
                <a16:creationId xmlns:a16="http://schemas.microsoft.com/office/drawing/2014/main" id="{0BA2AB58-4CAC-1E7E-F7C0-DB86E211A7AB}"/>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CB392C2D-2A47-AB9A-ADB1-88B5FCC42D74}"/>
              </a:ext>
            </a:extLst>
          </p:cNvPr>
          <p:cNvSpPr/>
          <p:nvPr/>
        </p:nvSpPr>
        <p:spPr>
          <a:xfrm>
            <a:off x="8311879" y="181962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6 VON 8</a:t>
            </a:r>
            <a:endParaRPr lang="en-US" sz="1200" dirty="0"/>
          </a:p>
        </p:txBody>
      </p:sp>
      <p:sp>
        <p:nvSpPr>
          <p:cNvPr id="198" name="Text 50">
            <a:extLst>
              <a:ext uri="{FF2B5EF4-FFF2-40B4-BE49-F238E27FC236}">
                <a16:creationId xmlns:a16="http://schemas.microsoft.com/office/drawing/2014/main" id="{0FF6A8E1-6AA3-82C4-C930-4D43D2E2E379}"/>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Aus dem Scan-Code wird ein Zeichen</a:t>
            </a:r>
            <a:endParaRPr lang="en-US" sz="1600" dirty="0"/>
          </a:p>
        </p:txBody>
      </p:sp>
      <p:sp>
        <p:nvSpPr>
          <p:cNvPr id="199" name="Text 51">
            <a:extLst>
              <a:ext uri="{FF2B5EF4-FFF2-40B4-BE49-F238E27FC236}">
                <a16:creationId xmlns:a16="http://schemas.microsoft.com/office/drawing/2014/main" id="{4FEA0B69-D88B-C90B-CE0E-D6F22D3538E5}"/>
              </a:ext>
            </a:extLst>
          </p:cNvPr>
          <p:cNvSpPr/>
          <p:nvPr/>
        </p:nvSpPr>
        <p:spPr>
          <a:xfrm>
            <a:off x="8404335" y="2774193"/>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Treiber übersetzt den Scan-Code in ein Zeichen (Unicode)</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CPU holt Programmbefehle laufend aus dem RAM</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rechnet binär (0/1), Takt in GHz</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Text-Puffer im RAM wird aktualisiert</a:t>
            </a:r>
            <a:endParaRPr lang="en-US" sz="1200" dirty="0"/>
          </a:p>
        </p:txBody>
      </p:sp>
      <p:sp>
        <p:nvSpPr>
          <p:cNvPr id="200" name="Shape 52">
            <a:extLst>
              <a:ext uri="{FF2B5EF4-FFF2-40B4-BE49-F238E27FC236}">
                <a16:creationId xmlns:a16="http://schemas.microsoft.com/office/drawing/2014/main" id="{2962534D-849D-F5F3-F22F-65DA0A32FB29}"/>
              </a:ext>
            </a:extLst>
          </p:cNvPr>
          <p:cNvSpPr/>
          <p:nvPr/>
        </p:nvSpPr>
        <p:spPr>
          <a:xfrm>
            <a:off x="8311879" y="5131699"/>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4743407E-2005-9E65-4A56-67178A4953C6}"/>
              </a:ext>
            </a:extLst>
          </p:cNvPr>
          <p:cNvSpPr/>
          <p:nvPr/>
        </p:nvSpPr>
        <p:spPr>
          <a:xfrm>
            <a:off x="8311879" y="52617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68A0039E-D0AA-1684-5090-37452CBE72FD}"/>
              </a:ext>
            </a:extLst>
          </p:cNvPr>
          <p:cNvSpPr/>
          <p:nvPr/>
        </p:nvSpPr>
        <p:spPr>
          <a:xfrm>
            <a:off x="8311879" y="5513022"/>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CPU ↔ RAM</a:t>
            </a:r>
            <a:endParaRPr lang="en-US" sz="1400" dirty="0"/>
          </a:p>
        </p:txBody>
      </p:sp>
    </p:spTree>
    <p:extLst>
      <p:ext uri="{BB962C8B-B14F-4D97-AF65-F5344CB8AC3E}">
        <p14:creationId xmlns:p14="http://schemas.microsoft.com/office/powerpoint/2010/main" val="691143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DA8B0EF5-1ECD-37EA-4752-1E9534AB09F9}"/>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793B3B6C-2E89-6BC6-940E-36C51AA14AD2}"/>
              </a:ext>
            </a:extLst>
          </p:cNvPr>
          <p:cNvSpPr/>
          <p:nvPr/>
        </p:nvSpPr>
        <p:spPr>
          <a:xfrm>
            <a:off x="965074" y="1610196"/>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1FCD0501-D57D-E7DA-E58D-C2A484A7BF87}"/>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 name="Shape 5">
            <a:extLst>
              <a:ext uri="{FF2B5EF4-FFF2-40B4-BE49-F238E27FC236}">
                <a16:creationId xmlns:a16="http://schemas.microsoft.com/office/drawing/2014/main" id="{7DE3CBAD-AD51-578B-DDDA-015C73411649}"/>
              </a:ext>
            </a:extLst>
          </p:cNvPr>
          <p:cNvSpPr/>
          <p:nvPr/>
        </p:nvSpPr>
        <p:spPr>
          <a:xfrm>
            <a:off x="1072938" y="2175253"/>
            <a:ext cx="279384" cy="279384"/>
          </a:xfrm>
          <a:prstGeom prst="roundRect">
            <a:avLst>
              <a:gd name="adj" fmla="val 50000"/>
            </a:avLst>
          </a:prstGeom>
          <a:solidFill>
            <a:srgbClr val="16213E">
              <a:alpha val="40000"/>
            </a:srgbClr>
          </a:solidFill>
          <a:ln/>
        </p:spPr>
      </p:sp>
      <p:pic>
        <p:nvPicPr>
          <p:cNvPr id="6" name="Image 0" descr="preencoded.png">
            <a:extLst>
              <a:ext uri="{FF2B5EF4-FFF2-40B4-BE49-F238E27FC236}">
                <a16:creationId xmlns:a16="http://schemas.microsoft.com/office/drawing/2014/main" id="{42DA75E5-88DA-C878-A380-9F9AFD37A676}"/>
              </a:ext>
            </a:extLst>
          </p:cNvPr>
          <p:cNvPicPr>
            <a:picLocks noChangeAspect="1"/>
          </p:cNvPicPr>
          <p:nvPr/>
        </p:nvPicPr>
        <p:blipFill>
          <a:blip r:embed="rId3">
            <a:alphaModFix amt="40000"/>
          </a:blip>
          <a:srcRect/>
          <a:stretch/>
        </p:blipFill>
        <p:spPr>
          <a:xfrm>
            <a:off x="1136399" y="2238710"/>
            <a:ext cx="152365" cy="152365"/>
          </a:xfrm>
          <a:prstGeom prst="rect">
            <a:avLst/>
          </a:prstGeom>
        </p:spPr>
      </p:pic>
      <p:sp>
        <p:nvSpPr>
          <p:cNvPr id="7" name="Text 6">
            <a:extLst>
              <a:ext uri="{FF2B5EF4-FFF2-40B4-BE49-F238E27FC236}">
                <a16:creationId xmlns:a16="http://schemas.microsoft.com/office/drawing/2014/main" id="{95B7ED27-D757-214A-4262-38DA2E334DAD}"/>
              </a:ext>
            </a:extLst>
          </p:cNvPr>
          <p:cNvSpPr/>
          <p:nvPr/>
        </p:nvSpPr>
        <p:spPr>
          <a:xfrm>
            <a:off x="1072938" y="2505422"/>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49CE8EF4-EA4A-F4A4-2A52-2DE4264EE83E}"/>
              </a:ext>
            </a:extLst>
          </p:cNvPr>
          <p:cNvSpPr/>
          <p:nvPr/>
        </p:nvSpPr>
        <p:spPr>
          <a:xfrm>
            <a:off x="1072938" y="2731467"/>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98A77F92-04AB-F542-4A11-0B3540D6317D}"/>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D6E5D6DB-89E8-1C71-792A-E448B5C02140}"/>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24FFE4A3-B66B-A994-23D6-F92DA3B8E6E4}"/>
              </a:ext>
            </a:extLst>
          </p:cNvPr>
          <p:cNvPicPr>
            <a:picLocks noChangeAspect="1"/>
          </p:cNvPicPr>
          <p:nvPr/>
        </p:nvPicPr>
        <p:blipFill>
          <a:blip r:embed="rId4"/>
          <a:srcRect/>
          <a:stretch/>
        </p:blipFill>
        <p:spPr>
          <a:xfrm>
            <a:off x="2901608" y="2251286"/>
            <a:ext cx="152365" cy="152365"/>
          </a:xfrm>
          <a:prstGeom prst="rect">
            <a:avLst/>
          </a:prstGeom>
        </p:spPr>
      </p:pic>
      <p:sp>
        <p:nvSpPr>
          <p:cNvPr id="12" name="Text 10">
            <a:extLst>
              <a:ext uri="{FF2B5EF4-FFF2-40B4-BE49-F238E27FC236}">
                <a16:creationId xmlns:a16="http://schemas.microsoft.com/office/drawing/2014/main" id="{B1C0C00E-57E8-EA6C-10F9-3822254E0382}"/>
              </a:ext>
            </a:extLst>
          </p:cNvPr>
          <p:cNvSpPr/>
          <p:nvPr/>
        </p:nvSpPr>
        <p:spPr>
          <a:xfrm>
            <a:off x="2838147" y="2517998"/>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AC23508E-53A4-AE58-D3F8-397F298BEC39}"/>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483C3F03-9FC4-1AF0-376B-6B689AEBDE2D}"/>
              </a:ext>
            </a:extLst>
          </p:cNvPr>
          <p:cNvSpPr/>
          <p:nvPr/>
        </p:nvSpPr>
        <p:spPr>
          <a:xfrm>
            <a:off x="4625885" y="2070559"/>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15" name="Shape 13">
            <a:extLst>
              <a:ext uri="{FF2B5EF4-FFF2-40B4-BE49-F238E27FC236}">
                <a16:creationId xmlns:a16="http://schemas.microsoft.com/office/drawing/2014/main" id="{7F17F028-B4AD-CC25-99ED-072522460C73}"/>
              </a:ext>
            </a:extLst>
          </p:cNvPr>
          <p:cNvSpPr/>
          <p:nvPr/>
        </p:nvSpPr>
        <p:spPr>
          <a:xfrm>
            <a:off x="4730573" y="2175253"/>
            <a:ext cx="279384" cy="279384"/>
          </a:xfrm>
          <a:prstGeom prst="roundRect">
            <a:avLst>
              <a:gd name="adj" fmla="val 50000"/>
            </a:avLst>
          </a:prstGeom>
          <a:solidFill>
            <a:srgbClr val="16213E">
              <a:alpha val="40000"/>
            </a:srgbClr>
          </a:solidFill>
          <a:ln/>
        </p:spPr>
      </p:sp>
      <p:pic>
        <p:nvPicPr>
          <p:cNvPr id="16" name="Image 2" descr="preencoded.png">
            <a:extLst>
              <a:ext uri="{FF2B5EF4-FFF2-40B4-BE49-F238E27FC236}">
                <a16:creationId xmlns:a16="http://schemas.microsoft.com/office/drawing/2014/main" id="{EA93A63F-8199-6312-F1A8-9183FCAC45D3}"/>
              </a:ext>
            </a:extLst>
          </p:cNvPr>
          <p:cNvPicPr>
            <a:picLocks noChangeAspect="1"/>
          </p:cNvPicPr>
          <p:nvPr/>
        </p:nvPicPr>
        <p:blipFill>
          <a:blip r:embed="rId5">
            <a:alphaModFix amt="40000"/>
          </a:blip>
          <a:srcRect/>
          <a:stretch/>
        </p:blipFill>
        <p:spPr>
          <a:xfrm>
            <a:off x="4794034" y="2238710"/>
            <a:ext cx="152365" cy="152365"/>
          </a:xfrm>
          <a:prstGeom prst="rect">
            <a:avLst/>
          </a:prstGeom>
        </p:spPr>
      </p:pic>
      <p:sp>
        <p:nvSpPr>
          <p:cNvPr id="17" name="Text 14">
            <a:extLst>
              <a:ext uri="{FF2B5EF4-FFF2-40B4-BE49-F238E27FC236}">
                <a16:creationId xmlns:a16="http://schemas.microsoft.com/office/drawing/2014/main" id="{49958CE2-B97B-3E09-E1E5-A61B7DDC6660}"/>
              </a:ext>
            </a:extLst>
          </p:cNvPr>
          <p:cNvSpPr/>
          <p:nvPr/>
        </p:nvSpPr>
        <p:spPr>
          <a:xfrm>
            <a:off x="4730573" y="2505422"/>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0DD21472-4541-D231-FD97-02F2C5CE12D7}"/>
              </a:ext>
            </a:extLst>
          </p:cNvPr>
          <p:cNvSpPr/>
          <p:nvPr/>
        </p:nvSpPr>
        <p:spPr>
          <a:xfrm>
            <a:off x="4730573" y="2731467"/>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BDBDDF7E-6123-0C35-B4F7-941DC2649A14}"/>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50D0A671-CFC7-B2AE-E210-9486F0BC70AE}"/>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F1E6E2FA-4016-E7D5-DDD1-4F2224FAAC5C}"/>
              </a:ext>
            </a:extLst>
          </p:cNvPr>
          <p:cNvPicPr>
            <a:picLocks noChangeAspect="1"/>
          </p:cNvPicPr>
          <p:nvPr/>
        </p:nvPicPr>
        <p:blipFill>
          <a:blip r:embed="rId6">
            <a:alphaModFix amt="40000"/>
          </a:blip>
          <a:srcRect/>
          <a:stretch/>
        </p:blipFill>
        <p:spPr>
          <a:xfrm>
            <a:off x="1136399" y="3699191"/>
            <a:ext cx="152365" cy="152365"/>
          </a:xfrm>
          <a:prstGeom prst="rect">
            <a:avLst/>
          </a:prstGeom>
        </p:spPr>
      </p:pic>
      <p:sp>
        <p:nvSpPr>
          <p:cNvPr id="22" name="Text 18">
            <a:extLst>
              <a:ext uri="{FF2B5EF4-FFF2-40B4-BE49-F238E27FC236}">
                <a16:creationId xmlns:a16="http://schemas.microsoft.com/office/drawing/2014/main" id="{520BDE01-37FA-18EB-B00F-DAF3CA337CA0}"/>
              </a:ext>
            </a:extLst>
          </p:cNvPr>
          <p:cNvSpPr/>
          <p:nvPr/>
        </p:nvSpPr>
        <p:spPr>
          <a:xfrm>
            <a:off x="1072938" y="396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9FB76A9A-EF27-1DA5-7BA3-257E8827145B}"/>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BF622345-A46C-232B-CF4F-2082FB4449A3}"/>
              </a:ext>
            </a:extLst>
          </p:cNvPr>
          <p:cNvSpPr/>
          <p:nvPr/>
        </p:nvSpPr>
        <p:spPr>
          <a:xfrm>
            <a:off x="4632235" y="353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5" name="Shape 21">
            <a:extLst>
              <a:ext uri="{FF2B5EF4-FFF2-40B4-BE49-F238E27FC236}">
                <a16:creationId xmlns:a16="http://schemas.microsoft.com/office/drawing/2014/main" id="{5350DBEC-0743-6C5F-E035-855CDD58A53A}"/>
              </a:ext>
            </a:extLst>
          </p:cNvPr>
          <p:cNvSpPr/>
          <p:nvPr/>
        </p:nvSpPr>
        <p:spPr>
          <a:xfrm>
            <a:off x="4743147" y="3648304"/>
            <a:ext cx="279384" cy="279384"/>
          </a:xfrm>
          <a:prstGeom prst="roundRect">
            <a:avLst>
              <a:gd name="adj" fmla="val 50000"/>
            </a:avLst>
          </a:prstGeom>
          <a:solidFill>
            <a:srgbClr val="16213E"/>
          </a:solidFill>
          <a:ln/>
        </p:spPr>
      </p:sp>
      <p:pic>
        <p:nvPicPr>
          <p:cNvPr id="26" name="Image 4" descr="preencoded.png">
            <a:extLst>
              <a:ext uri="{FF2B5EF4-FFF2-40B4-BE49-F238E27FC236}">
                <a16:creationId xmlns:a16="http://schemas.microsoft.com/office/drawing/2014/main" id="{C5CDC979-80D1-1A52-CB20-36F729332DF1}"/>
              </a:ext>
            </a:extLst>
          </p:cNvPr>
          <p:cNvPicPr>
            <a:picLocks noChangeAspect="1"/>
          </p:cNvPicPr>
          <p:nvPr/>
        </p:nvPicPr>
        <p:blipFill>
          <a:blip r:embed="rId7"/>
          <a:srcRect/>
          <a:stretch/>
        </p:blipFill>
        <p:spPr>
          <a:xfrm>
            <a:off x="4806608" y="3711767"/>
            <a:ext cx="152365" cy="152365"/>
          </a:xfrm>
          <a:prstGeom prst="rect">
            <a:avLst/>
          </a:prstGeom>
        </p:spPr>
      </p:pic>
      <p:sp>
        <p:nvSpPr>
          <p:cNvPr id="27" name="Text 22">
            <a:extLst>
              <a:ext uri="{FF2B5EF4-FFF2-40B4-BE49-F238E27FC236}">
                <a16:creationId xmlns:a16="http://schemas.microsoft.com/office/drawing/2014/main" id="{C5534A46-1D3A-2D08-9BB7-C8C4699437CC}"/>
              </a:ext>
            </a:extLst>
          </p:cNvPr>
          <p:cNvSpPr/>
          <p:nvPr/>
        </p:nvSpPr>
        <p:spPr>
          <a:xfrm>
            <a:off x="4743147" y="3978480"/>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0EC4C004-2F66-9202-4899-335AE4E808D5}"/>
              </a:ext>
            </a:extLst>
          </p:cNvPr>
          <p:cNvSpPr/>
          <p:nvPr/>
        </p:nvSpPr>
        <p:spPr>
          <a:xfrm>
            <a:off x="4743147" y="4204519"/>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1EBDDEF3-5974-51F5-AA94-B590D1397D6D}"/>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8B1F50F8-3770-9EE8-4B3B-4C5E7B92485E}"/>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77FC6AF4-E20D-7510-C835-2F8005184E6B}"/>
              </a:ext>
            </a:extLst>
          </p:cNvPr>
          <p:cNvPicPr>
            <a:picLocks noChangeAspect="1"/>
          </p:cNvPicPr>
          <p:nvPr/>
        </p:nvPicPr>
        <p:blipFill>
          <a:blip r:embed="rId8">
            <a:alphaModFix amt="40000"/>
          </a:blip>
          <a:srcRect/>
          <a:stretch/>
        </p:blipFill>
        <p:spPr>
          <a:xfrm>
            <a:off x="1136399" y="4969191"/>
            <a:ext cx="152365" cy="152365"/>
          </a:xfrm>
          <a:prstGeom prst="rect">
            <a:avLst/>
          </a:prstGeom>
        </p:spPr>
      </p:pic>
      <p:sp>
        <p:nvSpPr>
          <p:cNvPr id="32" name="Text 26">
            <a:extLst>
              <a:ext uri="{FF2B5EF4-FFF2-40B4-BE49-F238E27FC236}">
                <a16:creationId xmlns:a16="http://schemas.microsoft.com/office/drawing/2014/main" id="{26A75503-D0AE-C102-DCAD-86B8B3AAEB82}"/>
              </a:ext>
            </a:extLst>
          </p:cNvPr>
          <p:cNvSpPr/>
          <p:nvPr/>
        </p:nvSpPr>
        <p:spPr>
          <a:xfrm>
            <a:off x="1072938" y="523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2314FAC9-B801-77A6-32CE-4C460999C4DC}"/>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EFE664BB-9CF0-EC04-6C00-1938119232CA}"/>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CFFB87C2-8788-61D2-4EDA-EE8E233538AD}"/>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ED8A3DBC-044F-E0D2-E70C-A6A8C98C4115}"/>
              </a:ext>
            </a:extLst>
          </p:cNvPr>
          <p:cNvPicPr>
            <a:picLocks noChangeAspect="1"/>
          </p:cNvPicPr>
          <p:nvPr/>
        </p:nvPicPr>
        <p:blipFill>
          <a:blip r:embed="rId9">
            <a:alphaModFix amt="40000"/>
          </a:blip>
          <a:srcRect/>
          <a:stretch/>
        </p:blipFill>
        <p:spPr>
          <a:xfrm>
            <a:off x="2889034" y="4969191"/>
            <a:ext cx="152365" cy="152365"/>
          </a:xfrm>
          <a:prstGeom prst="rect">
            <a:avLst/>
          </a:prstGeom>
        </p:spPr>
      </p:pic>
      <p:sp>
        <p:nvSpPr>
          <p:cNvPr id="37" name="Text 30">
            <a:extLst>
              <a:ext uri="{FF2B5EF4-FFF2-40B4-BE49-F238E27FC236}">
                <a16:creationId xmlns:a16="http://schemas.microsoft.com/office/drawing/2014/main" id="{B9CC1234-04E0-EB44-E32D-9A7DCDED588F}"/>
              </a:ext>
            </a:extLst>
          </p:cNvPr>
          <p:cNvSpPr/>
          <p:nvPr/>
        </p:nvSpPr>
        <p:spPr>
          <a:xfrm>
            <a:off x="2825573" y="5235904"/>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4E1A770D-8C7D-17A2-EE10-0F638EA3A50C}"/>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79A325A6-1768-F166-DCC9-B2E2C12D68E0}"/>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DF7936A6-FB0F-94D6-7965-F14EFA7ECBA1}"/>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D32B3C43-5930-E94D-7DC2-F40E6966B41F}"/>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42" name="Text 34">
            <a:extLst>
              <a:ext uri="{FF2B5EF4-FFF2-40B4-BE49-F238E27FC236}">
                <a16:creationId xmlns:a16="http://schemas.microsoft.com/office/drawing/2014/main" id="{CE9DF36B-6657-C05F-37ED-1B179705087D}"/>
              </a:ext>
            </a:extLst>
          </p:cNvPr>
          <p:cNvSpPr/>
          <p:nvPr/>
        </p:nvSpPr>
        <p:spPr>
          <a:xfrm>
            <a:off x="4730573" y="523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C73362EF-FB09-B607-78DA-216BA426D091}"/>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C5E32358-1F08-347D-F154-4EE30A98E9FC}"/>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279F0205-98A8-A221-A141-046239761E1F}"/>
              </a:ext>
            </a:extLst>
          </p:cNvPr>
          <p:cNvSpPr/>
          <p:nvPr/>
        </p:nvSpPr>
        <p:spPr>
          <a:xfrm>
            <a:off x="6572014" y="2175253"/>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EBD0117D-3CEF-6898-80D3-B68589DED2E2}"/>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B97E5873-0AC2-716E-4794-D8A9952156D6}"/>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E88219F6-B44F-1A8C-CE49-0913343A4F02}"/>
              </a:ext>
            </a:extLst>
          </p:cNvPr>
          <p:cNvSpPr/>
          <p:nvPr/>
        </p:nvSpPr>
        <p:spPr>
          <a:xfrm>
            <a:off x="6572014" y="2731467"/>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77B3A2D3-2E4C-0F3F-4F6E-DC4CED7B9F6E}"/>
              </a:ext>
            </a:extLst>
          </p:cNvPr>
          <p:cNvSpPr/>
          <p:nvPr/>
        </p:nvSpPr>
        <p:spPr>
          <a:xfrm>
            <a:off x="6473676" y="3537390"/>
            <a:ext cx="131441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0" name="Shape 41">
            <a:extLst>
              <a:ext uri="{FF2B5EF4-FFF2-40B4-BE49-F238E27FC236}">
                <a16:creationId xmlns:a16="http://schemas.microsoft.com/office/drawing/2014/main" id="{978C0C12-7BF4-99DA-543D-09970B02EFD7}"/>
              </a:ext>
            </a:extLst>
          </p:cNvPr>
          <p:cNvSpPr/>
          <p:nvPr/>
        </p:nvSpPr>
        <p:spPr>
          <a:xfrm>
            <a:off x="6584589" y="3648304"/>
            <a:ext cx="279384" cy="279384"/>
          </a:xfrm>
          <a:prstGeom prst="roundRect">
            <a:avLst>
              <a:gd name="adj" fmla="val 50000"/>
            </a:avLst>
          </a:prstGeom>
          <a:solidFill>
            <a:srgbClr val="16213E"/>
          </a:solidFill>
          <a:ln/>
        </p:spPr>
      </p:sp>
      <p:pic>
        <p:nvPicPr>
          <p:cNvPr id="51" name="Image 9" descr="preencoded.png">
            <a:extLst>
              <a:ext uri="{FF2B5EF4-FFF2-40B4-BE49-F238E27FC236}">
                <a16:creationId xmlns:a16="http://schemas.microsoft.com/office/drawing/2014/main" id="{6C6587F2-8B76-6F52-9005-F0944529539E}"/>
              </a:ext>
            </a:extLst>
          </p:cNvPr>
          <p:cNvPicPr>
            <a:picLocks noChangeAspect="1"/>
          </p:cNvPicPr>
          <p:nvPr/>
        </p:nvPicPr>
        <p:blipFill>
          <a:blip r:embed="rId12"/>
          <a:srcRect/>
          <a:stretch/>
        </p:blipFill>
        <p:spPr>
          <a:xfrm>
            <a:off x="6648049" y="3711767"/>
            <a:ext cx="152365" cy="152365"/>
          </a:xfrm>
          <a:prstGeom prst="rect">
            <a:avLst/>
          </a:prstGeom>
        </p:spPr>
      </p:pic>
      <p:sp>
        <p:nvSpPr>
          <p:cNvPr id="52" name="Text 42">
            <a:extLst>
              <a:ext uri="{FF2B5EF4-FFF2-40B4-BE49-F238E27FC236}">
                <a16:creationId xmlns:a16="http://schemas.microsoft.com/office/drawing/2014/main" id="{842B9158-D21C-406D-556A-389042E6AA74}"/>
              </a:ext>
            </a:extLst>
          </p:cNvPr>
          <p:cNvSpPr/>
          <p:nvPr/>
        </p:nvSpPr>
        <p:spPr>
          <a:xfrm>
            <a:off x="6584589" y="3978480"/>
            <a:ext cx="114338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60F7F76F-4911-6F81-D7B8-971C066A23AF}"/>
              </a:ext>
            </a:extLst>
          </p:cNvPr>
          <p:cNvSpPr/>
          <p:nvPr/>
        </p:nvSpPr>
        <p:spPr>
          <a:xfrm>
            <a:off x="6584589" y="4204519"/>
            <a:ext cx="114338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EED409F4-4A61-AB06-CD56-050C251DD9CA}"/>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59C55319-7695-A403-7743-003623AB495E}"/>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454B322A-3759-0BB6-438A-0DDACB120A3F}"/>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57" name="Text 46">
            <a:extLst>
              <a:ext uri="{FF2B5EF4-FFF2-40B4-BE49-F238E27FC236}">
                <a16:creationId xmlns:a16="http://schemas.microsoft.com/office/drawing/2014/main" id="{2167F4B9-FFE8-4EBE-6A6F-BA1D7EA6E45F}"/>
              </a:ext>
            </a:extLst>
          </p:cNvPr>
          <p:cNvSpPr/>
          <p:nvPr/>
        </p:nvSpPr>
        <p:spPr>
          <a:xfrm>
            <a:off x="6572014" y="523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D59C9FF2-BB4F-8F1E-61B2-39C5D130FB6C}"/>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A3FE550A-D816-BEAF-54B8-2AD06E4DBC30}"/>
              </a:ext>
            </a:extLst>
          </p:cNvPr>
          <p:cNvPicPr>
            <a:picLocks noChangeAspect="1"/>
          </p:cNvPicPr>
          <p:nvPr/>
        </p:nvPicPr>
        <p:blipFill>
          <a:blip r:embed="rId14"/>
          <a:srcRect l="-6" r="-6"/>
          <a:stretch/>
        </p:blipFill>
        <p:spPr>
          <a:xfrm>
            <a:off x="2336651" y="2619772"/>
            <a:ext cx="431749" cy="101576"/>
          </a:xfrm>
          <a:prstGeom prst="rect">
            <a:avLst/>
          </a:prstGeom>
        </p:spPr>
      </p:pic>
      <p:pic>
        <p:nvPicPr>
          <p:cNvPr id="60" name="Image 12" descr="connector">
            <a:extLst>
              <a:ext uri="{FF2B5EF4-FFF2-40B4-BE49-F238E27FC236}">
                <a16:creationId xmlns:a16="http://schemas.microsoft.com/office/drawing/2014/main" id="{CE66EB88-F77B-735A-5E1D-575BCF01A0D3}"/>
              </a:ext>
            </a:extLst>
          </p:cNvPr>
          <p:cNvPicPr>
            <a:picLocks noChangeAspect="1"/>
          </p:cNvPicPr>
          <p:nvPr/>
        </p:nvPicPr>
        <p:blipFill>
          <a:blip r:embed="rId15"/>
          <a:srcRect l="-5" r="-5"/>
          <a:stretch/>
        </p:blipFill>
        <p:spPr>
          <a:xfrm>
            <a:off x="4190862" y="2619772"/>
            <a:ext cx="482537" cy="101576"/>
          </a:xfrm>
          <a:prstGeom prst="rect">
            <a:avLst/>
          </a:prstGeom>
        </p:spPr>
      </p:pic>
      <p:pic>
        <p:nvPicPr>
          <p:cNvPr id="61" name="Image 13" descr="connector">
            <a:extLst>
              <a:ext uri="{FF2B5EF4-FFF2-40B4-BE49-F238E27FC236}">
                <a16:creationId xmlns:a16="http://schemas.microsoft.com/office/drawing/2014/main" id="{09F3FFFC-EDDD-6783-C26F-7477D8AC6160}"/>
              </a:ext>
            </a:extLst>
          </p:cNvPr>
          <p:cNvPicPr>
            <a:picLocks noChangeAspect="1"/>
          </p:cNvPicPr>
          <p:nvPr/>
        </p:nvPicPr>
        <p:blipFill>
          <a:blip r:embed="rId16"/>
          <a:srcRect t="-9" b="-9"/>
          <a:stretch/>
        </p:blipFill>
        <p:spPr>
          <a:xfrm>
            <a:off x="3428843" y="3223040"/>
            <a:ext cx="101576" cy="1625517"/>
          </a:xfrm>
          <a:prstGeom prst="rect">
            <a:avLst/>
          </a:prstGeom>
        </p:spPr>
      </p:pic>
      <p:pic>
        <p:nvPicPr>
          <p:cNvPr id="62" name="Image 14" descr="connector">
            <a:extLst>
              <a:ext uri="{FF2B5EF4-FFF2-40B4-BE49-F238E27FC236}">
                <a16:creationId xmlns:a16="http://schemas.microsoft.com/office/drawing/2014/main" id="{0BF6F602-8A2F-78C1-96F0-1827EABA3DA9}"/>
              </a:ext>
            </a:extLst>
          </p:cNvPr>
          <p:cNvPicPr>
            <a:picLocks noChangeAspect="1"/>
          </p:cNvPicPr>
          <p:nvPr/>
        </p:nvPicPr>
        <p:blipFill>
          <a:blip r:embed="rId17"/>
          <a:srcRect t="-1" b="-1"/>
          <a:stretch/>
        </p:blipFill>
        <p:spPr>
          <a:xfrm>
            <a:off x="3911478" y="3197696"/>
            <a:ext cx="787365" cy="914384"/>
          </a:xfrm>
          <a:prstGeom prst="rect">
            <a:avLst/>
          </a:prstGeom>
        </p:spPr>
      </p:pic>
      <p:pic>
        <p:nvPicPr>
          <p:cNvPr id="63" name="Image 15" descr="connector">
            <a:extLst>
              <a:ext uri="{FF2B5EF4-FFF2-40B4-BE49-F238E27FC236}">
                <a16:creationId xmlns:a16="http://schemas.microsoft.com/office/drawing/2014/main" id="{3A9CB0DA-0EC4-4411-73D7-3A4F9E672099}"/>
              </a:ext>
            </a:extLst>
          </p:cNvPr>
          <p:cNvPicPr>
            <a:picLocks noChangeAspect="1"/>
          </p:cNvPicPr>
          <p:nvPr/>
        </p:nvPicPr>
        <p:blipFill>
          <a:blip r:embed="rId18"/>
          <a:srcRect l="-11" r="-11"/>
          <a:stretch/>
        </p:blipFill>
        <p:spPr>
          <a:xfrm>
            <a:off x="5994286" y="3959616"/>
            <a:ext cx="546096" cy="152365"/>
          </a:xfrm>
          <a:prstGeom prst="rect">
            <a:avLst/>
          </a:prstGeom>
        </p:spPr>
      </p:pic>
      <p:pic>
        <p:nvPicPr>
          <p:cNvPr id="192" name="Image 16" descr="connector">
            <a:extLst>
              <a:ext uri="{FF2B5EF4-FFF2-40B4-BE49-F238E27FC236}">
                <a16:creationId xmlns:a16="http://schemas.microsoft.com/office/drawing/2014/main" id="{EB655B2E-7930-319E-47FA-EC32C771986B}"/>
              </a:ext>
            </a:extLst>
          </p:cNvPr>
          <p:cNvPicPr>
            <a:picLocks noChangeAspect="1"/>
          </p:cNvPicPr>
          <p:nvPr/>
        </p:nvPicPr>
        <p:blipFill>
          <a:blip r:embed="rId14"/>
          <a:srcRect l="-6" r="-6"/>
          <a:stretch/>
        </p:blipFill>
        <p:spPr>
          <a:xfrm>
            <a:off x="2336651" y="5255059"/>
            <a:ext cx="431749" cy="101576"/>
          </a:xfrm>
          <a:prstGeom prst="rect">
            <a:avLst/>
          </a:prstGeom>
        </p:spPr>
      </p:pic>
      <p:pic>
        <p:nvPicPr>
          <p:cNvPr id="193" name="Image 17" descr="connector">
            <a:extLst>
              <a:ext uri="{FF2B5EF4-FFF2-40B4-BE49-F238E27FC236}">
                <a16:creationId xmlns:a16="http://schemas.microsoft.com/office/drawing/2014/main" id="{CD6E6311-076D-F918-105E-3A85381332CA}"/>
              </a:ext>
            </a:extLst>
          </p:cNvPr>
          <p:cNvPicPr>
            <a:picLocks noChangeAspect="1"/>
          </p:cNvPicPr>
          <p:nvPr/>
        </p:nvPicPr>
        <p:blipFill>
          <a:blip r:embed="rId15"/>
          <a:srcRect l="-5" r="-5"/>
          <a:stretch/>
        </p:blipFill>
        <p:spPr>
          <a:xfrm>
            <a:off x="4190862" y="5255059"/>
            <a:ext cx="482537" cy="101576"/>
          </a:xfrm>
          <a:prstGeom prst="rect">
            <a:avLst/>
          </a:prstGeom>
        </p:spPr>
      </p:pic>
      <p:pic>
        <p:nvPicPr>
          <p:cNvPr id="194" name="Image 18" descr="connector">
            <a:extLst>
              <a:ext uri="{FF2B5EF4-FFF2-40B4-BE49-F238E27FC236}">
                <a16:creationId xmlns:a16="http://schemas.microsoft.com/office/drawing/2014/main" id="{69650336-D618-A4C5-D011-DC8112DABD10}"/>
              </a:ext>
            </a:extLst>
          </p:cNvPr>
          <p:cNvPicPr>
            <a:picLocks noChangeAspect="1"/>
          </p:cNvPicPr>
          <p:nvPr/>
        </p:nvPicPr>
        <p:blipFill>
          <a:blip r:embed="rId19"/>
          <a:srcRect l="-2" r="-2"/>
          <a:stretch/>
        </p:blipFill>
        <p:spPr>
          <a:xfrm>
            <a:off x="6019631" y="5255059"/>
            <a:ext cx="495210" cy="101576"/>
          </a:xfrm>
          <a:prstGeom prst="rect">
            <a:avLst/>
          </a:prstGeom>
        </p:spPr>
      </p:pic>
      <p:pic>
        <p:nvPicPr>
          <p:cNvPr id="195" name="Image 19" descr="connector">
            <a:extLst>
              <a:ext uri="{FF2B5EF4-FFF2-40B4-BE49-F238E27FC236}">
                <a16:creationId xmlns:a16="http://schemas.microsoft.com/office/drawing/2014/main" id="{E72A4586-DCA5-F3EF-7052-6AE997B9B32F}"/>
              </a:ext>
            </a:extLst>
          </p:cNvPr>
          <p:cNvPicPr>
            <a:picLocks noChangeAspect="1"/>
          </p:cNvPicPr>
          <p:nvPr/>
        </p:nvPicPr>
        <p:blipFill>
          <a:blip r:embed="rId20"/>
          <a:srcRect/>
          <a:stretch/>
        </p:blipFill>
        <p:spPr>
          <a:xfrm>
            <a:off x="6159323" y="2619772"/>
            <a:ext cx="355517" cy="101576"/>
          </a:xfrm>
          <a:prstGeom prst="rect">
            <a:avLst/>
          </a:prstGeom>
        </p:spPr>
      </p:pic>
      <p:sp>
        <p:nvSpPr>
          <p:cNvPr id="196" name="Shape 48">
            <a:extLst>
              <a:ext uri="{FF2B5EF4-FFF2-40B4-BE49-F238E27FC236}">
                <a16:creationId xmlns:a16="http://schemas.microsoft.com/office/drawing/2014/main" id="{745714DC-50C6-FB36-536A-D5038751EFF1}"/>
              </a:ext>
            </a:extLst>
          </p:cNvPr>
          <p:cNvSpPr/>
          <p:nvPr/>
        </p:nvSpPr>
        <p:spPr>
          <a:xfrm>
            <a:off x="8054825" y="1562584"/>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1F5BB1F0-EB3E-8CB1-F92A-D8BBF38BAA9D}"/>
              </a:ext>
            </a:extLst>
          </p:cNvPr>
          <p:cNvSpPr/>
          <p:nvPr/>
        </p:nvSpPr>
        <p:spPr>
          <a:xfrm>
            <a:off x="8311879" y="1819635"/>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7 VON 8</a:t>
            </a:r>
            <a:endParaRPr lang="en-US" sz="1200" dirty="0"/>
          </a:p>
        </p:txBody>
      </p:sp>
      <p:sp>
        <p:nvSpPr>
          <p:cNvPr id="198" name="Text 50">
            <a:extLst>
              <a:ext uri="{FF2B5EF4-FFF2-40B4-BE49-F238E27FC236}">
                <a16:creationId xmlns:a16="http://schemas.microsoft.com/office/drawing/2014/main" id="{F4E993A3-EC61-6EDD-A767-D1AAFCE4C078}"/>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Die Grafikkarte zeichnet das Bild</a:t>
            </a:r>
            <a:endParaRPr lang="en-US" sz="1600" dirty="0"/>
          </a:p>
        </p:txBody>
      </p:sp>
      <p:sp>
        <p:nvSpPr>
          <p:cNvPr id="199" name="Text 51">
            <a:extLst>
              <a:ext uri="{FF2B5EF4-FFF2-40B4-BE49-F238E27FC236}">
                <a16:creationId xmlns:a16="http://schemas.microsoft.com/office/drawing/2014/main" id="{9A9E8DE8-BEC2-8F5E-4051-09E37F5BD7D3}"/>
              </a:ext>
            </a:extLst>
          </p:cNvPr>
          <p:cNvSpPr/>
          <p:nvPr/>
        </p:nvSpPr>
        <p:spPr>
          <a:xfrm>
            <a:off x="8404335" y="2774200"/>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CPU schickt Zeichenbefehle per PCIe an die GPU</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GPU wandelt Zeichen in Pixel um (Rasterisierung)</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Bild landet im Framebuffer (VRAM)</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Bildschirm zeigt es z. B. 60× pro Sekunde</a:t>
            </a:r>
            <a:endParaRPr lang="en-US" sz="1200" dirty="0"/>
          </a:p>
        </p:txBody>
      </p:sp>
      <p:sp>
        <p:nvSpPr>
          <p:cNvPr id="200" name="Shape 52">
            <a:extLst>
              <a:ext uri="{FF2B5EF4-FFF2-40B4-BE49-F238E27FC236}">
                <a16:creationId xmlns:a16="http://schemas.microsoft.com/office/drawing/2014/main" id="{A1C3753B-13DA-DE70-2711-6C6625C9AA90}"/>
              </a:ext>
            </a:extLst>
          </p:cNvPr>
          <p:cNvSpPr/>
          <p:nvPr/>
        </p:nvSpPr>
        <p:spPr>
          <a:xfrm>
            <a:off x="8311879" y="5131705"/>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5BC994CF-BCA1-3ADC-ADD4-1A0D5919F8A9}"/>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D19966D1-83D7-71F6-4BEB-9293AC721E5D}"/>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CPU → GPU → Bildschirm</a:t>
            </a:r>
            <a:endParaRPr lang="en-US" sz="1400" dirty="0"/>
          </a:p>
        </p:txBody>
      </p:sp>
    </p:spTree>
    <p:extLst>
      <p:ext uri="{BB962C8B-B14F-4D97-AF65-F5344CB8AC3E}">
        <p14:creationId xmlns:p14="http://schemas.microsoft.com/office/powerpoint/2010/main" val="3263598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316CF389-EAC0-72E0-B35D-B6AEFD6CBE80}"/>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40B5E677-EF07-CFCE-44AD-3235D128F2ED}"/>
              </a:ext>
            </a:extLst>
          </p:cNvPr>
          <p:cNvSpPr/>
          <p:nvPr/>
        </p:nvSpPr>
        <p:spPr>
          <a:xfrm>
            <a:off x="965074" y="1610196"/>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04F742C7-3A17-E627-1DC1-A27287BB4BDA}"/>
              </a:ext>
            </a:extLst>
          </p:cNvPr>
          <p:cNvSpPr/>
          <p:nvPr/>
        </p:nvSpPr>
        <p:spPr>
          <a:xfrm>
            <a:off x="974599" y="2076909"/>
            <a:ext cx="1403315"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 name="Shape 5">
            <a:extLst>
              <a:ext uri="{FF2B5EF4-FFF2-40B4-BE49-F238E27FC236}">
                <a16:creationId xmlns:a16="http://schemas.microsoft.com/office/drawing/2014/main" id="{78511FFC-BBA8-6327-327D-2B747AE87688}"/>
              </a:ext>
            </a:extLst>
          </p:cNvPr>
          <p:cNvSpPr/>
          <p:nvPr/>
        </p:nvSpPr>
        <p:spPr>
          <a:xfrm>
            <a:off x="1085512" y="2187823"/>
            <a:ext cx="279384" cy="279384"/>
          </a:xfrm>
          <a:prstGeom prst="roundRect">
            <a:avLst>
              <a:gd name="adj" fmla="val 50000"/>
            </a:avLst>
          </a:prstGeom>
          <a:solidFill>
            <a:srgbClr val="16213E"/>
          </a:solidFill>
          <a:ln/>
        </p:spPr>
      </p:sp>
      <p:pic>
        <p:nvPicPr>
          <p:cNvPr id="6" name="Image 0" descr="preencoded.png">
            <a:extLst>
              <a:ext uri="{FF2B5EF4-FFF2-40B4-BE49-F238E27FC236}">
                <a16:creationId xmlns:a16="http://schemas.microsoft.com/office/drawing/2014/main" id="{E7F8C119-8F35-930D-FE8B-830F5A775128}"/>
              </a:ext>
            </a:extLst>
          </p:cNvPr>
          <p:cNvPicPr>
            <a:picLocks noChangeAspect="1"/>
          </p:cNvPicPr>
          <p:nvPr/>
        </p:nvPicPr>
        <p:blipFill>
          <a:blip r:embed="rId3"/>
          <a:srcRect/>
          <a:stretch/>
        </p:blipFill>
        <p:spPr>
          <a:xfrm>
            <a:off x="1148973" y="2251286"/>
            <a:ext cx="152365" cy="152365"/>
          </a:xfrm>
          <a:prstGeom prst="rect">
            <a:avLst/>
          </a:prstGeom>
        </p:spPr>
      </p:pic>
      <p:sp>
        <p:nvSpPr>
          <p:cNvPr id="7" name="Text 6">
            <a:extLst>
              <a:ext uri="{FF2B5EF4-FFF2-40B4-BE49-F238E27FC236}">
                <a16:creationId xmlns:a16="http://schemas.microsoft.com/office/drawing/2014/main" id="{DB999505-8DBE-B0E7-E123-9AA16FD8E16A}"/>
              </a:ext>
            </a:extLst>
          </p:cNvPr>
          <p:cNvSpPr/>
          <p:nvPr/>
        </p:nvSpPr>
        <p:spPr>
          <a:xfrm>
            <a:off x="1085512" y="2517998"/>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FBD82D2B-ED50-1EAC-8B2C-1CFAD5462F39}"/>
              </a:ext>
            </a:extLst>
          </p:cNvPr>
          <p:cNvSpPr/>
          <p:nvPr/>
        </p:nvSpPr>
        <p:spPr>
          <a:xfrm>
            <a:off x="1085512" y="2744037"/>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BCB39D11-0087-D4AA-9DD4-226A77C27974}"/>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D76AA988-934F-0E6A-F58B-AE936682834A}"/>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F706C28E-668B-D18E-2AF8-8A0495CF5982}"/>
              </a:ext>
            </a:extLst>
          </p:cNvPr>
          <p:cNvPicPr>
            <a:picLocks noChangeAspect="1"/>
          </p:cNvPicPr>
          <p:nvPr/>
        </p:nvPicPr>
        <p:blipFill>
          <a:blip r:embed="rId4"/>
          <a:srcRect/>
          <a:stretch/>
        </p:blipFill>
        <p:spPr>
          <a:xfrm>
            <a:off x="2901608" y="2251286"/>
            <a:ext cx="152365" cy="152365"/>
          </a:xfrm>
          <a:prstGeom prst="rect">
            <a:avLst/>
          </a:prstGeom>
        </p:spPr>
      </p:pic>
      <p:sp>
        <p:nvSpPr>
          <p:cNvPr id="12" name="Text 10">
            <a:extLst>
              <a:ext uri="{FF2B5EF4-FFF2-40B4-BE49-F238E27FC236}">
                <a16:creationId xmlns:a16="http://schemas.microsoft.com/office/drawing/2014/main" id="{8A72B4EC-47AC-B23B-C115-25F1D564C0D8}"/>
              </a:ext>
            </a:extLst>
          </p:cNvPr>
          <p:cNvSpPr/>
          <p:nvPr/>
        </p:nvSpPr>
        <p:spPr>
          <a:xfrm>
            <a:off x="2838147" y="2517998"/>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CF2E55D7-D276-5E40-8BBE-9CB772BECDF8}"/>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B59705AF-F46F-F135-AADB-FB92D7A6D1E3}"/>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FF8D78D9-8BE0-6F55-19DB-41C9EFA1ABA9}"/>
              </a:ext>
            </a:extLst>
          </p:cNvPr>
          <p:cNvSpPr/>
          <p:nvPr/>
        </p:nvSpPr>
        <p:spPr>
          <a:xfrm>
            <a:off x="4743147" y="2187823"/>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D8ADA421-546C-28F3-CB92-8BFFFFDC2173}"/>
              </a:ext>
            </a:extLst>
          </p:cNvPr>
          <p:cNvPicPr>
            <a:picLocks noChangeAspect="1"/>
          </p:cNvPicPr>
          <p:nvPr/>
        </p:nvPicPr>
        <p:blipFill>
          <a:blip r:embed="rId5"/>
          <a:srcRect/>
          <a:stretch/>
        </p:blipFill>
        <p:spPr>
          <a:xfrm>
            <a:off x="4806608" y="2251286"/>
            <a:ext cx="152365" cy="152365"/>
          </a:xfrm>
          <a:prstGeom prst="rect">
            <a:avLst/>
          </a:prstGeom>
        </p:spPr>
      </p:pic>
      <p:sp>
        <p:nvSpPr>
          <p:cNvPr id="17" name="Text 14">
            <a:extLst>
              <a:ext uri="{FF2B5EF4-FFF2-40B4-BE49-F238E27FC236}">
                <a16:creationId xmlns:a16="http://schemas.microsoft.com/office/drawing/2014/main" id="{7EB53BDC-D126-D654-92B4-63EFD4214EE5}"/>
              </a:ext>
            </a:extLst>
          </p:cNvPr>
          <p:cNvSpPr/>
          <p:nvPr/>
        </p:nvSpPr>
        <p:spPr>
          <a:xfrm>
            <a:off x="4743147" y="2517998"/>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256B57E3-6089-21EA-135D-ACA4C902BC62}"/>
              </a:ext>
            </a:extLst>
          </p:cNvPr>
          <p:cNvSpPr/>
          <p:nvPr/>
        </p:nvSpPr>
        <p:spPr>
          <a:xfrm>
            <a:off x="4743147" y="2744037"/>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6406D433-7E77-C840-C6A3-BCB495976CC3}"/>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2D58ED00-1C1A-0ACC-9D46-5C17576CADA5}"/>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BF70D8AF-11B0-EC12-BBBF-D6C74CF29383}"/>
              </a:ext>
            </a:extLst>
          </p:cNvPr>
          <p:cNvPicPr>
            <a:picLocks noChangeAspect="1"/>
          </p:cNvPicPr>
          <p:nvPr/>
        </p:nvPicPr>
        <p:blipFill>
          <a:blip r:embed="rId6">
            <a:alphaModFix amt="40000"/>
          </a:blip>
          <a:srcRect/>
          <a:stretch/>
        </p:blipFill>
        <p:spPr>
          <a:xfrm>
            <a:off x="1136399" y="3699191"/>
            <a:ext cx="152365" cy="152365"/>
          </a:xfrm>
          <a:prstGeom prst="rect">
            <a:avLst/>
          </a:prstGeom>
        </p:spPr>
      </p:pic>
      <p:sp>
        <p:nvSpPr>
          <p:cNvPr id="22" name="Text 18">
            <a:extLst>
              <a:ext uri="{FF2B5EF4-FFF2-40B4-BE49-F238E27FC236}">
                <a16:creationId xmlns:a16="http://schemas.microsoft.com/office/drawing/2014/main" id="{959B05C5-18E7-29BC-878B-356C6E6CE518}"/>
              </a:ext>
            </a:extLst>
          </p:cNvPr>
          <p:cNvSpPr/>
          <p:nvPr/>
        </p:nvSpPr>
        <p:spPr>
          <a:xfrm>
            <a:off x="1072938" y="396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41D627B8-E27B-DF9E-3E75-2B919CA5B516}"/>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5C2352B7-312B-AD9C-84E3-EB1996880635}"/>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0F1DF662-20DA-3864-439C-C2C7C630335E}"/>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AA1A7465-9E38-96A3-B9A4-8D6E4C2702AA}"/>
              </a:ext>
            </a:extLst>
          </p:cNvPr>
          <p:cNvPicPr>
            <a:picLocks noChangeAspect="1"/>
          </p:cNvPicPr>
          <p:nvPr/>
        </p:nvPicPr>
        <p:blipFill>
          <a:blip r:embed="rId7">
            <a:alphaModFix amt="40000"/>
          </a:blip>
          <a:srcRect/>
          <a:stretch/>
        </p:blipFill>
        <p:spPr>
          <a:xfrm>
            <a:off x="4794034" y="3699191"/>
            <a:ext cx="152365" cy="152365"/>
          </a:xfrm>
          <a:prstGeom prst="rect">
            <a:avLst/>
          </a:prstGeom>
        </p:spPr>
      </p:pic>
      <p:sp>
        <p:nvSpPr>
          <p:cNvPr id="27" name="Text 22">
            <a:extLst>
              <a:ext uri="{FF2B5EF4-FFF2-40B4-BE49-F238E27FC236}">
                <a16:creationId xmlns:a16="http://schemas.microsoft.com/office/drawing/2014/main" id="{CDD27AF2-52EB-211A-5354-527D1D525E6D}"/>
              </a:ext>
            </a:extLst>
          </p:cNvPr>
          <p:cNvSpPr/>
          <p:nvPr/>
        </p:nvSpPr>
        <p:spPr>
          <a:xfrm>
            <a:off x="4730573" y="396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000FB1F6-967F-46F5-9549-9D2415A963E9}"/>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8992C674-ECB3-7E7A-4760-A5AD14086B34}"/>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268D5295-F699-13C7-DC65-02EB0E4934A7}"/>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E976607D-ECD0-BE26-2724-2D50822FD301}"/>
              </a:ext>
            </a:extLst>
          </p:cNvPr>
          <p:cNvPicPr>
            <a:picLocks noChangeAspect="1"/>
          </p:cNvPicPr>
          <p:nvPr/>
        </p:nvPicPr>
        <p:blipFill>
          <a:blip r:embed="rId8">
            <a:alphaModFix amt="40000"/>
          </a:blip>
          <a:srcRect/>
          <a:stretch/>
        </p:blipFill>
        <p:spPr>
          <a:xfrm>
            <a:off x="1136399" y="4969191"/>
            <a:ext cx="152365" cy="152365"/>
          </a:xfrm>
          <a:prstGeom prst="rect">
            <a:avLst/>
          </a:prstGeom>
        </p:spPr>
      </p:pic>
      <p:sp>
        <p:nvSpPr>
          <p:cNvPr id="32" name="Text 26">
            <a:extLst>
              <a:ext uri="{FF2B5EF4-FFF2-40B4-BE49-F238E27FC236}">
                <a16:creationId xmlns:a16="http://schemas.microsoft.com/office/drawing/2014/main" id="{B8CA0A1F-C8E4-9ACF-35F7-910753C8465E}"/>
              </a:ext>
            </a:extLst>
          </p:cNvPr>
          <p:cNvSpPr/>
          <p:nvPr/>
        </p:nvSpPr>
        <p:spPr>
          <a:xfrm>
            <a:off x="1072938" y="523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7AAC5ED6-08C0-CED8-1B32-C40C77019F54}"/>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882A1A25-7626-A77D-A6DD-D5322C62354F}"/>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9DE70EAC-9126-138F-51EC-5A326082131B}"/>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18E6B41E-BA4E-4B51-0D2C-E23C6CAB9F9E}"/>
              </a:ext>
            </a:extLst>
          </p:cNvPr>
          <p:cNvPicPr>
            <a:picLocks noChangeAspect="1"/>
          </p:cNvPicPr>
          <p:nvPr/>
        </p:nvPicPr>
        <p:blipFill>
          <a:blip r:embed="rId9">
            <a:alphaModFix amt="40000"/>
          </a:blip>
          <a:srcRect/>
          <a:stretch/>
        </p:blipFill>
        <p:spPr>
          <a:xfrm>
            <a:off x="2889034" y="4969191"/>
            <a:ext cx="152365" cy="152365"/>
          </a:xfrm>
          <a:prstGeom prst="rect">
            <a:avLst/>
          </a:prstGeom>
        </p:spPr>
      </p:pic>
      <p:sp>
        <p:nvSpPr>
          <p:cNvPr id="37" name="Text 30">
            <a:extLst>
              <a:ext uri="{FF2B5EF4-FFF2-40B4-BE49-F238E27FC236}">
                <a16:creationId xmlns:a16="http://schemas.microsoft.com/office/drawing/2014/main" id="{2298AE2E-8C09-D143-BDFC-E1F24789F2F6}"/>
              </a:ext>
            </a:extLst>
          </p:cNvPr>
          <p:cNvSpPr/>
          <p:nvPr/>
        </p:nvSpPr>
        <p:spPr>
          <a:xfrm>
            <a:off x="2825573" y="5235904"/>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C512695A-BF1B-44EE-01CB-B3D0D961859D}"/>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BC8D0688-6389-6469-73D7-820F5E1D6F1B}"/>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B1750AB6-0663-040B-C2CB-68E2E20D9C3E}"/>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D9D12F3B-ED79-6E20-0FA3-81E5D0F6A078}"/>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42" name="Text 34">
            <a:extLst>
              <a:ext uri="{FF2B5EF4-FFF2-40B4-BE49-F238E27FC236}">
                <a16:creationId xmlns:a16="http://schemas.microsoft.com/office/drawing/2014/main" id="{2B31FC5F-C6BD-9F43-CD03-7800489FB76C}"/>
              </a:ext>
            </a:extLst>
          </p:cNvPr>
          <p:cNvSpPr/>
          <p:nvPr/>
        </p:nvSpPr>
        <p:spPr>
          <a:xfrm>
            <a:off x="4730573" y="523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332359BF-F624-0409-CB70-A74BABE3ED93}"/>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DAE2437F-775D-848A-61E1-0A4191C4065D}"/>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30ED8FEF-9267-B0AC-22C7-7536F3443F6C}"/>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C5D4F95A-1EC6-F2C9-877C-5B3E40746C81}"/>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9B1790D0-3962-0D2A-9214-DCDE8B17845F}"/>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A1F3A373-25A7-2BD6-7DF3-6B83BC817412}"/>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F1B59A35-8748-3D9F-54F5-4AA831F4E4AA}"/>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53FEAE8D-ABA9-89DC-58C2-53D6E202E1C2}"/>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5BA08919-6856-F923-33F4-6B7BD723DBF6}"/>
              </a:ext>
            </a:extLst>
          </p:cNvPr>
          <p:cNvPicPr>
            <a:picLocks noChangeAspect="1"/>
          </p:cNvPicPr>
          <p:nvPr/>
        </p:nvPicPr>
        <p:blipFill>
          <a:blip r:embed="rId12">
            <a:alphaModFix amt="40000"/>
          </a:blip>
          <a:srcRect/>
          <a:stretch/>
        </p:blipFill>
        <p:spPr>
          <a:xfrm>
            <a:off x="6635475" y="3699191"/>
            <a:ext cx="152365" cy="152365"/>
          </a:xfrm>
          <a:prstGeom prst="rect">
            <a:avLst/>
          </a:prstGeom>
        </p:spPr>
      </p:pic>
      <p:sp>
        <p:nvSpPr>
          <p:cNvPr id="52" name="Text 42">
            <a:extLst>
              <a:ext uri="{FF2B5EF4-FFF2-40B4-BE49-F238E27FC236}">
                <a16:creationId xmlns:a16="http://schemas.microsoft.com/office/drawing/2014/main" id="{29FF7232-949C-96AD-B09F-E81E0786EFD1}"/>
              </a:ext>
            </a:extLst>
          </p:cNvPr>
          <p:cNvSpPr/>
          <p:nvPr/>
        </p:nvSpPr>
        <p:spPr>
          <a:xfrm>
            <a:off x="6572014" y="396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F9C6D2BC-70C5-1785-4936-418987EB40B6}"/>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474CA4AB-BA84-7F49-0728-43105C77F6D7}"/>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2DD57260-1145-5938-4B79-FCFDBCBD8EB0}"/>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A1B1648E-EC23-9362-5AA3-A7E9EED7158C}"/>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57" name="Text 46">
            <a:extLst>
              <a:ext uri="{FF2B5EF4-FFF2-40B4-BE49-F238E27FC236}">
                <a16:creationId xmlns:a16="http://schemas.microsoft.com/office/drawing/2014/main" id="{526A6953-E54C-3DBE-53EE-55D9C9106F95}"/>
              </a:ext>
            </a:extLst>
          </p:cNvPr>
          <p:cNvSpPr/>
          <p:nvPr/>
        </p:nvSpPr>
        <p:spPr>
          <a:xfrm>
            <a:off x="6572014" y="523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0EB15E70-53E8-93C1-BEA2-5E401FCABB64}"/>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D91B9DD2-772C-7C55-36E7-95750D6F7AC5}"/>
              </a:ext>
            </a:extLst>
          </p:cNvPr>
          <p:cNvPicPr>
            <a:picLocks noChangeAspect="1"/>
          </p:cNvPicPr>
          <p:nvPr/>
        </p:nvPicPr>
        <p:blipFill>
          <a:blip r:embed="rId14"/>
          <a:srcRect l="-5" r="-5"/>
          <a:stretch/>
        </p:blipFill>
        <p:spPr>
          <a:xfrm>
            <a:off x="2311306" y="2594421"/>
            <a:ext cx="482537" cy="152365"/>
          </a:xfrm>
          <a:prstGeom prst="rect">
            <a:avLst/>
          </a:prstGeom>
        </p:spPr>
      </p:pic>
      <p:pic>
        <p:nvPicPr>
          <p:cNvPr id="60" name="Image 12" descr="connector">
            <a:extLst>
              <a:ext uri="{FF2B5EF4-FFF2-40B4-BE49-F238E27FC236}">
                <a16:creationId xmlns:a16="http://schemas.microsoft.com/office/drawing/2014/main" id="{B72FD4AA-29E8-7104-538B-CDC9B60C8ED8}"/>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FC9A669C-A20F-8FB0-B505-12DAFDF41ED9}"/>
              </a:ext>
            </a:extLst>
          </p:cNvPr>
          <p:cNvPicPr>
            <a:picLocks noChangeAspect="1"/>
          </p:cNvPicPr>
          <p:nvPr/>
        </p:nvPicPr>
        <p:blipFill>
          <a:blip r:embed="rId16"/>
          <a:srcRect t="-9" b="-9"/>
          <a:stretch/>
        </p:blipFill>
        <p:spPr>
          <a:xfrm>
            <a:off x="3428843" y="3223040"/>
            <a:ext cx="101576" cy="1625517"/>
          </a:xfrm>
          <a:prstGeom prst="rect">
            <a:avLst/>
          </a:prstGeom>
        </p:spPr>
      </p:pic>
      <p:pic>
        <p:nvPicPr>
          <p:cNvPr id="62" name="Image 14" descr="connector">
            <a:extLst>
              <a:ext uri="{FF2B5EF4-FFF2-40B4-BE49-F238E27FC236}">
                <a16:creationId xmlns:a16="http://schemas.microsoft.com/office/drawing/2014/main" id="{826623D0-F9D6-1BBC-213C-EA87D488EE64}"/>
              </a:ext>
            </a:extLst>
          </p:cNvPr>
          <p:cNvPicPr>
            <a:picLocks noChangeAspect="1"/>
          </p:cNvPicPr>
          <p:nvPr/>
        </p:nvPicPr>
        <p:blipFill>
          <a:blip r:embed="rId17"/>
          <a:srcRect t="-1" b="-1"/>
          <a:stretch/>
        </p:blipFill>
        <p:spPr>
          <a:xfrm>
            <a:off x="3936823" y="3223040"/>
            <a:ext cx="736576" cy="863596"/>
          </a:xfrm>
          <a:prstGeom prst="rect">
            <a:avLst/>
          </a:prstGeom>
        </p:spPr>
      </p:pic>
      <p:pic>
        <p:nvPicPr>
          <p:cNvPr id="63" name="Image 15" descr="connector">
            <a:extLst>
              <a:ext uri="{FF2B5EF4-FFF2-40B4-BE49-F238E27FC236}">
                <a16:creationId xmlns:a16="http://schemas.microsoft.com/office/drawing/2014/main" id="{3DAD6C74-8E23-E1F5-36B7-D445D44294B6}"/>
              </a:ext>
            </a:extLst>
          </p:cNvPr>
          <p:cNvPicPr>
            <a:picLocks noChangeAspect="1"/>
          </p:cNvPicPr>
          <p:nvPr/>
        </p:nvPicPr>
        <p:blipFill>
          <a:blip r:embed="rId18"/>
          <a:srcRect l="-2" r="-2"/>
          <a:stretch/>
        </p:blipFill>
        <p:spPr>
          <a:xfrm>
            <a:off x="6019631" y="3985059"/>
            <a:ext cx="495210" cy="101576"/>
          </a:xfrm>
          <a:prstGeom prst="rect">
            <a:avLst/>
          </a:prstGeom>
        </p:spPr>
      </p:pic>
      <p:pic>
        <p:nvPicPr>
          <p:cNvPr id="192" name="Image 16" descr="connector">
            <a:extLst>
              <a:ext uri="{FF2B5EF4-FFF2-40B4-BE49-F238E27FC236}">
                <a16:creationId xmlns:a16="http://schemas.microsoft.com/office/drawing/2014/main" id="{F17325CB-FF80-4F31-1E96-CAFCE7595D3C}"/>
              </a:ext>
            </a:extLst>
          </p:cNvPr>
          <p:cNvPicPr>
            <a:picLocks noChangeAspect="1"/>
          </p:cNvPicPr>
          <p:nvPr/>
        </p:nvPicPr>
        <p:blipFill>
          <a:blip r:embed="rId19"/>
          <a:srcRect l="-6" r="-6"/>
          <a:stretch/>
        </p:blipFill>
        <p:spPr>
          <a:xfrm>
            <a:off x="2336651" y="5255059"/>
            <a:ext cx="431749" cy="101576"/>
          </a:xfrm>
          <a:prstGeom prst="rect">
            <a:avLst/>
          </a:prstGeom>
        </p:spPr>
      </p:pic>
      <p:pic>
        <p:nvPicPr>
          <p:cNvPr id="193" name="Image 17" descr="connector">
            <a:extLst>
              <a:ext uri="{FF2B5EF4-FFF2-40B4-BE49-F238E27FC236}">
                <a16:creationId xmlns:a16="http://schemas.microsoft.com/office/drawing/2014/main" id="{33FBC8ED-8F8A-1802-FE5B-EA9100E746A8}"/>
              </a:ext>
            </a:extLst>
          </p:cNvPr>
          <p:cNvPicPr>
            <a:picLocks noChangeAspect="1"/>
          </p:cNvPicPr>
          <p:nvPr/>
        </p:nvPicPr>
        <p:blipFill>
          <a:blip r:embed="rId20"/>
          <a:srcRect l="-5" r="-5"/>
          <a:stretch/>
        </p:blipFill>
        <p:spPr>
          <a:xfrm>
            <a:off x="4190862" y="5255059"/>
            <a:ext cx="482537" cy="101576"/>
          </a:xfrm>
          <a:prstGeom prst="rect">
            <a:avLst/>
          </a:prstGeom>
        </p:spPr>
      </p:pic>
      <p:pic>
        <p:nvPicPr>
          <p:cNvPr id="194" name="Image 18" descr="connector">
            <a:extLst>
              <a:ext uri="{FF2B5EF4-FFF2-40B4-BE49-F238E27FC236}">
                <a16:creationId xmlns:a16="http://schemas.microsoft.com/office/drawing/2014/main" id="{13C12D5B-422E-97E7-0296-2DCFF2754BFA}"/>
              </a:ext>
            </a:extLst>
          </p:cNvPr>
          <p:cNvPicPr>
            <a:picLocks noChangeAspect="1"/>
          </p:cNvPicPr>
          <p:nvPr/>
        </p:nvPicPr>
        <p:blipFill>
          <a:blip r:embed="rId18"/>
          <a:srcRect l="-2" r="-2"/>
          <a:stretch/>
        </p:blipFill>
        <p:spPr>
          <a:xfrm>
            <a:off x="6019631" y="5255059"/>
            <a:ext cx="495210" cy="101576"/>
          </a:xfrm>
          <a:prstGeom prst="rect">
            <a:avLst/>
          </a:prstGeom>
        </p:spPr>
      </p:pic>
      <p:pic>
        <p:nvPicPr>
          <p:cNvPr id="195" name="Image 19" descr="connector">
            <a:extLst>
              <a:ext uri="{FF2B5EF4-FFF2-40B4-BE49-F238E27FC236}">
                <a16:creationId xmlns:a16="http://schemas.microsoft.com/office/drawing/2014/main" id="{433DFF41-9703-0F4B-BA57-0E5A73D04868}"/>
              </a:ext>
            </a:extLst>
          </p:cNvPr>
          <p:cNvPicPr>
            <a:picLocks noChangeAspect="1"/>
          </p:cNvPicPr>
          <p:nvPr/>
        </p:nvPicPr>
        <p:blipFill>
          <a:blip r:embed="rId21"/>
          <a:srcRect/>
          <a:stretch/>
        </p:blipFill>
        <p:spPr>
          <a:xfrm>
            <a:off x="6159323" y="2619772"/>
            <a:ext cx="355517" cy="101576"/>
          </a:xfrm>
          <a:prstGeom prst="rect">
            <a:avLst/>
          </a:prstGeom>
        </p:spPr>
      </p:pic>
      <p:sp>
        <p:nvSpPr>
          <p:cNvPr id="196" name="Shape 48">
            <a:extLst>
              <a:ext uri="{FF2B5EF4-FFF2-40B4-BE49-F238E27FC236}">
                <a16:creationId xmlns:a16="http://schemas.microsoft.com/office/drawing/2014/main" id="{937B2703-5C0D-F99A-D38E-3B0EE1A40EED}"/>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9DAE153B-6929-7CFC-7C5D-2F0857629ECA}"/>
              </a:ext>
            </a:extLst>
          </p:cNvPr>
          <p:cNvSpPr/>
          <p:nvPr/>
        </p:nvSpPr>
        <p:spPr>
          <a:xfrm>
            <a:off x="8311879" y="1819635"/>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8 VON 8</a:t>
            </a:r>
            <a:endParaRPr lang="en-US" sz="1200" dirty="0"/>
          </a:p>
        </p:txBody>
      </p:sp>
      <p:sp>
        <p:nvSpPr>
          <p:cNvPr id="198" name="Text 50">
            <a:extLst>
              <a:ext uri="{FF2B5EF4-FFF2-40B4-BE49-F238E27FC236}">
                <a16:creationId xmlns:a16="http://schemas.microsoft.com/office/drawing/2014/main" id="{6BA9D5A9-C813-6059-1BBF-20E78CD30F60}"/>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Vom flüchtigen RAM auf die SSD</a:t>
            </a:r>
            <a:endParaRPr lang="en-US" sz="1600" dirty="0"/>
          </a:p>
        </p:txBody>
      </p:sp>
      <p:sp>
        <p:nvSpPr>
          <p:cNvPr id="199" name="Text 51">
            <a:extLst>
              <a:ext uri="{FF2B5EF4-FFF2-40B4-BE49-F238E27FC236}">
                <a16:creationId xmlns:a16="http://schemas.microsoft.com/office/drawing/2014/main" id="{65A1579A-2812-6B0A-7FFF-490A8B081C3B}"/>
              </a:ext>
            </a:extLst>
          </p:cNvPr>
          <p:cNvSpPr/>
          <p:nvPr/>
        </p:nvSpPr>
        <p:spPr>
          <a:xfrm>
            <a:off x="8404335" y="2774200"/>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bisher liegt der Text nur im RAM</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Strg + S: CPU liest das Dokument aus dem RAM</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und schreibt es über M.2 auf die SSD</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Flash-Speicher hält die Daten auch ohne Strom</a:t>
            </a:r>
            <a:endParaRPr lang="en-US" sz="1200" dirty="0"/>
          </a:p>
        </p:txBody>
      </p:sp>
      <p:sp>
        <p:nvSpPr>
          <p:cNvPr id="200" name="Shape 52">
            <a:extLst>
              <a:ext uri="{FF2B5EF4-FFF2-40B4-BE49-F238E27FC236}">
                <a16:creationId xmlns:a16="http://schemas.microsoft.com/office/drawing/2014/main" id="{174C8724-C4A5-C738-8438-4102231CA163}"/>
              </a:ext>
            </a:extLst>
          </p:cNvPr>
          <p:cNvSpPr/>
          <p:nvPr/>
        </p:nvSpPr>
        <p:spPr>
          <a:xfrm>
            <a:off x="8311879" y="5131705"/>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BDBE0CEA-F5E4-313F-429F-F9ECCE4DE750}"/>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66C0564C-EF3A-01B0-FA7B-6CBA6941031F}"/>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RAM → CPU → SSD</a:t>
            </a:r>
            <a:endParaRPr lang="en-US" sz="1400" dirty="0"/>
          </a:p>
        </p:txBody>
      </p:sp>
    </p:spTree>
    <p:extLst>
      <p:ext uri="{BB962C8B-B14F-4D97-AF65-F5344CB8AC3E}">
        <p14:creationId xmlns:p14="http://schemas.microsoft.com/office/powerpoint/2010/main" val="3201518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Rechteck 579"/>
          <p:cNvSpPr/>
          <p:nvPr/>
        </p:nvSpPr>
        <p:spPr>
          <a:xfrm>
            <a:off x="335160" y="335160"/>
            <a:ext cx="6164640" cy="6149520"/>
          </a:xfrm>
          <a:prstGeom prst="rect">
            <a:avLst/>
          </a:prstGeom>
          <a:solidFill>
            <a:srgbClr val="F7DEED"/>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pic>
        <p:nvPicPr>
          <p:cNvPr id="581" name="Grafik 580"/>
          <p:cNvPicPr/>
          <p:nvPr/>
        </p:nvPicPr>
        <p:blipFill>
          <a:blip r:embed="rId3"/>
          <a:stretch/>
        </p:blipFill>
        <p:spPr>
          <a:xfrm>
            <a:off x="6972480" y="2666880"/>
            <a:ext cx="4876920" cy="1671120"/>
          </a:xfrm>
          <a:prstGeom prst="rect">
            <a:avLst/>
          </a:prstGeom>
          <a:ln w="0">
            <a:noFill/>
          </a:ln>
        </p:spPr>
      </p:pic>
      <p:sp>
        <p:nvSpPr>
          <p:cNvPr id="582" name="Textfeld 581"/>
          <p:cNvSpPr txBox="1"/>
          <p:nvPr/>
        </p:nvSpPr>
        <p:spPr>
          <a:xfrm>
            <a:off x="762120" y="2895480"/>
            <a:ext cx="5334120" cy="1905120"/>
          </a:xfrm>
          <a:prstGeom prst="rect">
            <a:avLst/>
          </a:prstGeom>
          <a:noFill/>
          <a:ln w="0">
            <a:noFill/>
          </a:ln>
        </p:spPr>
        <p:txBody>
          <a:bodyPr lIns="0" tIns="0" rIns="0" bIns="0" anchor="t">
            <a:noAutofit/>
          </a:bodyPr>
          <a:lstStyle/>
          <a:p>
            <a:r>
              <a:rPr lang="en-US" sz="3859" b="0" strike="noStrike" spc="-1">
                <a:solidFill>
                  <a:srgbClr val="000000"/>
                </a:solidFill>
                <a:latin typeface="Noto Sans"/>
              </a:rPr>
              <a:t>Vielen Dank für Ihre Aufmerksamkeit</a:t>
            </a:r>
            <a:endParaRPr lang="en-US" sz="3859" b="0" strike="noStrike" spc="-1">
              <a:solidFill>
                <a:srgbClr val="FFFFFF"/>
              </a:solidFill>
              <a:latin typeface="Arial"/>
            </a:endParaRPr>
          </a:p>
        </p:txBody>
      </p:sp>
      <p:sp>
        <p:nvSpPr>
          <p:cNvPr id="583" name="Textfeld 582"/>
          <p:cNvSpPr txBox="1"/>
          <p:nvPr/>
        </p:nvSpPr>
        <p:spPr>
          <a:xfrm>
            <a:off x="1257480" y="5410080"/>
            <a:ext cx="4724280" cy="838080"/>
          </a:xfrm>
          <a:prstGeom prst="rect">
            <a:avLst/>
          </a:prstGeom>
          <a:noFill/>
          <a:ln w="0">
            <a:noFill/>
          </a:ln>
        </p:spPr>
        <p:txBody>
          <a:bodyPr lIns="0" tIns="0" rIns="0" bIns="0" anchor="t">
            <a:noAutofit/>
          </a:bodyPr>
          <a:lstStyle/>
          <a:p>
            <a:r>
              <a:rPr lang="en-US" sz="1690" b="0" strike="noStrike" spc="-1">
                <a:solidFill>
                  <a:srgbClr val="000000"/>
                </a:solidFill>
                <a:latin typeface="Noto Sans"/>
              </a:rPr>
              <a:t>Geodaten · Unit 09</a:t>
            </a:r>
            <a:endParaRPr lang="en-US" sz="1690" b="0" strike="noStrike" spc="-1">
              <a:solidFill>
                <a:srgbClr val="FFFFFF"/>
              </a:solidFill>
              <a:latin typeface="Arial"/>
            </a:endParaRPr>
          </a:p>
          <a:p>
            <a:r>
              <a:rPr lang="en-US" sz="1690" b="0" strike="noStrike" spc="-1">
                <a:solidFill>
                  <a:srgbClr val="000000"/>
                </a:solidFill>
                <a:latin typeface="Noto Sans"/>
              </a:rPr>
              <a:t>Fachbereich 19 · Geographie</a:t>
            </a:r>
            <a:endParaRPr lang="en-US" sz="169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4056</Words>
  <Application>Microsoft Office PowerPoint</Application>
  <PresentationFormat>Breitbild</PresentationFormat>
  <Paragraphs>570</Paragraphs>
  <Slides>23</Slides>
  <Notes>22</Notes>
  <HiddenSlides>0</HiddenSlides>
  <MMClips>1</MMClips>
  <ScaleCrop>false</ScaleCrop>
  <HeadingPairs>
    <vt:vector size="6" baseType="variant">
      <vt:variant>
        <vt:lpstr>Verwendete Schriftarten</vt:lpstr>
      </vt:variant>
      <vt:variant>
        <vt:i4>9</vt:i4>
      </vt:variant>
      <vt:variant>
        <vt:lpstr>Design</vt:lpstr>
      </vt:variant>
      <vt:variant>
        <vt:i4>16</vt:i4>
      </vt:variant>
      <vt:variant>
        <vt:lpstr>Folientitel</vt:lpstr>
      </vt:variant>
      <vt:variant>
        <vt:i4>23</vt:i4>
      </vt:variant>
    </vt:vector>
  </HeadingPairs>
  <TitlesOfParts>
    <vt:vector size="48" baseType="lpstr">
      <vt:lpstr>-apple-system</vt:lpstr>
      <vt:lpstr>Arial</vt:lpstr>
      <vt:lpstr>Inter</vt:lpstr>
      <vt:lpstr>Noto Sans</vt:lpstr>
      <vt:lpstr>Open Sans</vt:lpstr>
      <vt:lpstr>Roboto Condensed</vt:lpstr>
      <vt:lpstr>Symbol</vt:lpstr>
      <vt:lpstr>Times New Roman</vt:lpstr>
      <vt:lpstr>Wingdings</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Universität Marburg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09 – Geodaten, Koordinaten und Projektionen</dc:title>
  <dc:subject>Geodaten · Unit 09 · Präsenzlehre</dc:subject>
  <dc:creator>GeoMOER</dc:creator>
  <dc:description/>
  <cp:lastModifiedBy>heidrich_loc</cp:lastModifiedBy>
  <cp:revision>39</cp:revision>
  <dcterms:created xsi:type="dcterms:W3CDTF">2025-02-27T00:25:01Z</dcterms:created>
  <dcterms:modified xsi:type="dcterms:W3CDTF">2026-10-06T08:27:53Z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